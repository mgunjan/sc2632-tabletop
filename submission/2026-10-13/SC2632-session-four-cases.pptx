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58a57873514d19" /><Relationship Type="http://schemas.openxmlformats.org/officeDocument/2006/relationships/extended-properties" Target="/docProps/app.xml" Id="Ra4eceebb119d4c05" /><Relationship Type="http://schemas.openxmlformats.org/officeDocument/2006/relationships/officeDocument" Target="/ppt/presentation.xml" Id="Re82aba6bed474eda" /></Relationships>
</file>

<file path=ppt/presentation.xml><?xml version="1.0" encoding="utf-8"?>
<p:presentation xmlns:p="http://schemas.openxmlformats.org/presentationml/2006/main">
  <p:sldMasterIdLst>
    <p:sldMasterId xmlns:r="http://schemas.openxmlformats.org/officeDocument/2006/relationships" id="2147483648" r:id="Ra80898a772f04e98"/>
  </p:sldMasterIdLst>
  <p:notesMasterIdLst>
    <p:notesMasterId xmlns:r="http://schemas.openxmlformats.org/officeDocument/2006/relationships" r:id="Rf5c0b64589594a98"/>
  </p:notesMasterIdLst>
  <p:sldIdLst>
    <p:sldId xmlns:r="http://schemas.openxmlformats.org/officeDocument/2006/relationships" id="256" r:id="Rd85ebdc63a34441f"/>
    <p:sldId xmlns:r="http://schemas.openxmlformats.org/officeDocument/2006/relationships" id="257" r:id="R55d3e3b671644232"/>
    <p:sldId xmlns:r="http://schemas.openxmlformats.org/officeDocument/2006/relationships" id="258" r:id="R92672028d56a4d6b"/>
    <p:sldId xmlns:r="http://schemas.openxmlformats.org/officeDocument/2006/relationships" id="259" r:id="Rf49a91483cc44d50"/>
    <p:sldId xmlns:r="http://schemas.openxmlformats.org/officeDocument/2006/relationships" id="260" r:id="R7cd9688348e74b98"/>
    <p:sldId xmlns:r="http://schemas.openxmlformats.org/officeDocument/2006/relationships" id="261" r:id="Rebf17ecae73947c8"/>
    <p:sldId xmlns:r="http://schemas.openxmlformats.org/officeDocument/2006/relationships" id="262" r:id="R3c93282d5d4248f6"/>
    <p:sldId xmlns:r="http://schemas.openxmlformats.org/officeDocument/2006/relationships" id="263" r:id="R5c1c5548c8eb4442"/>
    <p:sldId xmlns:r="http://schemas.openxmlformats.org/officeDocument/2006/relationships" id="264" r:id="Rad64062485fa47d1"/>
    <p:sldId xmlns:r="http://schemas.openxmlformats.org/officeDocument/2006/relationships" id="265" r:id="R120bdf1d3456430f"/>
    <p:sldId xmlns:r="http://schemas.openxmlformats.org/officeDocument/2006/relationships" id="266" r:id="Rf2a0e2aabd8f4d4d"/>
    <p:sldId xmlns:r="http://schemas.openxmlformats.org/officeDocument/2006/relationships" id="267" r:id="R72810581f4db4acb"/>
    <p:sldId xmlns:r="http://schemas.openxmlformats.org/officeDocument/2006/relationships" id="268" r:id="R7d579e76478d488e"/>
    <p:sldId xmlns:r="http://schemas.openxmlformats.org/officeDocument/2006/relationships" id="269" r:id="R4d0252303f1d429c"/>
    <p:sldId xmlns:r="http://schemas.openxmlformats.org/officeDocument/2006/relationships" id="270" r:id="Rb4e0d9ae69d9446b"/>
    <p:sldId xmlns:r="http://schemas.openxmlformats.org/officeDocument/2006/relationships" id="271" r:id="Re3cb6eeff78c4649"/>
    <p:sldId xmlns:r="http://schemas.openxmlformats.org/officeDocument/2006/relationships" id="272" r:id="Rdd9f349702fa4fd1"/>
    <p:sldId xmlns:r="http://schemas.openxmlformats.org/officeDocument/2006/relationships" id="273" r:id="R348a7c50b40d49f7"/>
    <p:sldId xmlns:r="http://schemas.openxmlformats.org/officeDocument/2006/relationships" id="274" r:id="Re6b8b7209f0d436c"/>
    <p:sldId xmlns:r="http://schemas.openxmlformats.org/officeDocument/2006/relationships" id="275" r:id="R3c33c0cf176b48c9"/>
    <p:sldId xmlns:r="http://schemas.openxmlformats.org/officeDocument/2006/relationships" id="276" r:id="Racebf8903bd04027"/>
    <p:sldId xmlns:r="http://schemas.openxmlformats.org/officeDocument/2006/relationships" id="277" r:id="R3db55f6001ab45ef"/>
    <p:sldId xmlns:r="http://schemas.openxmlformats.org/officeDocument/2006/relationships" id="278" r:id="R802804a29856484f"/>
    <p:sldId xmlns:r="http://schemas.openxmlformats.org/officeDocument/2006/relationships" id="279" r:id="R8f62f7c2fc4b4ac4"/>
    <p:sldId xmlns:r="http://schemas.openxmlformats.org/officeDocument/2006/relationships" id="280" r:id="R3b3869e382e04ba9"/>
    <p:sldId xmlns:r="http://schemas.openxmlformats.org/officeDocument/2006/relationships" id="281" r:id="Rfcc777ddfa6e49d6"/>
    <p:sldId xmlns:r="http://schemas.openxmlformats.org/officeDocument/2006/relationships" id="282" r:id="R3af7ca99a0c94860"/>
    <p:sldId xmlns:r="http://schemas.openxmlformats.org/officeDocument/2006/relationships" id="283" r:id="R2dba9e279b6a4125"/>
    <p:sldId xmlns:r="http://schemas.openxmlformats.org/officeDocument/2006/relationships" id="284" r:id="R44a33cfe432b44d5"/>
    <p:sldId xmlns:r="http://schemas.openxmlformats.org/officeDocument/2006/relationships" id="285" r:id="R86cc3024ce4241af"/>
    <p:sldId xmlns:r="http://schemas.openxmlformats.org/officeDocument/2006/relationships" id="286" r:id="R7bbbcf91eb054713"/>
    <p:sldId xmlns:r="http://schemas.openxmlformats.org/officeDocument/2006/relationships" id="287" r:id="R8336e95155d348cf"/>
    <p:sldId xmlns:r="http://schemas.openxmlformats.org/officeDocument/2006/relationships" id="288" r:id="R9d82c63a1fd6484f"/>
    <p:sldId xmlns:r="http://schemas.openxmlformats.org/officeDocument/2006/relationships" id="289" r:id="R0633a11cebb04dd7"/>
    <p:sldId xmlns:r="http://schemas.openxmlformats.org/officeDocument/2006/relationships" id="290" r:id="R1a1edea221f441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a533cd38464b97" /><Relationship Type="http://schemas.openxmlformats.org/officeDocument/2006/relationships/slideMaster" Target="/ppt/slideMasters/slideMaster1.xml" Id="Ra80898a772f04e98" /><Relationship Type="http://schemas.openxmlformats.org/officeDocument/2006/relationships/notesMaster" Target="/ppt/notesMasters/notesMaster1.xml" Id="Rf5c0b64589594a98" /><Relationship Type="http://schemas.openxmlformats.org/officeDocument/2006/relationships/presProps" Target="/ppt/presProps.xml" Id="R480c212a5e3249ae" /><Relationship Type="http://schemas.openxmlformats.org/officeDocument/2006/relationships/tableStyles" Target="/ppt/tableStyles.xml" Id="Rb08528a51d304eb2" /><Relationship Type="http://schemas.openxmlformats.org/officeDocument/2006/relationships/slide" Target="/ppt/slides/slide1.xml" Id="Rd85ebdc63a34441f" /><Relationship Type="http://schemas.openxmlformats.org/officeDocument/2006/relationships/slide" Target="/ppt/slides/slide2.xml" Id="R55d3e3b671644232" /><Relationship Type="http://schemas.openxmlformats.org/officeDocument/2006/relationships/slide" Target="/ppt/slides/slide3.xml" Id="R92672028d56a4d6b" /><Relationship Type="http://schemas.openxmlformats.org/officeDocument/2006/relationships/slide" Target="/ppt/slides/slide4.xml" Id="Rf49a91483cc44d50" /><Relationship Type="http://schemas.openxmlformats.org/officeDocument/2006/relationships/slide" Target="/ppt/slides/slide5.xml" Id="R7cd9688348e74b98" /><Relationship Type="http://schemas.openxmlformats.org/officeDocument/2006/relationships/slide" Target="/ppt/slides/slide6.xml" Id="Rebf17ecae73947c8" /><Relationship Type="http://schemas.openxmlformats.org/officeDocument/2006/relationships/slide" Target="/ppt/slides/slide7.xml" Id="R3c93282d5d4248f6" /><Relationship Type="http://schemas.openxmlformats.org/officeDocument/2006/relationships/slide" Target="/ppt/slides/slide8.xml" Id="R5c1c5548c8eb4442" /><Relationship Type="http://schemas.openxmlformats.org/officeDocument/2006/relationships/slide" Target="/ppt/slides/slide9.xml" Id="Rad64062485fa47d1" /><Relationship Type="http://schemas.openxmlformats.org/officeDocument/2006/relationships/slide" Target="/ppt/slides/slide10.xml" Id="R120bdf1d3456430f" /><Relationship Type="http://schemas.openxmlformats.org/officeDocument/2006/relationships/slide" Target="/ppt/slides/slide11.xml" Id="Rf2a0e2aabd8f4d4d" /><Relationship Type="http://schemas.openxmlformats.org/officeDocument/2006/relationships/slide" Target="/ppt/slides/slide12.xml" Id="R72810581f4db4acb" /><Relationship Type="http://schemas.openxmlformats.org/officeDocument/2006/relationships/slide" Target="/ppt/slides/slide13.xml" Id="R7d579e76478d488e" /><Relationship Type="http://schemas.openxmlformats.org/officeDocument/2006/relationships/slide" Target="/ppt/slides/slide14.xml" Id="R4d0252303f1d429c" /><Relationship Type="http://schemas.openxmlformats.org/officeDocument/2006/relationships/slide" Target="/ppt/slides/slide15.xml" Id="Rb4e0d9ae69d9446b" /><Relationship Type="http://schemas.openxmlformats.org/officeDocument/2006/relationships/slide" Target="/ppt/slides/slide16.xml" Id="Re3cb6eeff78c4649" /><Relationship Type="http://schemas.openxmlformats.org/officeDocument/2006/relationships/slide" Target="/ppt/slides/slide17.xml" Id="Rdd9f349702fa4fd1" /><Relationship Type="http://schemas.openxmlformats.org/officeDocument/2006/relationships/slide" Target="/ppt/slides/slide18.xml" Id="R348a7c50b40d49f7" /><Relationship Type="http://schemas.openxmlformats.org/officeDocument/2006/relationships/slide" Target="/ppt/slides/slide19.xml" Id="Re6b8b7209f0d436c" /><Relationship Type="http://schemas.openxmlformats.org/officeDocument/2006/relationships/slide" Target="/ppt/slides/slide20.xml" Id="R3c33c0cf176b48c9" /><Relationship Type="http://schemas.openxmlformats.org/officeDocument/2006/relationships/slide" Target="/ppt/slides/slide21.xml" Id="Racebf8903bd04027" /><Relationship Type="http://schemas.openxmlformats.org/officeDocument/2006/relationships/slide" Target="/ppt/slides/slide22.xml" Id="R3db55f6001ab45ef" /><Relationship Type="http://schemas.openxmlformats.org/officeDocument/2006/relationships/slide" Target="/ppt/slides/slide23.xml" Id="R802804a29856484f" /><Relationship Type="http://schemas.openxmlformats.org/officeDocument/2006/relationships/slide" Target="/ppt/slides/slide24.xml" Id="R8f62f7c2fc4b4ac4" /><Relationship Type="http://schemas.openxmlformats.org/officeDocument/2006/relationships/slide" Target="/ppt/slides/slide25.xml" Id="R3b3869e382e04ba9" /><Relationship Type="http://schemas.openxmlformats.org/officeDocument/2006/relationships/slide" Target="/ppt/slides/slide26.xml" Id="Rfcc777ddfa6e49d6" /><Relationship Type="http://schemas.openxmlformats.org/officeDocument/2006/relationships/slide" Target="/ppt/slides/slide27.xml" Id="R3af7ca99a0c94860" /><Relationship Type="http://schemas.openxmlformats.org/officeDocument/2006/relationships/slide" Target="/ppt/slides/slide28.xml" Id="R2dba9e279b6a4125" /><Relationship Type="http://schemas.openxmlformats.org/officeDocument/2006/relationships/slide" Target="/ppt/slides/slide29.xml" Id="R44a33cfe432b44d5" /><Relationship Type="http://schemas.openxmlformats.org/officeDocument/2006/relationships/slide" Target="/ppt/slides/slide30.xml" Id="R86cc3024ce4241af" /><Relationship Type="http://schemas.openxmlformats.org/officeDocument/2006/relationships/slide" Target="/ppt/slides/slide31.xml" Id="R7bbbcf91eb054713" /><Relationship Type="http://schemas.openxmlformats.org/officeDocument/2006/relationships/slide" Target="/ppt/slides/slide32.xml" Id="R8336e95155d348cf" /><Relationship Type="http://schemas.openxmlformats.org/officeDocument/2006/relationships/slide" Target="/ppt/slides/slide33.xml" Id="R9d82c63a1fd6484f" /><Relationship Type="http://schemas.openxmlformats.org/officeDocument/2006/relationships/slide" Target="/ppt/slides/slide34.xml" Id="R0633a11cebb04dd7" /><Relationship Type="http://schemas.openxmlformats.org/officeDocument/2006/relationships/slide" Target="/ppt/slides/slide35.xml" Id="R1a1edea221f441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7407a55a2643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5d8a052fc2452f" /><Relationship Type="http://schemas.openxmlformats.org/officeDocument/2006/relationships/notesMaster" Target="/ppt/notesMasters/notesMaster1.xml" Id="R96873ccfcc3a47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dcef7edaba4fb5" /><Relationship Type="http://schemas.openxmlformats.org/officeDocument/2006/relationships/notesMaster" Target="/ppt/notesMasters/notesMaster1.xml" Id="R7df3c7e111cd47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431eb7a89249f5" /><Relationship Type="http://schemas.openxmlformats.org/officeDocument/2006/relationships/notesMaster" Target="/ppt/notesMasters/notesMaster1.xml" Id="R9776845baf654d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b12273cf484558" /><Relationship Type="http://schemas.openxmlformats.org/officeDocument/2006/relationships/notesMaster" Target="/ppt/notesMasters/notesMaster1.xml" Id="Rd665f5e36ea041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2b282f594045d6" /><Relationship Type="http://schemas.openxmlformats.org/officeDocument/2006/relationships/notesMaster" Target="/ppt/notesMasters/notesMaster1.xml" Id="R7b9a82ce48ea41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da939f7bd44854" /><Relationship Type="http://schemas.openxmlformats.org/officeDocument/2006/relationships/notesMaster" Target="/ppt/notesMasters/notesMaster1.xml" Id="R2b2553df3c7d4d6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47d19d7f5943b0" /><Relationship Type="http://schemas.openxmlformats.org/officeDocument/2006/relationships/notesMaster" Target="/ppt/notesMasters/notesMaster1.xml" Id="Ra35e99f6edb447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027e6aab414656" /><Relationship Type="http://schemas.openxmlformats.org/officeDocument/2006/relationships/notesMaster" Target="/ppt/notesMasters/notesMaster1.xml" Id="Ra67cfe78beb046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aa19d7e57049ea" /><Relationship Type="http://schemas.openxmlformats.org/officeDocument/2006/relationships/notesMaster" Target="/ppt/notesMasters/notesMaster1.xml" Id="Rd75655d37f98411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20ec7127cc4721" /><Relationship Type="http://schemas.openxmlformats.org/officeDocument/2006/relationships/notesMaster" Target="/ppt/notesMasters/notesMaster1.xml" Id="Rfe367885a2d848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c2ac73411447b4" /><Relationship Type="http://schemas.openxmlformats.org/officeDocument/2006/relationships/notesMaster" Target="/ppt/notesMasters/notesMaster1.xml" Id="Rbbdd89ff21804f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0bfc75870940fd" /><Relationship Type="http://schemas.openxmlformats.org/officeDocument/2006/relationships/notesMaster" Target="/ppt/notesMasters/notesMaster1.xml" Id="R16de4956af2a4a7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fbd6105b2d44d9" /><Relationship Type="http://schemas.openxmlformats.org/officeDocument/2006/relationships/notesMaster" Target="/ppt/notesMasters/notesMaster1.xml" Id="R0103aeddde7944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1cdd4a081b74b5b" /><Relationship Type="http://schemas.openxmlformats.org/officeDocument/2006/relationships/notesMaster" Target="/ppt/notesMasters/notesMaster1.xml" Id="R270923293c8f44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c3f46d88d9b48c6" /><Relationship Type="http://schemas.openxmlformats.org/officeDocument/2006/relationships/notesMaster" Target="/ppt/notesMasters/notesMaster1.xml" Id="R87eb9e9fefaa493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ed55d75605d401e" /><Relationship Type="http://schemas.openxmlformats.org/officeDocument/2006/relationships/notesMaster" Target="/ppt/notesMasters/notesMaster1.xml" Id="R0688d19a5c3649c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4c525af2f14b92" /><Relationship Type="http://schemas.openxmlformats.org/officeDocument/2006/relationships/notesMaster" Target="/ppt/notesMasters/notesMaster1.xml" Id="R10250e3407fb4a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68768c6b2d14976" /><Relationship Type="http://schemas.openxmlformats.org/officeDocument/2006/relationships/notesMaster" Target="/ppt/notesMasters/notesMaster1.xml" Id="R9a681c35f14b45d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1e499e90dc4907" /><Relationship Type="http://schemas.openxmlformats.org/officeDocument/2006/relationships/notesMaster" Target="/ppt/notesMasters/notesMaster1.xml" Id="Rb57d3323c88f4b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79b19a3936d4516" /><Relationship Type="http://schemas.openxmlformats.org/officeDocument/2006/relationships/notesMaster" Target="/ppt/notesMasters/notesMaster1.xml" Id="R409bd7645967486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5af92c9cc8d4e92" /><Relationship Type="http://schemas.openxmlformats.org/officeDocument/2006/relationships/notesMaster" Target="/ppt/notesMasters/notesMaster1.xml" Id="R9be2318d517a4a4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487d796677c49ca" /><Relationship Type="http://schemas.openxmlformats.org/officeDocument/2006/relationships/notesMaster" Target="/ppt/notesMasters/notesMaster1.xml" Id="Rfb38d3c2be574ad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68eae2c2484357" /><Relationship Type="http://schemas.openxmlformats.org/officeDocument/2006/relationships/notesMaster" Target="/ppt/notesMasters/notesMaster1.xml" Id="R6111058c5aca422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631997a65594ef2" /><Relationship Type="http://schemas.openxmlformats.org/officeDocument/2006/relationships/notesMaster" Target="/ppt/notesMasters/notesMaster1.xml" Id="Rb75fa0550dd34cd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766dcd3e9fe4bbf" /><Relationship Type="http://schemas.openxmlformats.org/officeDocument/2006/relationships/notesMaster" Target="/ppt/notesMasters/notesMaster1.xml" Id="R03c58cd794bc491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94a191238d14212" /><Relationship Type="http://schemas.openxmlformats.org/officeDocument/2006/relationships/notesMaster" Target="/ppt/notesMasters/notesMaster1.xml" Id="R1a662525fe8a4e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9649fd987bc4ee9" /><Relationship Type="http://schemas.openxmlformats.org/officeDocument/2006/relationships/notesMaster" Target="/ppt/notesMasters/notesMaster1.xml" Id="Rceb9b6837a0d44e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9bf5783d9d3494f" /><Relationship Type="http://schemas.openxmlformats.org/officeDocument/2006/relationships/notesMaster" Target="/ppt/notesMasters/notesMaster1.xml" Id="Ra750a649e0604fd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7e6df7632fa42ca" /><Relationship Type="http://schemas.openxmlformats.org/officeDocument/2006/relationships/notesMaster" Target="/ppt/notesMasters/notesMaster1.xml" Id="R3240ba163f9f443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727468c5a1f458d" /><Relationship Type="http://schemas.openxmlformats.org/officeDocument/2006/relationships/notesMaster" Target="/ppt/notesMasters/notesMaster1.xml" Id="R6fb0c2005a924f2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e76820b22c74f68" /><Relationship Type="http://schemas.openxmlformats.org/officeDocument/2006/relationships/notesMaster" Target="/ppt/notesMasters/notesMaster1.xml" Id="R72fea3a551ae480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cf3d35f267d4cb4" /><Relationship Type="http://schemas.openxmlformats.org/officeDocument/2006/relationships/notesMaster" Target="/ppt/notesMasters/notesMaster1.xml" Id="R25dd49486ef9479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3f6543e251e4685" /><Relationship Type="http://schemas.openxmlformats.org/officeDocument/2006/relationships/notesMaster" Target="/ppt/notesMasters/notesMaster1.xml" Id="Rc708bae3ce43495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fc95d6b2bbd47f6" /><Relationship Type="http://schemas.openxmlformats.org/officeDocument/2006/relationships/notesMaster" Target="/ppt/notesMasters/notesMaster1.xml" Id="R6c6afbd6352f442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01429ad154b40d9" /><Relationship Type="http://schemas.openxmlformats.org/officeDocument/2006/relationships/notesMaster" Target="/ppt/notesMasters/notesMaster1.xml" Id="R3312f6411e2b42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00:45–01:30. State the premise: a containment change must show what it prevents, what it preserves and what remains unresolved. Participants review the proposed containment change and its acceptance evidence. Admission constrains future changes; network controls constrain connectivity; RBAC constrains API actions; application/runtime controls address tool execution. Evidence and availability guide human approval. The session tests intent coverage, independently expected behavior and operational boundaries. Teams leave with an intent-to-control map, a justified approval decision and a recovery playbook. The rounds make the distinction observable, including for governance and leadership participants who do not write Kubernetes 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01:30–02:30. Each table assigns an incident lead, recorder, analyst and independent reviewer. Six seats max, 12 tables max, no laptops required. The independent reviewer states a concern before each decision. Vivek records case selections and visits tables that have not produced an artifact. Use the clock, not slide count, to advance. The new participant pack replaces the assigned-case mechanics in the old room kit.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02:30–03:15. State that the incident context is fictional and uses existing repository workload fixtures. The workload names come from the lab. Define a Pod as the unit running one or more containers, and a ServiceAccount as the identity its tools can use. The constraint is ongoing service availability during scoped containment. Workload names are retained from the repository fixtures for traceability.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03:15–04:15. Every table has the four-case participant pack and selects one case. Do not disclose causes yet. A/B/C use excerpted reference PRs and fixture simulation results. D extends scenarios/05-secret-enumeration.md into an RBAC boundary exercise. D has no generated Kyverno PR or executed lab proof; it asks the team to identify the unimplemented clause and request the appropriate manual review.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04:15–05:00.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05:00–06:00. Explain that the exercise evaluates the quality of a documented containment decision under different operational constraints. Self-score each item 0 or 1 only when it is written and can be defended; a co-presenter checks a sample before the final tally. Twelve core points reward complete review artifacts, not aggressive quarantine levels. The independent proposal review adds up to three points for identifying the limited test scope, naming the missing enforcement owner and acceptance evidence, and defending the exact authority granted or withheld. A justified bounded approval, revision, escalation or rejection can earn points. Use the current October 13 scorecard and sealed CONTROL-REVIEW handout. For equal scores, compare the evidence each team would require to revise its decision; do not treat scoring as a security assurance result. Do not treat points as a security assurance score. Source: submission/2026-10-13/REVIEW-SCORECARD.pdf.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approver.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44a4542cf104a2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89b52e52e649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87bf92b22d040d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31f3d6d04545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add8a98b5b428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de5268d49f47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8CF126A-4AED-4412-BBEF-F828D860B5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B0049E8-7AAA-4734-A299-FD8E451CE33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F5E5C7A-A786-4BB9-9C9F-16DFCA52C08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D35CDB-5E61-4804-BE67-2F33977046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771CAB-82F9-464F-8834-E00B8B98C1A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6E40093-0E55-4E80-94FD-EF5149479F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656B2D-3BB8-478D-A4B6-A6FA5F764D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5894F7-E33F-4F4B-9300-DBAC4731517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14E91E-D09A-4A61-86C2-FEBFB33D80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E9B3E0-9950-4A66-91F2-050E5C08EE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7f539cf5ea41e2" /><Relationship Type="http://schemas.openxmlformats.org/officeDocument/2006/relationships/slideLayout" Target="/ppt/slideLayouts/slideLayout1.xml" Id="R36a3f6ffd6104d75" /><Relationship Type="http://schemas.openxmlformats.org/officeDocument/2006/relationships/slideLayout" Target="/ppt/slideLayouts/slideLayout2.xml" Id="R1ba86965f5be4a8c" /><Relationship Type="http://schemas.openxmlformats.org/officeDocument/2006/relationships/slideLayout" Target="/ppt/slideLayouts/slideLayout3.xml" Id="R656902128c224e58" /><Relationship Type="http://schemas.openxmlformats.org/officeDocument/2006/relationships/slideLayout" Target="/ppt/slideLayouts/slideLayout4.xml" Id="R3f478347b84048f8" /><Relationship Type="http://schemas.openxmlformats.org/officeDocument/2006/relationships/slideLayout" Target="/ppt/slideLayouts/slideLayout5.xml" Id="Ra99956d649904bb0" /><Relationship Type="http://schemas.openxmlformats.org/officeDocument/2006/relationships/slideLayout" Target="/ppt/slideLayouts/slideLayout6.xml" Id="R0a3ccc1e3b0146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a3f6ffd6104d75"/>
    <p:sldLayoutId xmlns:r="http://schemas.openxmlformats.org/officeDocument/2006/relationships" id="2147483650" r:id="R1ba86965f5be4a8c"/>
    <p:sldLayoutId xmlns:r="http://schemas.openxmlformats.org/officeDocument/2006/relationships" id="2147483651" r:id="R656902128c224e58"/>
    <p:sldLayoutId xmlns:r="http://schemas.openxmlformats.org/officeDocument/2006/relationships" id="2147483652" r:id="R3f478347b84048f8"/>
    <p:sldLayoutId xmlns:r="http://schemas.openxmlformats.org/officeDocument/2006/relationships" id="2147483653" r:id="Ra99956d649904bb0"/>
    <p:sldLayoutId xmlns:r="http://schemas.openxmlformats.org/officeDocument/2006/relationships" id="2147483654" r:id="R0a3ccc1e3b0146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94688cb49a54917" /><Relationship Type="http://schemas.openxmlformats.org/officeDocument/2006/relationships/image" Target="/ppt/media/image.png" Id="R9f3cd71dcd3d4750" /><Relationship Type="http://schemas.openxmlformats.org/officeDocument/2006/relationships/notesSlide" Target="/ppt/notesSlides/notesSlide1.xml" Id="Rdb8ffe83d47540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058cdbe8ed4ab2" /><Relationship Type="http://schemas.openxmlformats.org/officeDocument/2006/relationships/notesSlide" Target="/ppt/notesSlides/notesSlide2.xml" Id="R92fbff4d79cc482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e333de2622f43fc" /><Relationship Type="http://schemas.openxmlformats.org/officeDocument/2006/relationships/notesSlide" Target="/ppt/notesSlides/notesSlide3.xml" Id="R20564d0b453641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bb5173e9b045cc" /><Relationship Type="http://schemas.openxmlformats.org/officeDocument/2006/relationships/notesSlide" Target="/ppt/notesSlides/notesSlide4.xml" Id="R96a48baca50e43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a9ac21461c94c0e" /><Relationship Type="http://schemas.openxmlformats.org/officeDocument/2006/relationships/notesSlide" Target="/ppt/notesSlides/notesSlide5.xml" Id="R9de2ff6764c844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315b91316442ef" /><Relationship Type="http://schemas.openxmlformats.org/officeDocument/2006/relationships/notesSlide" Target="/ppt/notesSlides/notesSlide6.xml" Id="R65df8630802341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7566b2ac78f4822" /><Relationship Type="http://schemas.openxmlformats.org/officeDocument/2006/relationships/notesSlide" Target="/ppt/notesSlides/notesSlide7.xml" Id="Rdd0c783fe4634c6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5abc3f54fd44f1d" /><Relationship Type="http://schemas.openxmlformats.org/officeDocument/2006/relationships/image" Target="/ppt/media/image2.png" Id="Rab3ad606c288425d" /><Relationship Type="http://schemas.openxmlformats.org/officeDocument/2006/relationships/notesSlide" Target="/ppt/notesSlides/notesSlide8.xml" Id="R78fe962b680943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56490c3e527422f" /><Relationship Type="http://schemas.openxmlformats.org/officeDocument/2006/relationships/notesSlide" Target="/ppt/notesSlides/notesSlide9.xml" Id="Rd2fe022581a441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bfd5a7ad0f5498e" /><Relationship Type="http://schemas.openxmlformats.org/officeDocument/2006/relationships/notesSlide" Target="/ppt/notesSlides/notesSlide10.xml" Id="Rc7bad93726ae4f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493f2c051fb4482" /><Relationship Type="http://schemas.openxmlformats.org/officeDocument/2006/relationships/notesSlide" Target="/ppt/notesSlides/notesSlide11.xml" Id="Rb02fe77779a34c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02a35c048b34882" /><Relationship Type="http://schemas.openxmlformats.org/officeDocument/2006/relationships/notesSlide" Target="/ppt/notesSlides/notesSlide12.xml" Id="R1e202010326b45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a74ffec085d49d6" /><Relationship Type="http://schemas.openxmlformats.org/officeDocument/2006/relationships/notesSlide" Target="/ppt/notesSlides/notesSlide13.xml" Id="R77605103497a448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ccdb080aae14294" /><Relationship Type="http://schemas.openxmlformats.org/officeDocument/2006/relationships/notesSlide" Target="/ppt/notesSlides/notesSlide14.xml" Id="R79f65b79e0874dc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f4073f689674597" /><Relationship Type="http://schemas.openxmlformats.org/officeDocument/2006/relationships/notesSlide" Target="/ppt/notesSlides/notesSlide15.xml" Id="R7f94700700eb4fd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9af0558edbf499f" /><Relationship Type="http://schemas.openxmlformats.org/officeDocument/2006/relationships/image" Target="/ppt/media/image3.png" Id="Rf07bad49c5e44d01" /><Relationship Type="http://schemas.openxmlformats.org/officeDocument/2006/relationships/notesSlide" Target="/ppt/notesSlides/notesSlide16.xml" Id="Rbd810851a93743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a54a80b5d5d4395" /><Relationship Type="http://schemas.openxmlformats.org/officeDocument/2006/relationships/notesSlide" Target="/ppt/notesSlides/notesSlide17.xml" Id="Rd31d89e2a62043d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4696defb8af43bb" /><Relationship Type="http://schemas.openxmlformats.org/officeDocument/2006/relationships/notesSlide" Target="/ppt/notesSlides/notesSlide18.xml" Id="Ra80d232e196847d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7228283d1df4722" /><Relationship Type="http://schemas.openxmlformats.org/officeDocument/2006/relationships/image" Target="/ppt/media/image4.png" Id="R563b5577f3094df3" /><Relationship Type="http://schemas.openxmlformats.org/officeDocument/2006/relationships/notesSlide" Target="/ppt/notesSlides/notesSlide19.xml" Id="R429eeb7a5dc1429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86a914e2b31478c" /><Relationship Type="http://schemas.openxmlformats.org/officeDocument/2006/relationships/image" Target="/ppt/media/image5.png" Id="Re885a9cd526a4aee" /><Relationship Type="http://schemas.openxmlformats.org/officeDocument/2006/relationships/notesSlide" Target="/ppt/notesSlides/notesSlide20.xml" Id="R9f02ae4d914d4f6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7fb2dafa17345a1" /><Relationship Type="http://schemas.openxmlformats.org/officeDocument/2006/relationships/image" Target="/ppt/media/image6.png" Id="Rc4455e72468746b5" /><Relationship Type="http://schemas.openxmlformats.org/officeDocument/2006/relationships/notesSlide" Target="/ppt/notesSlides/notesSlide21.xml" Id="Rd8291c1c673c442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dd15b8fd77b4d03" /><Relationship Type="http://schemas.openxmlformats.org/officeDocument/2006/relationships/image" Target="/ppt/media/image7.png" Id="R18473ab05eec4088" /><Relationship Type="http://schemas.openxmlformats.org/officeDocument/2006/relationships/notesSlide" Target="/ppt/notesSlides/notesSlide22.xml" Id="Rf633f8711bbd427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e684e0284784ba1" /><Relationship Type="http://schemas.openxmlformats.org/officeDocument/2006/relationships/notesSlide" Target="/ppt/notesSlides/notesSlide23.xml" Id="Ra96694e95d514f7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0cb6814b9b1415d" /><Relationship Type="http://schemas.openxmlformats.org/officeDocument/2006/relationships/notesSlide" Target="/ppt/notesSlides/notesSlide24.xml" Id="Re6567c54a93a46e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86d40c941b04eae" /><Relationship Type="http://schemas.openxmlformats.org/officeDocument/2006/relationships/notesSlide" Target="/ppt/notesSlides/notesSlide25.xml" Id="R6c9c29d3128b43a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6692d177cc440b4" /><Relationship Type="http://schemas.openxmlformats.org/officeDocument/2006/relationships/notesSlide" Target="/ppt/notesSlides/notesSlide26.xml" Id="R5e0880c2c21b436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860006ee1c1416c" /><Relationship Type="http://schemas.openxmlformats.org/officeDocument/2006/relationships/image" Target="/ppt/media/image8.png" Id="R2584378dfdda4f28" /><Relationship Type="http://schemas.openxmlformats.org/officeDocument/2006/relationships/notesSlide" Target="/ppt/notesSlides/notesSlide27.xml" Id="R423bd88494c742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e26336af13d4299" /><Relationship Type="http://schemas.openxmlformats.org/officeDocument/2006/relationships/notesSlide" Target="/ppt/notesSlides/notesSlide28.xml" Id="R66c4d1739b014b2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5734bb972bb4b3c" /><Relationship Type="http://schemas.openxmlformats.org/officeDocument/2006/relationships/notesSlide" Target="/ppt/notesSlides/notesSlide29.xml" Id="R658c89cb399f431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f331570ea084420" /><Relationship Type="http://schemas.openxmlformats.org/officeDocument/2006/relationships/notesSlide" Target="/ppt/notesSlides/notesSlide30.xml" Id="R13ebf64eba17440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753cbfc2e4f4013" /><Relationship Type="http://schemas.openxmlformats.org/officeDocument/2006/relationships/notesSlide" Target="/ppt/notesSlides/notesSlide31.xml" Id="R8f834928eaf34cd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c0cd75c497846e1" /><Relationship Type="http://schemas.openxmlformats.org/officeDocument/2006/relationships/notesSlide" Target="/ppt/notesSlides/notesSlide32.xml" Id="Re3705aaa6d544ab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262034f8d994144" /><Relationship Type="http://schemas.openxmlformats.org/officeDocument/2006/relationships/notesSlide" Target="/ppt/notesSlides/notesSlide33.xml" Id="Ra2af21555b8142e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13399bbd3be4a45" /><Relationship Type="http://schemas.openxmlformats.org/officeDocument/2006/relationships/notesSlide" Target="/ppt/notesSlides/notesSlide34.xml" Id="R1f8fb50e70a14b6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7ccaffbc4f44284" /><Relationship Type="http://schemas.openxmlformats.org/officeDocument/2006/relationships/notesSlide" Target="/ppt/notesSlides/notesSlide35.xml" Id="R28356c3f2dbb4f4f"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CE7A736-B541-4BAD-B778-DD93391AB78C}"/>
              </a:ext>
            </a:extLst>
          </p:cNvPr>
          <p:cNvPicPr>
            <a:picLocks xmlns:a="http://schemas.openxmlformats.org/drawingml/2006/main" noChangeAspect="1"/>
          </p:cNvPicPr>
          <p:nvPr/>
        </p:nvPicPr>
        <p:blipFill>
          <a:blip xmlns:r="http://schemas.openxmlformats.org/officeDocument/2006/relationships" xmlns:a="http://schemas.openxmlformats.org/drawingml/2006/main" r:embed="R9f3cd71dcd3d475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9CAE568B-BDFA-435A-BEE9-4509D5B74EF5}"/>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ADC20A2E-FFE8-420E-BB0F-F3F0E93E7727}"/>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A467AF28-C47F-4D8F-BC3F-1F40F0F8A804}"/>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7B879140-B8AE-47E3-9DDA-89D3D55E3AAF}"/>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1679EAF7-AB33-4FE3-8D8F-0B12BEB25535}"/>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A769BFF3-14A7-47F7-AA76-68877F1730CD}"/>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12949881-544D-46F1-AEDF-B4BB9081613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0F60F439-2C7A-4EB3-A859-900D81B1993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249672951"/>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THE PREMISE">
            <a:extLst xmlns:a="http://schemas.openxmlformats.org/drawingml/2006/main">
              <a:ext uri="{FF2B5EF4-FFF2-40B4-BE49-F238E27FC236}">
                <a16:creationId xmlns:a16="http://schemas.microsoft.com/office/drawing/2014/main" id="{DBA496B3-E268-4963-8ADB-F0B658AFB37B}"/>
              </a:ext>
            </a:extLst>
          </p:cNvPr>
          <p:cNvSpPr>
            <a:spLocks xmlns:a="http://schemas.openxmlformats.org/drawingml/2006/main" noGrp="1"/>
          </p:cNvSpPr>
          <p:nvPr/>
        </p:nvSpPr>
        <p:spPr>
          <a:xfrm xmlns:a="http://schemas.openxmlformats.org/drawingml/2006/main">
            <a:off x="609600" y="4762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THE PREMISE</a:t>
            </a:r>
          </a:p>
        </p:txBody>
      </p:sp>
      <p:sp>
        <p:nvSpPr>
          <p:cNvPr id="2" name="IDENTITY&#10;WORKLOAD&#10;CONTROL PLANE">
            <a:extLst xmlns:a="http://schemas.openxmlformats.org/drawingml/2006/main">
              <a:ext uri="{FF2B5EF4-FFF2-40B4-BE49-F238E27FC236}">
                <a16:creationId xmlns:a16="http://schemas.microsoft.com/office/drawing/2014/main" id="{0D64CF92-EE8C-4ED5-82EB-75FE0FD3C200}"/>
              </a:ext>
            </a:extLst>
          </p:cNvPr>
          <p:cNvSpPr>
            <a:spLocks xmlns:a="http://schemas.openxmlformats.org/drawingml/2006/main" noGrp="1"/>
          </p:cNvSpPr>
          <p:nvPr/>
        </p:nvSpPr>
        <p:spPr>
          <a:xfrm xmlns:a="http://schemas.openxmlformats.org/drawingml/2006/main">
            <a:off x="609600" y="1600200"/>
            <a:ext cx="69532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IDENTITY</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WORKLOAD</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CONTROL PLANE</a:t>
            </a:r>
          </a:p>
        </p:txBody>
      </p:sp>
      <p:sp>
        <p:nvSpPr>
          <p:cNvPr id="3" name="Which actions must&#10;be restricted?">
            <a:extLst xmlns:a="http://schemas.openxmlformats.org/drawingml/2006/main">
              <a:ext uri="{FF2B5EF4-FFF2-40B4-BE49-F238E27FC236}">
                <a16:creationId xmlns:a16="http://schemas.microsoft.com/office/drawing/2014/main" id="{EFE37C98-1D06-456D-BBBB-4D83651BA7F0}"/>
              </a:ext>
            </a:extLst>
          </p:cNvPr>
          <p:cNvSpPr>
            <a:spLocks xmlns:a="http://schemas.openxmlformats.org/drawingml/2006/main" noGrp="1"/>
          </p:cNvSpPr>
          <p:nvPr/>
        </p:nvSpPr>
        <p:spPr>
          <a:xfrm xmlns:a="http://schemas.openxmlformats.org/drawingml/2006/main">
            <a:off x="7620000" y="1990725"/>
            <a:ext cx="38481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B1822"/>
                </a:solidFill>
                <a:latin typeface="Arial"/>
                <a:ea typeface="Arial"/>
                <a:cs typeface="Arial"/>
              </a:defRPr>
            </a:defPPr>
          </a:lstStyle>
          <a:p xmlns:a="http://schemas.openxmlformats.org/drawingml/2006/main">
            <a:pPr>
              <a:defRPr sz="2325" b="1">
                <a:solidFill>
                  <a:srgbClr val="0B1822"/>
                </a:solidFill>
                <a:latin typeface="Arial"/>
                <a:ea typeface="Arial"/>
                <a:cs typeface="Arial"/>
              </a:defRPr>
            </a:pPr>
            <a:r>
              <a:rPr sz="2325" b="1">
                <a:solidFill>
                  <a:srgbClr val="0B1822"/>
                </a:solidFill>
                <a:latin typeface="Arial"/>
                <a:ea typeface="Arial"/>
                <a:cs typeface="Arial"/>
              </a:rPr>
              <a:t>Which actions must</a:t>
            </a:r>
          </a:p>
          <a:p xmlns:a="http://schemas.openxmlformats.org/drawingml/2006/main">
            <a:pPr>
              <a:defRPr sz="2325" b="1">
                <a:solidFill>
                  <a:srgbClr val="0B1822"/>
                </a:solidFill>
                <a:latin typeface="Arial"/>
                <a:ea typeface="Arial"/>
                <a:cs typeface="Arial"/>
              </a:defRPr>
            </a:pPr>
            <a:r>
              <a:rPr sz="2325" b="1">
                <a:solidFill>
                  <a:srgbClr val="0B1822"/>
                </a:solidFill>
                <a:latin typeface="Arial"/>
                <a:ea typeface="Arial"/>
                <a:cs typeface="Arial"/>
              </a:rPr>
              <a:t>be restricted?</a:t>
            </a:r>
          </a:p>
        </p:txBody>
      </p:sp>
      <p:sp>
        <p:nvSpPr>
          <p:cNvPr id="4" name="Which dependencies&#10;must remain available?">
            <a:extLst xmlns:a="http://schemas.openxmlformats.org/drawingml/2006/main">
              <a:ext uri="{FF2B5EF4-FFF2-40B4-BE49-F238E27FC236}">
                <a16:creationId xmlns:a16="http://schemas.microsoft.com/office/drawing/2014/main" id="{BE3AD52B-9ADB-45F9-907C-F1FE3BE9544D}"/>
              </a:ext>
            </a:extLst>
          </p:cNvPr>
          <p:cNvSpPr>
            <a:spLocks xmlns:a="http://schemas.openxmlformats.org/drawingml/2006/main" noGrp="1"/>
          </p:cNvSpPr>
          <p:nvPr/>
        </p:nvSpPr>
        <p:spPr>
          <a:xfrm xmlns:a="http://schemas.openxmlformats.org/drawingml/2006/main">
            <a:off x="7810500" y="3705225"/>
            <a:ext cx="3524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87E79"/>
                </a:solidFill>
                <a:latin typeface="Arial"/>
                <a:ea typeface="Arial"/>
                <a:cs typeface="Arial"/>
              </a:defRPr>
            </a:defPPr>
          </a:lstStyle>
          <a:p xmlns:a="http://schemas.openxmlformats.org/drawingml/2006/main">
            <a:pPr>
              <a:defRPr sz="2175" b="0">
                <a:solidFill>
                  <a:srgbClr val="087E79"/>
                </a:solidFill>
                <a:latin typeface="Arial"/>
                <a:ea typeface="Arial"/>
                <a:cs typeface="Arial"/>
              </a:defRPr>
            </a:pPr>
            <a:r>
              <a:rPr sz="2175" b="0">
                <a:solidFill>
                  <a:srgbClr val="087E79"/>
                </a:solidFill>
                <a:latin typeface="Arial"/>
                <a:ea typeface="Arial"/>
                <a:cs typeface="Arial"/>
              </a:rPr>
              <a:t>Which dependencies</a:t>
            </a:r>
          </a:p>
          <a:p xmlns:a="http://schemas.openxmlformats.org/drawingml/2006/main">
            <a:pPr>
              <a:defRPr sz="2175" b="0">
                <a:solidFill>
                  <a:srgbClr val="087E79"/>
                </a:solidFill>
                <a:latin typeface="Arial"/>
                <a:ea typeface="Arial"/>
                <a:cs typeface="Arial"/>
              </a:defRPr>
            </a:pPr>
            <a:r>
              <a:rPr sz="2175" b="0">
                <a:solidFill>
                  <a:srgbClr val="087E79"/>
                </a:solidFill>
                <a:latin typeface="Arial"/>
                <a:ea typeface="Arial"/>
                <a:cs typeface="Arial"/>
              </a:rPr>
              <a:t>must remain available?</a:t>
            </a:r>
          </a:p>
        </p:txBody>
      </p:sp>
      <p:sp>
        <p:nvSpPr>
          <p:cNvPr id="5" name="Record the requirement, enforcement layer and ac">
            <a:extLst xmlns:a="http://schemas.openxmlformats.org/drawingml/2006/main">
              <a:ext uri="{FF2B5EF4-FFF2-40B4-BE49-F238E27FC236}">
                <a16:creationId xmlns:a16="http://schemas.microsoft.com/office/drawing/2014/main" id="{927541E0-71EF-4AFD-AE13-3C31C6982974}"/>
              </a:ext>
            </a:extLst>
          </p:cNvPr>
          <p:cNvSpPr>
            <a:spLocks xmlns:a="http://schemas.openxmlformats.org/drawingml/2006/main" noGrp="1"/>
          </p:cNvSpPr>
          <p:nvPr/>
        </p:nvSpPr>
        <p:spPr>
          <a:xfrm xmlns:a="http://schemas.openxmlformats.org/drawingml/2006/main">
            <a:off x="628650" y="57245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Record the requirement, enforcement layer and acceptance evidence.</a:t>
            </a:r>
          </a:p>
        </p:txBody>
      </p:sp>
      <p:sp>
        <p:nvSpPr>
          <p:cNvPr id="6" name="ISC2 SECURITY CONGRESS 2026 / SC2632">
            <a:extLst xmlns:a="http://schemas.openxmlformats.org/drawingml/2006/main">
              <a:ext uri="{FF2B5EF4-FFF2-40B4-BE49-F238E27FC236}">
                <a16:creationId xmlns:a16="http://schemas.microsoft.com/office/drawing/2014/main" id="{822ADCD1-C84E-4173-8FCC-D221FF1EF9F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02">
            <a:extLst xmlns:a="http://schemas.openxmlformats.org/drawingml/2006/main">
              <a:ext uri="{FF2B5EF4-FFF2-40B4-BE49-F238E27FC236}">
                <a16:creationId xmlns:a16="http://schemas.microsoft.com/office/drawing/2014/main" id="{F82696C4-2273-46B7-80D7-F5D7ECD9AE4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1630407188"/>
      </p:ext>
    </p:extLst>
  </p:cSld>
</p:sld>
</file>

<file path=ppt/slides/slide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6" name="SESSION STRUCTURE / 60 MINUTES">
            <a:extLst xmlns:a="http://schemas.openxmlformats.org/drawingml/2006/main">
              <a:ext uri="{FF2B5EF4-FFF2-40B4-BE49-F238E27FC236}">
                <a16:creationId xmlns:a16="http://schemas.microsoft.com/office/drawing/2014/main" id="{1F705328-9366-482F-AE45-33F638D54779}"/>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STRUCTURE / 60 MINUTES</a:t>
            </a:r>
          </a:p>
        </p:txBody>
      </p:sp>
      <p:sp>
        <p:nvSpPr>
          <p:cNvPr id="2" name="Review a&#10;containment change.">
            <a:extLst xmlns:a="http://schemas.openxmlformats.org/drawingml/2006/main">
              <a:ext uri="{FF2B5EF4-FFF2-40B4-BE49-F238E27FC236}">
                <a16:creationId xmlns:a16="http://schemas.microsoft.com/office/drawing/2014/main" id="{2587A87A-A02E-4374-A445-E12636F1F28E}"/>
              </a:ext>
            </a:extLst>
          </p:cNvPr>
          <p:cNvSpPr>
            <a:spLocks xmlns:a="http://schemas.openxmlformats.org/drawingml/2006/main" noGrp="1"/>
          </p:cNvSpPr>
          <p:nvPr/>
        </p:nvSpPr>
        <p:spPr>
          <a:xfrm xmlns:a="http://schemas.openxmlformats.org/drawingml/2006/main">
            <a:off x="609600" y="1190625"/>
            <a:ext cx="6096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Review a</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containment change.</a:t>
            </a:r>
          </a:p>
        </p:txBody>
      </p:sp>
      <p:sp>
        <p:nvSpPr>
          <p:cNvPr id="3" name="Incident lead. Recorder. Analyst. Independent re">
            <a:extLst xmlns:a="http://schemas.openxmlformats.org/drawingml/2006/main">
              <a:ext uri="{FF2B5EF4-FFF2-40B4-BE49-F238E27FC236}">
                <a16:creationId xmlns:a16="http://schemas.microsoft.com/office/drawing/2014/main" id="{CBF43BEE-A21E-428A-8E41-5FB985C31B02}"/>
              </a:ext>
            </a:extLst>
          </p:cNvPr>
          <p:cNvSpPr>
            <a:spLocks xmlns:a="http://schemas.openxmlformats.org/drawingml/2006/main" noGrp="1"/>
          </p:cNvSpPr>
          <p:nvPr/>
        </p:nvSpPr>
        <p:spPr>
          <a:xfrm xmlns:a="http://schemas.openxmlformats.org/drawingml/2006/main">
            <a:off x="628650" y="35337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Incident lead. Recorder. Analyst. Independent reviewer.</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The independent reviewer states a concern before each decision.</a:t>
            </a:r>
          </a:p>
        </p:txBody>
      </p:sp>
      <p:sp>
        <p:nvSpPr>
          <p:cNvPr id="4" name="00–06">
            <a:extLst xmlns:a="http://schemas.openxmlformats.org/drawingml/2006/main">
              <a:ext uri="{FF2B5EF4-FFF2-40B4-BE49-F238E27FC236}">
                <a16:creationId xmlns:a16="http://schemas.microsoft.com/office/drawing/2014/main" id="{B7ABE5FF-7E65-4844-9EA0-3A18ACA9155E}"/>
              </a:ext>
            </a:extLst>
          </p:cNvPr>
          <p:cNvSpPr>
            <a:spLocks xmlns:a="http://schemas.openxmlformats.org/drawingml/2006/main" noGrp="1"/>
          </p:cNvSpPr>
          <p:nvPr/>
        </p:nvSpPr>
        <p:spPr>
          <a:xfrm xmlns:a="http://schemas.openxmlformats.org/drawingml/2006/main">
            <a:off x="6991350" y="13335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00–06</a:t>
            </a:r>
          </a:p>
        </p:txBody>
      </p:sp>
      <p:sp>
        <p:nvSpPr>
          <p:cNvPr id="5" name="Briefing, case and constraint choice">
            <a:extLst xmlns:a="http://schemas.openxmlformats.org/drawingml/2006/main">
              <a:ext uri="{FF2B5EF4-FFF2-40B4-BE49-F238E27FC236}">
                <a16:creationId xmlns:a16="http://schemas.microsoft.com/office/drawing/2014/main" id="{B24254A6-1ABE-4641-96A3-BDC946AC8106}"/>
              </a:ext>
            </a:extLst>
          </p:cNvPr>
          <p:cNvSpPr>
            <a:spLocks xmlns:a="http://schemas.openxmlformats.org/drawingml/2006/main" noGrp="1"/>
          </p:cNvSpPr>
          <p:nvPr/>
        </p:nvSpPr>
        <p:spPr>
          <a:xfrm xmlns:a="http://schemas.openxmlformats.org/drawingml/2006/main">
            <a:off x="8705850" y="13335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Briefing, case and constraint choice</a:t>
            </a:r>
          </a:p>
        </p:txBody>
      </p:sp>
      <p:sp>
        <p:nvSpPr>
          <p:cNvPr id="6" name="06–18">
            <a:extLst xmlns:a="http://schemas.openxmlformats.org/drawingml/2006/main">
              <a:ext uri="{FF2B5EF4-FFF2-40B4-BE49-F238E27FC236}">
                <a16:creationId xmlns:a16="http://schemas.microsoft.com/office/drawing/2014/main" id="{7DA63856-D97E-422E-A3B6-1E62F5A7B1CA}"/>
              </a:ext>
            </a:extLst>
          </p:cNvPr>
          <p:cNvSpPr>
            <a:spLocks xmlns:a="http://schemas.openxmlformats.org/drawingml/2006/main" noGrp="1"/>
          </p:cNvSpPr>
          <p:nvPr/>
        </p:nvSpPr>
        <p:spPr>
          <a:xfrm xmlns:a="http://schemas.openxmlformats.org/drawingml/2006/main">
            <a:off x="6991350" y="22479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06–18</a:t>
            </a:r>
          </a:p>
        </p:txBody>
      </p:sp>
      <p:sp>
        <p:nvSpPr>
          <p:cNvPr id="7" name="Intent, compilation demonstration, PR review">
            <a:extLst xmlns:a="http://schemas.openxmlformats.org/drawingml/2006/main">
              <a:ext uri="{FF2B5EF4-FFF2-40B4-BE49-F238E27FC236}">
                <a16:creationId xmlns:a16="http://schemas.microsoft.com/office/drawing/2014/main" id="{DB6F6695-3AF3-4BFD-A351-C09B586F7E75}"/>
              </a:ext>
            </a:extLst>
          </p:cNvPr>
          <p:cNvSpPr>
            <a:spLocks xmlns:a="http://schemas.openxmlformats.org/drawingml/2006/main" noGrp="1"/>
          </p:cNvSpPr>
          <p:nvPr/>
        </p:nvSpPr>
        <p:spPr>
          <a:xfrm xmlns:a="http://schemas.openxmlformats.org/drawingml/2006/main">
            <a:off x="8705850" y="22479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Intent, compilation demonstration, PR review</a:t>
            </a:r>
          </a:p>
        </p:txBody>
      </p:sp>
      <p:sp>
        <p:nvSpPr>
          <p:cNvPr id="8" name="18–26">
            <a:extLst xmlns:a="http://schemas.openxmlformats.org/drawingml/2006/main">
              <a:ext uri="{FF2B5EF4-FFF2-40B4-BE49-F238E27FC236}">
                <a16:creationId xmlns:a16="http://schemas.microsoft.com/office/drawing/2014/main" id="{E6C8DFB2-1F19-463C-ACFB-166E097D0232}"/>
              </a:ext>
            </a:extLst>
          </p:cNvPr>
          <p:cNvSpPr>
            <a:spLocks xmlns:a="http://schemas.openxmlformats.org/drawingml/2006/main" noGrp="1"/>
          </p:cNvSpPr>
          <p:nvPr/>
        </p:nvSpPr>
        <p:spPr>
          <a:xfrm xmlns:a="http://schemas.openxmlformats.org/drawingml/2006/main">
            <a:off x="6991350" y="3162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18–26</a:t>
            </a:r>
          </a:p>
        </p:txBody>
      </p:sp>
      <p:sp>
        <p:nvSpPr>
          <p:cNvPr id="9" name="Exceptions and rollout">
            <a:extLst xmlns:a="http://schemas.openxmlformats.org/drawingml/2006/main">
              <a:ext uri="{FF2B5EF4-FFF2-40B4-BE49-F238E27FC236}">
                <a16:creationId xmlns:a16="http://schemas.microsoft.com/office/drawing/2014/main" id="{6EB5EFAE-A335-4663-8623-80ADD79761AE}"/>
              </a:ext>
            </a:extLst>
          </p:cNvPr>
          <p:cNvSpPr>
            <a:spLocks xmlns:a="http://schemas.openxmlformats.org/drawingml/2006/main" noGrp="1"/>
          </p:cNvSpPr>
          <p:nvPr/>
        </p:nvSpPr>
        <p:spPr>
          <a:xfrm xmlns:a="http://schemas.openxmlformats.org/drawingml/2006/main">
            <a:off x="8705850" y="31623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Exceptions and rollout</a:t>
            </a:r>
          </a:p>
        </p:txBody>
      </p:sp>
      <p:sp>
        <p:nvSpPr>
          <p:cNvPr id="10" name="26–38">
            <a:extLst xmlns:a="http://schemas.openxmlformats.org/drawingml/2006/main">
              <a:ext uri="{FF2B5EF4-FFF2-40B4-BE49-F238E27FC236}">
                <a16:creationId xmlns:a16="http://schemas.microsoft.com/office/drawing/2014/main" id="{389434D9-A260-493A-8116-F7DF8F772C72}"/>
              </a:ext>
            </a:extLst>
          </p:cNvPr>
          <p:cNvSpPr>
            <a:spLocks xmlns:a="http://schemas.openxmlformats.org/drawingml/2006/main" noGrp="1"/>
          </p:cNvSpPr>
          <p:nvPr/>
        </p:nvSpPr>
        <p:spPr>
          <a:xfrm xmlns:a="http://schemas.openxmlformats.org/drawingml/2006/main">
            <a:off x="6991350" y="40767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26–38</a:t>
            </a:r>
          </a:p>
        </p:txBody>
      </p:sp>
      <p:sp>
        <p:nvSpPr>
          <p:cNvPr id="11" name="Containment and late evidence">
            <a:extLst xmlns:a="http://schemas.openxmlformats.org/drawingml/2006/main">
              <a:ext uri="{FF2B5EF4-FFF2-40B4-BE49-F238E27FC236}">
                <a16:creationId xmlns:a16="http://schemas.microsoft.com/office/drawing/2014/main" id="{36605FCF-D5CD-42B2-A2AD-B1997F0C24DE}"/>
              </a:ext>
            </a:extLst>
          </p:cNvPr>
          <p:cNvSpPr>
            <a:spLocks xmlns:a="http://schemas.openxmlformats.org/drawingml/2006/main" noGrp="1"/>
          </p:cNvSpPr>
          <p:nvPr/>
        </p:nvSpPr>
        <p:spPr>
          <a:xfrm xmlns:a="http://schemas.openxmlformats.org/drawingml/2006/main">
            <a:off x="8705850" y="40767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Containment and late evidence</a:t>
            </a:r>
          </a:p>
        </p:txBody>
      </p:sp>
      <p:sp>
        <p:nvSpPr>
          <p:cNvPr id="12" name="38–60">
            <a:extLst xmlns:a="http://schemas.openxmlformats.org/drawingml/2006/main">
              <a:ext uri="{FF2B5EF4-FFF2-40B4-BE49-F238E27FC236}">
                <a16:creationId xmlns:a16="http://schemas.microsoft.com/office/drawing/2014/main" id="{31CFAEE3-0EAF-4146-96A4-FDF44401B6FB}"/>
              </a:ext>
            </a:extLst>
          </p:cNvPr>
          <p:cNvSpPr>
            <a:spLocks xmlns:a="http://schemas.openxmlformats.org/drawingml/2006/main" noGrp="1"/>
          </p:cNvSpPr>
          <p:nvPr/>
        </p:nvSpPr>
        <p:spPr>
          <a:xfrm xmlns:a="http://schemas.openxmlformats.org/drawingml/2006/main">
            <a:off x="6991350" y="49911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38–60</a:t>
            </a:r>
          </a:p>
        </p:txBody>
      </p:sp>
      <p:sp>
        <p:nvSpPr>
          <p:cNvPr id="13" name="Lab consequences, peer review and recovery">
            <a:extLst xmlns:a="http://schemas.openxmlformats.org/drawingml/2006/main">
              <a:ext uri="{FF2B5EF4-FFF2-40B4-BE49-F238E27FC236}">
                <a16:creationId xmlns:a16="http://schemas.microsoft.com/office/drawing/2014/main" id="{B2326C3F-3B20-4ECA-8246-A98D0B48B58C}"/>
              </a:ext>
            </a:extLst>
          </p:cNvPr>
          <p:cNvSpPr>
            <a:spLocks xmlns:a="http://schemas.openxmlformats.org/drawingml/2006/main" noGrp="1"/>
          </p:cNvSpPr>
          <p:nvPr/>
        </p:nvSpPr>
        <p:spPr>
          <a:xfrm xmlns:a="http://schemas.openxmlformats.org/drawingml/2006/main">
            <a:off x="8705850" y="49911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Lab consequences, peer review and recovery</a:t>
            </a:r>
          </a:p>
        </p:txBody>
      </p:sp>
      <p:sp>
        <p:nvSpPr>
          <p:cNvPr id="14" name="ISC2 SECURITY CONGRESS 2026 / SC2632">
            <a:extLst xmlns:a="http://schemas.openxmlformats.org/drawingml/2006/main">
              <a:ext uri="{FF2B5EF4-FFF2-40B4-BE49-F238E27FC236}">
                <a16:creationId xmlns:a16="http://schemas.microsoft.com/office/drawing/2014/main" id="{BD6A6269-1A84-4D58-99DF-7C76963D724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5" name="03">
            <a:extLst xmlns:a="http://schemas.openxmlformats.org/drawingml/2006/main">
              <a:ext uri="{FF2B5EF4-FFF2-40B4-BE49-F238E27FC236}">
                <a16:creationId xmlns:a16="http://schemas.microsoft.com/office/drawing/2014/main" id="{826B1099-3129-4EAB-AAD4-A9609CD45C8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03</a:t>
            </a:r>
          </a:p>
        </p:txBody>
      </p:sp>
    </p:spTree>
    <p:extLst>
      <p:ext uri="{BB962C8B-B14F-4D97-AF65-F5344CB8AC3E}">
        <p14:creationId xmlns:p14="http://schemas.microsoft.com/office/powerpoint/2010/main" val="1486581478"/>
      </p:ext>
    </p:extLst>
  </p:cSld>
</p:sld>
</file>

<file path=ppt/slides/slide4.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8" name="EXERCISE CONTEXT / SHARED PRODUCTION PLATFORM">
            <a:extLst xmlns:a="http://schemas.openxmlformats.org/drawingml/2006/main">
              <a:ext uri="{FF2B5EF4-FFF2-40B4-BE49-F238E27FC236}">
                <a16:creationId xmlns:a16="http://schemas.microsoft.com/office/drawing/2014/main" id="{664BCD21-FC4E-4AE0-8610-A0342AD4BE78}"/>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EXERCISE CONTEXT / SHARED PRODUCTION PLATFORM</a:t>
            </a:r>
          </a:p>
        </p:txBody>
      </p:sp>
      <p:sp>
        <p:nvSpPr>
          <p:cNvPr id="2" name="Unexpected workload activity">
            <a:extLst xmlns:a="http://schemas.openxmlformats.org/drawingml/2006/main">
              <a:ext uri="{FF2B5EF4-FFF2-40B4-BE49-F238E27FC236}">
                <a16:creationId xmlns:a16="http://schemas.microsoft.com/office/drawing/2014/main" id="{0C5C96BB-241F-4F59-9017-198D28646705}"/>
              </a:ext>
            </a:extLst>
          </p:cNvPr>
          <p:cNvSpPr>
            <a:spLocks xmlns:a="http://schemas.openxmlformats.org/drawingml/2006/main" noGrp="1"/>
          </p:cNvSpPr>
          <p:nvPr/>
        </p:nvSpPr>
        <p:spPr>
          <a:xfrm xmlns:a="http://schemas.openxmlformats.org/drawingml/2006/main">
            <a:off x="609600" y="1400175"/>
            <a:ext cx="1076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F2EFE7"/>
                </a:solidFill>
                <a:latin typeface="Arial Black"/>
                <a:ea typeface="Arial Black"/>
                <a:cs typeface="Arial Black"/>
              </a:defRPr>
            </a:defPPr>
          </a:lstStyle>
          <a:p xmlns:a="http://schemas.openxmlformats.org/drawingml/2006/main">
            <a:pPr>
              <a:defRPr sz="4200" b="1">
                <a:solidFill>
                  <a:srgbClr val="F2EFE7"/>
                </a:solidFill>
                <a:latin typeface="Arial Black"/>
                <a:ea typeface="Arial Black"/>
                <a:cs typeface="Arial Black"/>
              </a:defRPr>
            </a:pPr>
            <a:r>
              <a:rPr sz="4200" b="1">
                <a:solidFill>
                  <a:srgbClr val="F2EFE7"/>
                </a:solidFill>
                <a:latin typeface="Arial Black"/>
                <a:ea typeface="Arial Black"/>
                <a:cs typeface="Arial Black"/>
              </a:rPr>
              <a:t>Unexpected workload activity</a:t>
            </a:r>
          </a:p>
        </p:txBody>
      </p:sp>
      <p:sp>
        <p:nvSpPr>
          <p:cNvPr id="3" name="SCOPE&#10;UNCERTAIN">
            <a:extLst xmlns:a="http://schemas.openxmlformats.org/drawingml/2006/main">
              <a:ext uri="{FF2B5EF4-FFF2-40B4-BE49-F238E27FC236}">
                <a16:creationId xmlns:a16="http://schemas.microsoft.com/office/drawing/2014/main" id="{17AFF9FD-D36C-4B6A-A3D6-2F0CFE9FF67D}"/>
              </a:ext>
            </a:extLst>
          </p:cNvPr>
          <p:cNvSpPr>
            <a:spLocks xmlns:a="http://schemas.openxmlformats.org/drawingml/2006/main" noGrp="1"/>
          </p:cNvSpPr>
          <p:nvPr/>
        </p:nvSpPr>
        <p:spPr>
          <a:xfrm xmlns:a="http://schemas.openxmlformats.org/drawingml/2006/main">
            <a:off x="609600" y="2743200"/>
            <a:ext cx="685800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950" b="1">
                <a:solidFill>
                  <a:srgbClr val="FF795B"/>
                </a:solidFill>
                <a:latin typeface="Arial Black"/>
                <a:ea typeface="Arial Black"/>
                <a:cs typeface="Arial Black"/>
              </a:defRPr>
            </a:defPPr>
          </a:lstStyle>
          <a:p xmlns:a="http://schemas.openxmlformats.org/drawingml/2006/main">
            <a:pPr>
              <a:defRPr sz="4950" b="1">
                <a:solidFill>
                  <a:srgbClr val="FF795B"/>
                </a:solidFill>
                <a:latin typeface="Arial Black"/>
                <a:ea typeface="Arial Black"/>
                <a:cs typeface="Arial Black"/>
              </a:defRPr>
            </a:pPr>
            <a:r>
              <a:rPr sz="4950" b="1">
                <a:solidFill>
                  <a:srgbClr val="FF795B"/>
                </a:solidFill>
                <a:latin typeface="Arial Black"/>
                <a:ea typeface="Arial Black"/>
                <a:cs typeface="Arial Black"/>
              </a:rPr>
              <a:t>SCOPE</a:t>
            </a:r>
          </a:p>
          <a:p xmlns:a="http://schemas.openxmlformats.org/drawingml/2006/main">
            <a:pPr>
              <a:defRPr sz="4950" b="1">
                <a:solidFill>
                  <a:srgbClr val="FF795B"/>
                </a:solidFill>
                <a:latin typeface="Arial Black"/>
                <a:ea typeface="Arial Black"/>
                <a:cs typeface="Arial Black"/>
              </a:defRPr>
            </a:pPr>
            <a:r>
              <a:rPr sz="4950" b="1">
                <a:solidFill>
                  <a:srgbClr val="FF795B"/>
                </a:solidFill>
                <a:latin typeface="Arial Black"/>
                <a:ea typeface="Arial Black"/>
                <a:cs typeface="Arial Black"/>
              </a:rPr>
              <a:t>UNCERTAIN</a:t>
            </a:r>
          </a:p>
        </p:txBody>
      </p:sp>
      <p:sp>
        <p:nvSpPr>
          <p:cNvPr id="4" name="Several production services share the cluster.&#10;T">
            <a:extLst xmlns:a="http://schemas.openxmlformats.org/drawingml/2006/main">
              <a:ext uri="{FF2B5EF4-FFF2-40B4-BE49-F238E27FC236}">
                <a16:creationId xmlns:a16="http://schemas.microsoft.com/office/drawing/2014/main" id="{7F100058-A77D-4E73-9217-7A358E91852F}"/>
              </a:ext>
            </a:extLst>
          </p:cNvPr>
          <p:cNvSpPr>
            <a:spLocks xmlns:a="http://schemas.openxmlformats.org/drawingml/2006/main" noGrp="1"/>
          </p:cNvSpPr>
          <p:nvPr/>
        </p:nvSpPr>
        <p:spPr>
          <a:xfrm xmlns:a="http://schemas.openxmlformats.org/drawingml/2006/main">
            <a:off x="7791450" y="2933700"/>
            <a:ext cx="3714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Several production services share the cluster.</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The affected service remains operational.</a:t>
            </a:r>
          </a:p>
        </p:txBody>
      </p:sp>
      <p:sp>
        <p:nvSpPr>
          <p:cNvPr id="5" name="Restrict affected identities and workloads while">
            <a:extLst xmlns:a="http://schemas.openxmlformats.org/drawingml/2006/main">
              <a:ext uri="{FF2B5EF4-FFF2-40B4-BE49-F238E27FC236}">
                <a16:creationId xmlns:a16="http://schemas.microsoft.com/office/drawing/2014/main" id="{8DE2C409-6F60-4A77-8FAA-981E5EC8BC17}"/>
              </a:ext>
            </a:extLst>
          </p:cNvPr>
          <p:cNvSpPr>
            <a:spLocks xmlns:a="http://schemas.openxmlformats.org/drawingml/2006/main" noGrp="1"/>
          </p:cNvSpPr>
          <p:nvPr/>
        </p:nvSpPr>
        <p:spPr>
          <a:xfrm xmlns:a="http://schemas.openxmlformats.org/drawingml/2006/main">
            <a:off x="628650" y="53149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F2EFE7"/>
                </a:solidFill>
                <a:latin typeface="Arial"/>
                <a:ea typeface="Arial"/>
                <a:cs typeface="Arial"/>
              </a:defRPr>
            </a:defPPr>
          </a:lstStyle>
          <a:p xmlns:a="http://schemas.openxmlformats.org/drawingml/2006/main">
            <a:pPr>
              <a:defRPr sz="2400" b="1">
                <a:solidFill>
                  <a:srgbClr val="F2EFE7"/>
                </a:solidFill>
                <a:latin typeface="Arial"/>
                <a:ea typeface="Arial"/>
                <a:cs typeface="Arial"/>
              </a:defRPr>
            </a:pPr>
            <a:r>
              <a:rPr sz="2400" b="1">
                <a:solidFill>
                  <a:srgbClr val="F2EFE7"/>
                </a:solidFill>
                <a:latin typeface="Arial"/>
                <a:ea typeface="Arial"/>
                <a:cs typeface="Arial"/>
              </a:rPr>
              <a:t>Restrict affected identities and workloads while preserving essential dependencies.</a:t>
            </a:r>
          </a:p>
        </p:txBody>
      </p:sp>
      <p:sp>
        <p:nvSpPr>
          <p:cNvPr id="6" name="ISC2 SECURITY CONGRESS 2026 / SC2632">
            <a:extLst xmlns:a="http://schemas.openxmlformats.org/drawingml/2006/main">
              <a:ext uri="{FF2B5EF4-FFF2-40B4-BE49-F238E27FC236}">
                <a16:creationId xmlns:a16="http://schemas.microsoft.com/office/drawing/2014/main" id="{DB4CAC8C-A6E8-404B-AFB4-D33CDDB4859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4">
            <a:extLst xmlns:a="http://schemas.openxmlformats.org/drawingml/2006/main">
              <a:ext uri="{FF2B5EF4-FFF2-40B4-BE49-F238E27FC236}">
                <a16:creationId xmlns:a16="http://schemas.microsoft.com/office/drawing/2014/main" id="{2E2836A1-66D1-45E5-9BF9-051263BED30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04</a:t>
            </a:r>
          </a:p>
        </p:txBody>
      </p:sp>
    </p:spTree>
    <p:extLst>
      <p:ext uri="{BB962C8B-B14F-4D97-AF65-F5344CB8AC3E}">
        <p14:creationId xmlns:p14="http://schemas.microsoft.com/office/powerpoint/2010/main" val="1055219470"/>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7" name="SELECT ONE SCENARIO">
            <a:extLst xmlns:a="http://schemas.openxmlformats.org/drawingml/2006/main">
              <a:ext uri="{FF2B5EF4-FFF2-40B4-BE49-F238E27FC236}">
                <a16:creationId xmlns:a16="http://schemas.microsoft.com/office/drawing/2014/main" id="{B6DDF0C8-5FF2-4C89-A9EC-010D626728B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SELECT ONE SCENARIO</a:t>
            </a:r>
          </a:p>
        </p:txBody>
      </p:sp>
      <p:sp>
        <p:nvSpPr>
          <p:cNvPr id="2" name="Four prepared scenarios">
            <a:extLst xmlns:a="http://schemas.openxmlformats.org/drawingml/2006/main">
              <a:ext uri="{FF2B5EF4-FFF2-40B4-BE49-F238E27FC236}">
                <a16:creationId xmlns:a16="http://schemas.microsoft.com/office/drawing/2014/main" id="{4A5AD941-E74A-4805-BEBE-DD8496595161}"/>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4FB52BAE-3304-47A9-BDD5-D18B8202005D}"/>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019E229F-0F28-423E-8481-653C86CAC0DE}"/>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01DFBB53-F2FC-4D64-9043-BC39528A4B34}"/>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BB47E0BB-4303-4A0B-9FFF-FBDB9C67BB88}"/>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1E9CED2D-0DD5-453D-B895-5BB01BD67E92}"/>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0B8E210D-0DBB-47C4-B318-F0D4F0157F76}"/>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B5171F91-611F-425A-A3F0-D91241A2CCE2}"/>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approved mutation">
            <a:extLst xmlns:a="http://schemas.openxmlformats.org/drawingml/2006/main">
              <a:ext uri="{FF2B5EF4-FFF2-40B4-BE49-F238E27FC236}">
                <a16:creationId xmlns:a16="http://schemas.microsoft.com/office/drawing/2014/main" id="{D747A3D3-00C3-44B5-87D3-636D7BB77276}"/>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Unapproved mutation</a:t>
            </a:r>
          </a:p>
        </p:txBody>
      </p:sp>
      <p:sp>
        <p:nvSpPr>
          <p:cNvPr id="11" name="An ops agent changes replicas without a ticket">
            <a:extLst xmlns:a="http://schemas.openxmlformats.org/drawingml/2006/main">
              <a:ext uri="{FF2B5EF4-FFF2-40B4-BE49-F238E27FC236}">
                <a16:creationId xmlns:a16="http://schemas.microsoft.com/office/drawing/2014/main" id="{F98FF13E-4625-4247-B383-69EE10F2D0DC}"/>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replicas without a ticket</a:t>
            </a:r>
          </a:p>
        </p:txBody>
      </p:sp>
      <p:sp>
        <p:nvSpPr>
          <p:cNvPr id="12" name="D">
            <a:extLst xmlns:a="http://schemas.openxmlformats.org/drawingml/2006/main">
              <a:ext uri="{FF2B5EF4-FFF2-40B4-BE49-F238E27FC236}">
                <a16:creationId xmlns:a16="http://schemas.microsoft.com/office/drawing/2014/main" id="{CC1E2296-D09C-4848-91C6-9A1997C83665}"/>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Secret enumeration">
            <a:extLst xmlns:a="http://schemas.openxmlformats.org/drawingml/2006/main">
              <a:ext uri="{FF2B5EF4-FFF2-40B4-BE49-F238E27FC236}">
                <a16:creationId xmlns:a16="http://schemas.microsoft.com/office/drawing/2014/main" id="{2E1CD5D3-CA7B-4C9F-B3E7-86F5FDFE339F}"/>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Secret enumeration</a:t>
            </a:r>
          </a:p>
        </p:txBody>
      </p:sp>
      <p:sp>
        <p:nvSpPr>
          <p:cNvPr id="14" name="A monitoring identity lists Secrets across names">
            <a:extLst xmlns:a="http://schemas.openxmlformats.org/drawingml/2006/main">
              <a:ext uri="{FF2B5EF4-FFF2-40B4-BE49-F238E27FC236}">
                <a16:creationId xmlns:a16="http://schemas.microsoft.com/office/drawing/2014/main" id="{12ED653F-C06C-4EEA-9A58-E44AC2858A02}"/>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Secrets across namespaces</a:t>
            </a:r>
          </a:p>
        </p:txBody>
      </p:sp>
      <p:sp>
        <p:nvSpPr>
          <p:cNvPr id="15" name="ISC2 SECURITY CONGRESS 2026 / SC2632">
            <a:extLst xmlns:a="http://schemas.openxmlformats.org/drawingml/2006/main">
              <a:ext uri="{FF2B5EF4-FFF2-40B4-BE49-F238E27FC236}">
                <a16:creationId xmlns:a16="http://schemas.microsoft.com/office/drawing/2014/main" id="{5F102BE5-4786-429C-A278-420AD0BDD95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6" name="05">
            <a:extLst xmlns:a="http://schemas.openxmlformats.org/drawingml/2006/main">
              <a:ext uri="{FF2B5EF4-FFF2-40B4-BE49-F238E27FC236}">
                <a16:creationId xmlns:a16="http://schemas.microsoft.com/office/drawing/2014/main" id="{3895B202-E848-4CFE-AAD1-B58DFC29FAB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58111710"/>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AE5225D8-FFE7-4397-B6DD-9857C26AF9D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B0765136-5459-4C1F-8857-7C78A5543E3A}"/>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634C5BF0-DB65-40FB-B19F-C777B8656179}"/>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Maintain minimum service capacity and essential ">
            <a:extLst xmlns:a="http://schemas.openxmlformats.org/drawingml/2006/main">
              <a:ext uri="{FF2B5EF4-FFF2-40B4-BE49-F238E27FC236}">
                <a16:creationId xmlns:a16="http://schemas.microsoft.com/office/drawing/2014/main" id="{897A4009-0EBA-4339-8C80-5CFEDBE720BE}"/>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Maintain minimum service capacity and essential dependency access.</a:t>
            </a:r>
          </a:p>
        </p:txBody>
      </p:sp>
      <p:sp>
        <p:nvSpPr>
          <p:cNvPr id="5" name="Evidence">
            <a:extLst xmlns:a="http://schemas.openxmlformats.org/drawingml/2006/main">
              <a:ext uri="{FF2B5EF4-FFF2-40B4-BE49-F238E27FC236}">
                <a16:creationId xmlns:a16="http://schemas.microsoft.com/office/drawing/2014/main" id="{55C27244-5117-465A-838D-DBB3498B2E0B}"/>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3AFF126F-3EDD-46FF-974A-5BA9BE35082D}"/>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A9739895-16DB-4A4C-AFC1-9A7AB38F9473}"/>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B43358A0-42E5-4C20-8015-CA0B8BDB4738}"/>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66F6C28C-503A-42D1-ACAA-8BE5EC2332B4}"/>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85C8E0E7-55B7-4905-9736-732D747E794A}"/>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Name your minimum acceptable service.">
            <a:extLst xmlns:a="http://schemas.openxmlformats.org/drawingml/2006/main">
              <a:ext uri="{FF2B5EF4-FFF2-40B4-BE49-F238E27FC236}">
                <a16:creationId xmlns:a16="http://schemas.microsoft.com/office/drawing/2014/main" id="{9FC7D7DF-2110-4222-9086-5C67C3EF58E7}"/>
              </a:ext>
            </a:extLst>
          </p:cNvPr>
          <p:cNvSpPr>
            <a:spLocks xmlns:a="http://schemas.openxmlformats.org/drawingml/2006/main" noGrp="1"/>
          </p:cNvSpPr>
          <p:nvPr/>
        </p:nvSpPr>
        <p:spPr>
          <a:xfrm xmlns:a="http://schemas.openxmlformats.org/drawingml/2006/main">
            <a:off x="628650" y="5962650"/>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Name your minimum acceptable service.</a:t>
            </a:r>
          </a:p>
        </p:txBody>
      </p:sp>
      <p:sp>
        <p:nvSpPr>
          <p:cNvPr id="12" name="ISC2 SECURITY CONGRESS 2026 / SC2632">
            <a:extLst xmlns:a="http://schemas.openxmlformats.org/drawingml/2006/main">
              <a:ext uri="{FF2B5EF4-FFF2-40B4-BE49-F238E27FC236}">
                <a16:creationId xmlns:a16="http://schemas.microsoft.com/office/drawing/2014/main" id="{18DB15F3-4478-4109-A1F3-5D3497C98D4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6">
            <a:extLst xmlns:a="http://schemas.openxmlformats.org/drawingml/2006/main">
              <a:ext uri="{FF2B5EF4-FFF2-40B4-BE49-F238E27FC236}">
                <a16:creationId xmlns:a16="http://schemas.microsoft.com/office/drawing/2014/main" id="{3F38AC8A-4F9F-4A89-97EF-29B9FE2D4ED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470111830"/>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7" name="ASSESSMENT / EVIDENCE-BASED REVIEW">
            <a:extLst xmlns:a="http://schemas.openxmlformats.org/drawingml/2006/main">
              <a:ext uri="{FF2B5EF4-FFF2-40B4-BE49-F238E27FC236}">
                <a16:creationId xmlns:a16="http://schemas.microsoft.com/office/drawing/2014/main" id="{40FEC346-67DB-4E94-873C-27823EDE3016}"/>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ASSESSMENT / EVIDENCE-BASED REVIEW</a:t>
            </a:r>
          </a:p>
        </p:txBody>
      </p:sp>
      <p:sp>
        <p:nvSpPr>
          <p:cNvPr id="2" name="12">
            <a:extLst xmlns:a="http://schemas.openxmlformats.org/drawingml/2006/main">
              <a:ext uri="{FF2B5EF4-FFF2-40B4-BE49-F238E27FC236}">
                <a16:creationId xmlns:a16="http://schemas.microsoft.com/office/drawing/2014/main" id="{D7F2F6E6-A807-405C-A4E3-7AC89B16DA16}"/>
              </a:ext>
            </a:extLst>
          </p:cNvPr>
          <p:cNvSpPr>
            <a:spLocks xmlns:a="http://schemas.openxmlformats.org/drawingml/2006/main" noGrp="1"/>
          </p:cNvSpPr>
          <p:nvPr/>
        </p:nvSpPr>
        <p:spPr>
          <a:xfrm xmlns:a="http://schemas.openxmlformats.org/drawingml/2006/main">
            <a:off x="609600" y="1181100"/>
            <a:ext cx="3619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0" b="1">
                <a:solidFill>
                  <a:srgbClr val="0B1822"/>
                </a:solidFill>
                <a:latin typeface="Arial Black"/>
                <a:ea typeface="Arial Black"/>
                <a:cs typeface="Arial Black"/>
              </a:defRPr>
            </a:defPPr>
          </a:lstStyle>
          <a:p xmlns:a="http://schemas.openxmlformats.org/drawingml/2006/main">
            <a:pPr>
              <a:defRPr sz="10500" b="1">
                <a:solidFill>
                  <a:srgbClr val="0B1822"/>
                </a:solidFill>
                <a:latin typeface="Arial Black"/>
                <a:ea typeface="Arial Black"/>
                <a:cs typeface="Arial Black"/>
              </a:defRPr>
            </a:pPr>
            <a:r>
              <a:rPr sz="10500" b="1">
                <a:solidFill>
                  <a:srgbClr val="0B1822"/>
                </a:solidFill>
                <a:latin typeface="Arial Black"/>
                <a:ea typeface="Arial Black"/>
                <a:cs typeface="Arial Black"/>
              </a:rPr>
              <a:t>12</a:t>
            </a:r>
          </a:p>
        </p:txBody>
      </p:sp>
      <p:sp>
        <p:nvSpPr>
          <p:cNvPr id="3" name="+3">
            <a:extLst xmlns:a="http://schemas.openxmlformats.org/drawingml/2006/main">
              <a:ext uri="{FF2B5EF4-FFF2-40B4-BE49-F238E27FC236}">
                <a16:creationId xmlns:a16="http://schemas.microsoft.com/office/drawing/2014/main" id="{B555BA77-52D3-476D-B39B-BF0F59439FF5}"/>
              </a:ext>
            </a:extLst>
          </p:cNvPr>
          <p:cNvSpPr>
            <a:spLocks xmlns:a="http://schemas.openxmlformats.org/drawingml/2006/main" noGrp="1"/>
          </p:cNvSpPr>
          <p:nvPr/>
        </p:nvSpPr>
        <p:spPr>
          <a:xfrm xmlns:a="http://schemas.openxmlformats.org/drawingml/2006/main">
            <a:off x="609600" y="326707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800" b="1">
                <a:solidFill>
                  <a:srgbClr val="FF795B"/>
                </a:solidFill>
                <a:latin typeface="Arial Black"/>
                <a:ea typeface="Arial Black"/>
                <a:cs typeface="Arial Black"/>
              </a:defRPr>
            </a:defPPr>
          </a:lstStyle>
          <a:p xmlns:a="http://schemas.openxmlformats.org/drawingml/2006/main">
            <a:pPr>
              <a:defRPr sz="7800" b="1">
                <a:solidFill>
                  <a:srgbClr val="FF795B"/>
                </a:solidFill>
                <a:latin typeface="Arial Black"/>
                <a:ea typeface="Arial Black"/>
                <a:cs typeface="Arial Black"/>
              </a:defRPr>
            </a:pPr>
            <a:r>
              <a:rPr sz="7800" b="1">
                <a:solidFill>
                  <a:srgbClr val="FF795B"/>
                </a:solidFill>
                <a:latin typeface="Arial Black"/>
                <a:ea typeface="Arial Black"/>
                <a:cs typeface="Arial Black"/>
              </a:rPr>
              <a:t>+3</a:t>
            </a:r>
          </a:p>
        </p:txBody>
      </p:sp>
      <p:sp>
        <p:nvSpPr>
          <p:cNvPr id="4" name="Core review points">
            <a:extLst xmlns:a="http://schemas.openxmlformats.org/drawingml/2006/main">
              <a:ext uri="{FF2B5EF4-FFF2-40B4-BE49-F238E27FC236}">
                <a16:creationId xmlns:a16="http://schemas.microsoft.com/office/drawing/2014/main" id="{7CA994D9-56CB-4E03-A85C-E8A772C79EBA}"/>
              </a:ext>
            </a:extLst>
          </p:cNvPr>
          <p:cNvSpPr>
            <a:spLocks xmlns:a="http://schemas.openxmlformats.org/drawingml/2006/main" noGrp="1"/>
          </p:cNvSpPr>
          <p:nvPr/>
        </p:nvSpPr>
        <p:spPr>
          <a:xfrm xmlns:a="http://schemas.openxmlformats.org/drawingml/2006/main">
            <a:off x="628650" y="2914650"/>
            <a:ext cx="419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Core review points</a:t>
            </a:r>
          </a:p>
        </p:txBody>
      </p:sp>
      <p:sp>
        <p:nvSpPr>
          <p:cNvPr id="5" name="Independent review points">
            <a:extLst xmlns:a="http://schemas.openxmlformats.org/drawingml/2006/main">
              <a:ext uri="{FF2B5EF4-FFF2-40B4-BE49-F238E27FC236}">
                <a16:creationId xmlns:a16="http://schemas.microsoft.com/office/drawing/2014/main" id="{DF3EE975-2288-494A-9D5C-B5EF85AC5934}"/>
              </a:ext>
            </a:extLst>
          </p:cNvPr>
          <p:cNvSpPr>
            <a:spLocks xmlns:a="http://schemas.openxmlformats.org/drawingml/2006/main" noGrp="1"/>
          </p:cNvSpPr>
          <p:nvPr/>
        </p:nvSpPr>
        <p:spPr>
          <a:xfrm xmlns:a="http://schemas.openxmlformats.org/drawingml/2006/main">
            <a:off x="628650" y="465772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Independent review points</a:t>
            </a:r>
          </a:p>
        </p:txBody>
      </p:sp>
      <p:sp>
        <p:nvSpPr>
          <p:cNvPr id="6" name="Intent and PR review">
            <a:extLst xmlns:a="http://schemas.openxmlformats.org/drawingml/2006/main">
              <a:ext uri="{FF2B5EF4-FFF2-40B4-BE49-F238E27FC236}">
                <a16:creationId xmlns:a16="http://schemas.microsoft.com/office/drawing/2014/main" id="{961FF2CE-D18C-4943-9D23-37F9EF7FFAFC}"/>
              </a:ext>
            </a:extLst>
          </p:cNvPr>
          <p:cNvSpPr>
            <a:spLocks xmlns:a="http://schemas.openxmlformats.org/drawingml/2006/main" noGrp="1"/>
          </p:cNvSpPr>
          <p:nvPr/>
        </p:nvSpPr>
        <p:spPr>
          <a:xfrm xmlns:a="http://schemas.openxmlformats.org/drawingml/2006/main">
            <a:off x="5734050" y="1362075"/>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Intent and PR review</a:t>
            </a:r>
          </a:p>
        </p:txBody>
      </p:sp>
      <p:sp>
        <p:nvSpPr>
          <p:cNvPr id="7" name="Control boundary / availability floor / missing ">
            <a:extLst xmlns:a="http://schemas.openxmlformats.org/drawingml/2006/main">
              <a:ext uri="{FF2B5EF4-FFF2-40B4-BE49-F238E27FC236}">
                <a16:creationId xmlns:a16="http://schemas.microsoft.com/office/drawing/2014/main" id="{958EA22F-8B4C-4789-9C81-7691DA00009B}"/>
              </a:ext>
            </a:extLst>
          </p:cNvPr>
          <p:cNvSpPr>
            <a:spLocks xmlns:a="http://schemas.openxmlformats.org/drawingml/2006/main" noGrp="1"/>
          </p:cNvSpPr>
          <p:nvPr/>
        </p:nvSpPr>
        <p:spPr>
          <a:xfrm xmlns:a="http://schemas.openxmlformats.org/drawingml/2006/main">
            <a:off x="5734050" y="1809750"/>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Control boundary / availability floor / missing test</a:t>
            </a:r>
          </a:p>
        </p:txBody>
      </p:sp>
      <p:sp>
        <p:nvSpPr>
          <p:cNvPr id="8" name="Exception and rollout">
            <a:extLst xmlns:a="http://schemas.openxmlformats.org/drawingml/2006/main">
              <a:ext uri="{FF2B5EF4-FFF2-40B4-BE49-F238E27FC236}">
                <a16:creationId xmlns:a16="http://schemas.microsoft.com/office/drawing/2014/main" id="{C51B0F3C-1B87-4E9C-B4F5-B69357A6B6CD}"/>
              </a:ext>
            </a:extLst>
          </p:cNvPr>
          <p:cNvSpPr>
            <a:spLocks xmlns:a="http://schemas.openxmlformats.org/drawingml/2006/main" noGrp="1"/>
          </p:cNvSpPr>
          <p:nvPr/>
        </p:nvSpPr>
        <p:spPr>
          <a:xfrm xmlns:a="http://schemas.openxmlformats.org/drawingml/2006/main">
            <a:off x="5734050" y="2552700"/>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Exception and rollout</a:t>
            </a:r>
          </a:p>
        </p:txBody>
      </p:sp>
      <p:sp>
        <p:nvSpPr>
          <p:cNvPr id="9" name="Verified approver / owner and expiry / narrow sc">
            <a:extLst xmlns:a="http://schemas.openxmlformats.org/drawingml/2006/main">
              <a:ext uri="{FF2B5EF4-FFF2-40B4-BE49-F238E27FC236}">
                <a16:creationId xmlns:a16="http://schemas.microsoft.com/office/drawing/2014/main" id="{B95BBD51-6917-497E-848A-91D3C270A80C}"/>
              </a:ext>
            </a:extLst>
          </p:cNvPr>
          <p:cNvSpPr>
            <a:spLocks xmlns:a="http://schemas.openxmlformats.org/drawingml/2006/main" noGrp="1"/>
          </p:cNvSpPr>
          <p:nvPr/>
        </p:nvSpPr>
        <p:spPr>
          <a:xfrm xmlns:a="http://schemas.openxmlformats.org/drawingml/2006/main">
            <a:off x="5734050" y="3000375"/>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Verified approver / owner and expiry / narrow scope</a:t>
            </a:r>
          </a:p>
        </p:txBody>
      </p:sp>
      <p:sp>
        <p:nvSpPr>
          <p:cNvPr id="10" name="Containment">
            <a:extLst xmlns:a="http://schemas.openxmlformats.org/drawingml/2006/main">
              <a:ext uri="{FF2B5EF4-FFF2-40B4-BE49-F238E27FC236}">
                <a16:creationId xmlns:a16="http://schemas.microsoft.com/office/drawing/2014/main" id="{1CB4C8D9-290D-4362-A8A0-524E208B6580}"/>
              </a:ext>
            </a:extLst>
          </p:cNvPr>
          <p:cNvSpPr>
            <a:spLocks xmlns:a="http://schemas.openxmlformats.org/drawingml/2006/main" noGrp="1"/>
          </p:cNvSpPr>
          <p:nvPr/>
        </p:nvSpPr>
        <p:spPr>
          <a:xfrm xmlns:a="http://schemas.openxmlformats.org/drawingml/2006/main">
            <a:off x="5734050" y="3743325"/>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Containment</a:t>
            </a:r>
          </a:p>
        </p:txBody>
      </p:sp>
      <p:sp>
        <p:nvSpPr>
          <p:cNvPr id="11" name="Ordered actions / protected dependency / preserv">
            <a:extLst xmlns:a="http://schemas.openxmlformats.org/drawingml/2006/main">
              <a:ext uri="{FF2B5EF4-FFF2-40B4-BE49-F238E27FC236}">
                <a16:creationId xmlns:a16="http://schemas.microsoft.com/office/drawing/2014/main" id="{79A68D18-2DA9-4124-A987-4DFD3C7641E5}"/>
              </a:ext>
            </a:extLst>
          </p:cNvPr>
          <p:cNvSpPr>
            <a:spLocks xmlns:a="http://schemas.openxmlformats.org/drawingml/2006/main" noGrp="1"/>
          </p:cNvSpPr>
          <p:nvPr/>
        </p:nvSpPr>
        <p:spPr>
          <a:xfrm xmlns:a="http://schemas.openxmlformats.org/drawingml/2006/main">
            <a:off x="5734050" y="4191000"/>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Ordered actions / protected dependency / preserved evidence</a:t>
            </a:r>
          </a:p>
        </p:txBody>
      </p:sp>
      <p:sp>
        <p:nvSpPr>
          <p:cNvPr id="12" name="Recovery">
            <a:extLst xmlns:a="http://schemas.openxmlformats.org/drawingml/2006/main">
              <a:ext uri="{FF2B5EF4-FFF2-40B4-BE49-F238E27FC236}">
                <a16:creationId xmlns:a16="http://schemas.microsoft.com/office/drawing/2014/main" id="{93890622-09A4-4136-B656-A24FBBB5FE5E}"/>
              </a:ext>
            </a:extLst>
          </p:cNvPr>
          <p:cNvSpPr>
            <a:spLocks xmlns:a="http://schemas.openxmlformats.org/drawingml/2006/main" noGrp="1"/>
          </p:cNvSpPr>
          <p:nvPr/>
        </p:nvSpPr>
        <p:spPr>
          <a:xfrm xmlns:a="http://schemas.openxmlformats.org/drawingml/2006/main">
            <a:off x="5734050" y="4933950"/>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Recovery</a:t>
            </a:r>
          </a:p>
        </p:txBody>
      </p:sp>
      <p:sp>
        <p:nvSpPr>
          <p:cNvPr id="13" name="Exit test / rollback authority / verified return">
            <a:extLst xmlns:a="http://schemas.openxmlformats.org/drawingml/2006/main">
              <a:ext uri="{FF2B5EF4-FFF2-40B4-BE49-F238E27FC236}">
                <a16:creationId xmlns:a16="http://schemas.microsoft.com/office/drawing/2014/main" id="{CFEF0CD6-101B-4E80-B77F-5C512ACF2515}"/>
              </a:ext>
            </a:extLst>
          </p:cNvPr>
          <p:cNvSpPr>
            <a:spLocks xmlns:a="http://schemas.openxmlformats.org/drawingml/2006/main" noGrp="1"/>
          </p:cNvSpPr>
          <p:nvPr/>
        </p:nvSpPr>
        <p:spPr>
          <a:xfrm xmlns:a="http://schemas.openxmlformats.org/drawingml/2006/main">
            <a:off x="5734050" y="5381625"/>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Exit test / rollback authority / verified return to service</a:t>
            </a:r>
          </a:p>
        </p:txBody>
      </p:sp>
      <p:sp>
        <p:nvSpPr>
          <p:cNvPr id="14" name="Scores reflect documented reasoning and evidence">
            <a:extLst xmlns:a="http://schemas.openxmlformats.org/drawingml/2006/main">
              <a:ext uri="{FF2B5EF4-FFF2-40B4-BE49-F238E27FC236}">
                <a16:creationId xmlns:a16="http://schemas.microsoft.com/office/drawing/2014/main" id="{7BF13366-B4D2-4D79-9564-9D1995198ED5}"/>
              </a:ext>
            </a:extLst>
          </p:cNvPr>
          <p:cNvSpPr>
            <a:spLocks xmlns:a="http://schemas.openxmlformats.org/drawingml/2006/main" noGrp="1"/>
          </p:cNvSpPr>
          <p:nvPr/>
        </p:nvSpPr>
        <p:spPr>
          <a:xfrm xmlns:a="http://schemas.openxmlformats.org/drawingml/2006/main">
            <a:off x="628650" y="59436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stStyle>
          <a:p xmlns:a="http://schemas.openxmlformats.org/drawingml/2006/main">
            <a:pPr>
              <a:defRPr sz="1725" b="0">
                <a:solidFill>
                  <a:srgbClr val="0B1822"/>
                </a:solidFill>
                <a:latin typeface="Arial"/>
                <a:ea typeface="Arial"/>
                <a:cs typeface="Arial"/>
              </a:defRPr>
            </a:pPr>
            <a:r>
              <a:rPr sz="1725" b="0">
                <a:solidFill>
                  <a:srgbClr val="0B1822"/>
                </a:solidFill>
                <a:latin typeface="Arial"/>
                <a:ea typeface="Arial"/>
                <a:cs typeface="Arial"/>
              </a:rPr>
              <a:t>Scores reflect documented reasoning and evidence, not restriction severity.</a:t>
            </a:r>
          </a:p>
        </p:txBody>
      </p:sp>
      <p:sp>
        <p:nvSpPr>
          <p:cNvPr id="15" name="ISC2 SECURITY CONGRESS 2026 / SC2632">
            <a:extLst xmlns:a="http://schemas.openxmlformats.org/drawingml/2006/main">
              <a:ext uri="{FF2B5EF4-FFF2-40B4-BE49-F238E27FC236}">
                <a16:creationId xmlns:a16="http://schemas.microsoft.com/office/drawing/2014/main" id="{C1AC50E9-D779-4226-BF3C-344E31CDF9B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6" name="07">
            <a:extLst xmlns:a="http://schemas.openxmlformats.org/drawingml/2006/main">
              <a:ext uri="{FF2B5EF4-FFF2-40B4-BE49-F238E27FC236}">
                <a16:creationId xmlns:a16="http://schemas.microsoft.com/office/drawing/2014/main" id="{1A6BF455-A53E-46F7-8C62-5CF0B320D4B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355073792"/>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B2C827C4-3109-4B38-AF91-58A0069F3FE0}"/>
              </a:ext>
            </a:extLst>
          </p:cNvPr>
          <p:cNvPicPr>
            <a:picLocks xmlns:a="http://schemas.openxmlformats.org/drawingml/2006/main" noChangeAspect="1"/>
          </p:cNvPicPr>
          <p:nvPr/>
        </p:nvPicPr>
        <p:blipFill>
          <a:blip xmlns:r="http://schemas.openxmlformats.org/officeDocument/2006/relationships" xmlns:a="http://schemas.openxmlformats.org/drawingml/2006/main" r:embed="Rab3ad606c288425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2493529D-38D1-43C6-8DD1-B2B72E44814A}"/>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2089D089-D341-4158-B8B0-55F0F062AC81}"/>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FA10AF0F-1362-4834-8EAB-5EF6E3478AC4}"/>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Identify the prohibited behavior&#10;and essential d">
            <a:extLst xmlns:a="http://schemas.openxmlformats.org/drawingml/2006/main">
              <a:ext uri="{FF2B5EF4-FFF2-40B4-BE49-F238E27FC236}">
                <a16:creationId xmlns:a16="http://schemas.microsoft.com/office/drawing/2014/main" id="{C3145906-8F55-490D-8555-8690A9492BE4}"/>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Identify the prohibited behavior</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essential dependencies.</a:t>
            </a:r>
          </a:p>
        </p:txBody>
      </p:sp>
      <p:sp>
        <p:nvSpPr>
          <p:cNvPr id="6" name="ISC2 SECURITY CONGRESS 2026 / SC2632">
            <a:extLst xmlns:a="http://schemas.openxmlformats.org/drawingml/2006/main">
              <a:ext uri="{FF2B5EF4-FFF2-40B4-BE49-F238E27FC236}">
                <a16:creationId xmlns:a16="http://schemas.microsoft.com/office/drawing/2014/main" id="{111F1CC2-F2CA-47CD-9C62-F85423812F0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D4557A92-4555-4171-A162-6806DFCF7CC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912429694"/>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F2A6D433-C28E-4E42-92E5-A81EB59286F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579AA4D9-3C50-4784-BB50-A093AD6C455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59CAF78D-FCD6-4EF5-9790-EDA531BDE67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B586D327-29AC-4B3E-A1E6-01B030AA776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9BCB442B-5EEA-4A99-8CEE-8CA531F2331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1757696150"/>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2101F215-D617-4031-B584-1CE50EF70E91}"/>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BF892E34-460E-468F-8646-4A185AFB782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46572545-4832-4249-9BDC-E850D6E59C31}"/>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94F935F2-9FDE-49E3-B762-12AD4D1E4DB4}"/>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957E2C37-3FA4-436B-8554-C2105D1DA03A}"/>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B15BFCA7-66D0-4C1C-BE6E-E77A6ED7FBA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4E2F5579-885D-4CB3-B4B4-6E06D25C7ED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1654070391"/>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D4BFFEAD-7285-4B66-86D2-062F771F275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DDEBC7AD-E4DC-49BF-AFCA-1142BEC6DEB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2EFEDC49-52CF-46FD-BE5B-F37FFB709E3D}"/>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13974FBA-82CE-458E-B6B1-63E57161DD08}"/>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39934C03-55F0-4354-B1B8-982413B21BD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30D54BD6-E948-428E-A8ED-73068DB70FD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565706839"/>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5E61D095-0E1B-47B2-968E-B62B37CEF79B}"/>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F1B7384D-7EB6-4F4F-9DDD-7CC05FF97ACE}"/>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85A12E06-DCE8-472A-8640-CAB32C64EBCA}"/>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6ACA2ECC-09A2-4859-AB52-196D8BB306F1}"/>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B32E35DA-0650-43CE-A79C-DCFD83725B5E}"/>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0B9B38A7-FFFB-4F57-9766-B887AC8FF51D}"/>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A8104950-0854-4F56-B63B-3AA3C5F72B34}"/>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C620F123-D93F-45DE-B18E-F66B83EDB92C}"/>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B0201ADE-6937-4F76-A8CD-CE04F1C4731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25A9BA47-B49E-46E7-8AED-CB41D4F6835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044613626"/>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185C9180-E1E3-40BD-8E57-4B5F8E161C3B}"/>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8ACBB4F4-FE3B-4C02-862E-96178F45D89D}"/>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E0635568-86A4-4585-904F-24227087DE42}"/>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0CF2F1B0-6923-47F3-A251-255F60237D04}"/>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643D7AC5-CAD1-491A-A7B8-5BD5796CD97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203B6F28-DC4D-425D-9E0F-FA77147F27B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635813235"/>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038122B3-D546-421E-A166-9C0DEB738BD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350653F5-4843-4063-9A13-D6BF9A29CA0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D32EC0D4-606E-48AA-8DB6-95102C64848E}"/>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781B499C-2CF3-44BD-8E67-F34889B5B80D}"/>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94E07D39-C1D5-4775-B78D-DA795B074AE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40BBD91C-3A38-4DE1-9627-DFFAC6B00B0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1178645691"/>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A3323C3C-6C13-4EB4-B97E-C229DE84708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806028FC-3EC2-461A-921B-3B658835895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3FCF35BB-68F7-4C05-8423-C9BEB2140119}"/>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F4A93568-3829-4EBC-8DDF-3B3F235145A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3A28E0FB-72B4-4088-AE54-50DC8F2D38B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1406753632"/>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DBF816C4-FCE9-4000-BE2C-32A080CA59A2}"/>
              </a:ext>
            </a:extLst>
          </p:cNvPr>
          <p:cNvPicPr>
            <a:picLocks xmlns:a="http://schemas.openxmlformats.org/drawingml/2006/main" noChangeAspect="1"/>
          </p:cNvPicPr>
          <p:nvPr/>
        </p:nvPicPr>
        <p:blipFill>
          <a:blip xmlns:r="http://schemas.openxmlformats.org/officeDocument/2006/relationships" xmlns:a="http://schemas.openxmlformats.org/drawingml/2006/main" r:embed="Rf07bad49c5e44d0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DED93C23-64B0-46E9-9BD3-A3AE2F0E508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25E6E94B-8F0B-41B1-88FC-A66FED6771DE}"/>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7497FA3E-655D-4428-9C57-71E7E4AF3EE0}"/>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Specify control changes, evidence&#10;and minimum se">
            <a:extLst xmlns:a="http://schemas.openxmlformats.org/drawingml/2006/main">
              <a:ext uri="{FF2B5EF4-FFF2-40B4-BE49-F238E27FC236}">
                <a16:creationId xmlns:a16="http://schemas.microsoft.com/office/drawing/2014/main" id="{A778202B-A128-4213-8FF8-037B893E8E77}"/>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Specify control changes, evidence</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minimum service capacity.</a:t>
            </a:r>
          </a:p>
        </p:txBody>
      </p:sp>
      <p:sp>
        <p:nvSpPr>
          <p:cNvPr id="6" name="ISC2 SECURITY CONGRESS 2026 / SC2632">
            <a:extLst xmlns:a="http://schemas.openxmlformats.org/drawingml/2006/main">
              <a:ext uri="{FF2B5EF4-FFF2-40B4-BE49-F238E27FC236}">
                <a16:creationId xmlns:a16="http://schemas.microsoft.com/office/drawing/2014/main" id="{8D0AF0DC-52DC-48AD-AC22-25F9A6A5423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8EC8B8E1-C0F6-4EAB-86DC-D0BF5CA45F7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2039929502"/>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037D4F3D-D0F6-4052-91C3-920831C1339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4043304E-852F-4170-8DF7-807D0ED9D660}"/>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8850AD13-B46A-4726-ABAB-5B1EDF676019}"/>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F393D5B5-B6CA-402D-BCFF-5674A4103118}"/>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688B8CC9-5F35-441F-A8F8-5549DAA20F4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F4BF4170-0F39-4A90-A465-959149D2819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23868885"/>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DCA974E4-DAB3-4AEF-B9E3-70F3B4053F0D}"/>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898A7058-6CBC-448F-A901-8C9BAB839D49}"/>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57198F5E-5C5A-4D92-8275-7A3CAF6151B4}"/>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B3F56A12-A670-4DB9-AF00-1C2BC38FD7DC}"/>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8B3C51C9-79B8-469B-AA07-BC6F996A03CA}"/>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E2569A28-4B86-4C27-AD6D-CCEBBEE38315}"/>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71E7242B-5017-41B9-A751-4357DC3BF64D}"/>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167C822A-F7A2-4A36-9F9D-2B6E3B152139}"/>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F299F5D3-42FE-450B-B404-631F21E730F7}"/>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6CF937D2-F63E-4ACA-9807-F6875E752A4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A378EFEB-B269-4AD3-9CCC-07FE49E1F71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988011548"/>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FFF84627-B7D8-4427-8FD4-9AA1C0E1530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D1D8D9E1-9896-4864-A1BA-329BE5B4505F}"/>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CD751945-EA29-422F-9F56-9C8B322A6E7D}"/>
              </a:ext>
            </a:extLst>
          </p:cNvPr>
          <p:cNvPicPr>
            <a:picLocks xmlns:a="http://schemas.openxmlformats.org/drawingml/2006/main" noChangeAspect="1"/>
          </p:cNvPicPr>
          <p:nvPr/>
        </p:nvPicPr>
        <p:blipFill>
          <a:blip xmlns:r="http://schemas.openxmlformats.org/officeDocument/2006/relationships" xmlns:a="http://schemas.openxmlformats.org/drawingml/2006/main" r:embed="R563b5577f3094df3"/>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E03D5CF7-8601-40C2-A812-9135E737A146}"/>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0EFBF008-0798-4D4F-95EC-77769DA5F35B}"/>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29DA05A4-2826-48B0-A8B8-5F8AA7B67EE1}"/>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92D82B69-B378-4A10-AD63-5DF26EA322F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7082B238-714C-402C-A51F-8F18CB9FBD9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178114811"/>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B52A4BCF-3D37-41A5-A04F-F96DB97BE03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Pods be evicted?">
            <a:extLst xmlns:a="http://schemas.openxmlformats.org/drawingml/2006/main">
              <a:ext uri="{FF2B5EF4-FFF2-40B4-BE49-F238E27FC236}">
                <a16:creationId xmlns:a16="http://schemas.microsoft.com/office/drawing/2014/main" id="{FCA320E6-2E7A-45AD-A5DC-640B7DEE653F}"/>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Pods be evicted?</a:t>
            </a:r>
          </a:p>
        </p:txBody>
      </p:sp>
      <p:pic>
        <p:nvPicPr>
          <p:cNvPr id="3" name="">
            <a:extLst xmlns:a="http://schemas.openxmlformats.org/drawingml/2006/main">
              <a:ext uri="{FF2B5EF4-FFF2-40B4-BE49-F238E27FC236}">
                <a16:creationId xmlns:a16="http://schemas.microsoft.com/office/drawing/2014/main" id="{A56734E2-34AB-49BC-A42B-B4232C85C8B7}"/>
              </a:ext>
            </a:extLst>
          </p:cNvPr>
          <p:cNvPicPr>
            <a:picLocks xmlns:a="http://schemas.openxmlformats.org/drawingml/2006/main" noChangeAspect="1"/>
          </p:cNvPicPr>
          <p:nvPr/>
        </p:nvPicPr>
        <p:blipFill>
          <a:blip xmlns:r="http://schemas.openxmlformats.org/officeDocument/2006/relationships" xmlns:a="http://schemas.openxmlformats.org/drawingml/2006/main" r:embed="Re885a9cd526a4aee"/>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replicas.&#10;The PDB keeps two up.">
            <a:extLst xmlns:a="http://schemas.openxmlformats.org/drawingml/2006/main">
              <a:ext uri="{FF2B5EF4-FFF2-40B4-BE49-F238E27FC236}">
                <a16:creationId xmlns:a16="http://schemas.microsoft.com/office/drawing/2014/main" id="{21FBD688-4D7E-461E-BC83-3D11D1BE9915}"/>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replicas.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The PDB keeps two up.</a:t>
            </a:r>
          </a:p>
        </p:txBody>
      </p:sp>
      <p:sp>
        <p:nvSpPr>
          <p:cNvPr id="5" name="RECORD YOUR DECISION.&#10;STATE THE SUPPORTING EVIDE">
            <a:extLst xmlns:a="http://schemas.openxmlformats.org/drawingml/2006/main">
              <a:ext uri="{FF2B5EF4-FFF2-40B4-BE49-F238E27FC236}">
                <a16:creationId xmlns:a16="http://schemas.microsoft.com/office/drawing/2014/main" id="{C795CF72-712E-4D36-A608-0CFC306A6F82}"/>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6338CF59-5170-4FEE-B83A-5BCEDDF237DD}"/>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EC5F9455-F2F5-4CCE-9959-72B7C1AB019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F7FF669F-E5D2-466B-8797-B08F69DEAFE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574623809"/>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17323A0E-C0BE-4D8B-9AEB-09839AB0089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4C962510-539A-49CC-84D1-D0EA53E42C92}"/>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CD23FACB-3241-47C0-B92A-07C5F755298F}"/>
              </a:ext>
            </a:extLst>
          </p:cNvPr>
          <p:cNvPicPr>
            <a:picLocks xmlns:a="http://schemas.openxmlformats.org/drawingml/2006/main" noChangeAspect="1"/>
          </p:cNvPicPr>
          <p:nvPr/>
        </p:nvPicPr>
        <p:blipFill>
          <a:blip xmlns:r="http://schemas.openxmlformats.org/officeDocument/2006/relationships" xmlns:a="http://schemas.openxmlformats.org/drawingml/2006/main" r:embed="Rc4455e72468746b5"/>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E5D5EC25-37E1-47A1-B84D-E078AEB696EA}"/>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F9E1EFCA-357A-47BE-8D96-1324EEED07B4}"/>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9F803D46-18DF-4B38-A749-8B928D9D7C3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D3ECEB5F-9876-46DE-BF06-EE88DD1755D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CFC58AC1-C99A-4A0B-84B7-A7DDCD844E6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2092897110"/>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40F714E2-55BC-4B1E-865A-6AE3314DBBF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3E28CE3F-E65D-49FD-B3C3-449BD3C7BF38}"/>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BC7E5DD1-7387-43B1-9E59-B0271089CA77}"/>
              </a:ext>
            </a:extLst>
          </p:cNvPr>
          <p:cNvPicPr>
            <a:picLocks xmlns:a="http://schemas.openxmlformats.org/drawingml/2006/main" noChangeAspect="1"/>
          </p:cNvPicPr>
          <p:nvPr/>
        </p:nvPicPr>
        <p:blipFill>
          <a:blip xmlns:r="http://schemas.openxmlformats.org/officeDocument/2006/relationships" xmlns:a="http://schemas.openxmlformats.org/drawingml/2006/main" r:embed="R18473ab05eec4088"/>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DA45C3ED-5C94-4D7B-88C8-069BC0137FD5}"/>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A1240D61-19DA-4175-AA29-094FEC75A759}"/>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A766901C-09D9-4ADD-94B5-8F9FFEEB897F}"/>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4D5FF729-74A0-4145-B29C-ED49A9F8002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C0005A99-4073-494A-96AC-32883ACDFC8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113186127"/>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AB83F320-3921-477B-896F-66DFB5F242D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01E91B71-1C47-41C7-9822-C7CF3E0279D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9770723B-87A3-4071-AD2D-116A7242702E}"/>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A9AF3FC7-6F2F-4ACB-81D5-20941D2FA87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C8CEEAF1-53C1-434F-8D59-2B6B608CD7C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1244725599"/>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47F2EFE0-140D-47CE-A7A2-1DAEFC310E2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FBD27D95-8615-484E-820D-8AC68767DB2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A51AB787-7C4D-41D1-9395-C07DF54348D5}"/>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687D5EC1-C890-4978-AE57-3DA730030B82}"/>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B807CFDE-5B83-47E5-BA86-F27DBAB9058C}"/>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CE0C2802-AF9A-4C95-ADF6-795698BA3F0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664DE434-4F2E-4B58-B7D1-AD0435D4D06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758157383"/>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95F2CAC1-F057-498C-B2BC-1F0F2353535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074BDECE-2753-4D16-90D1-3C777A218CED}"/>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3378A586-5E8C-4150-A92B-9953C0AA4C55}"/>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CAED7F62-FDA7-45D7-9E2B-44022EF27E6C}"/>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C55534A4-7811-4AAE-A4AC-4E37BE11705C}"/>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134747C5-4980-4E45-9484-C233E05D6127}"/>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F41C479E-EB12-417F-A864-6B54713542BE}"/>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83FCEAE0-279C-4DA6-A6DB-99153C351ED5}"/>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FED48995-2733-4BB0-B608-66D3A615F8FD}"/>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E6129771-F0A9-42C5-8F14-1E20A29C1696}"/>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037AA1B3-68EC-453E-9813-40945729BE64}"/>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6EA5D2C6-23A2-447E-8D78-14D3AB3A57D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2629E901-3B8C-4978-8CC0-55775130C02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2076778673"/>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955BF83E-34DF-43DA-8627-26EEF74B6F29}"/>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77B27B48-74BB-425D-BE29-BCCD88FF1F54}"/>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F7E126CA-05AA-4A7F-A318-12435EAF7C68}"/>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9D2FB6D7-D8C9-4ABE-9DD3-8A44E4FC5E79}"/>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42C30773-5497-4140-A119-0C68FD7735A0}"/>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7E9769E3-8726-4C53-8846-5CF8A6F42B97}"/>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8EAA6053-3EDA-4016-8CBF-63758AD1A889}"/>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1A0C158E-0F6C-4105-A60B-0BCE6E46D999}"/>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7585AC0C-E81B-4EDF-8385-08CC63E47E13}"/>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ECFC4865-2F60-45D7-9616-C87B7AF53EFD}"/>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CD70B143-73B1-42E8-9EBC-02AA1ACEDAA7}"/>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7D57F569-E1AF-4F17-AD12-CBA0D8BABB60}"/>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7A78CDB7-9C74-483D-828D-2E8530F9A7EC}"/>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90673F2D-FDC0-4F33-8B43-2A1EA1EDBADB}"/>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491EFDB4-DA14-47FE-88F1-6BDC52142CD0}"/>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563659BB-E91F-4CDD-8441-CACE70584D59}"/>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CE8C20B1-46E6-4610-8A2F-4BCB242418A7}"/>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CB622C50-17DF-4B1F-BD09-8A2B7D86C599}"/>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087C5803-6EA2-4E3A-943C-E920F7FBB09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C98F1564-1909-46F3-A3F0-E6D928ABCBF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1776348404"/>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D5AE62A-AF96-4528-8490-B229ADD0E01A}"/>
              </a:ext>
            </a:extLst>
          </p:cNvPr>
          <p:cNvPicPr>
            <a:picLocks xmlns:a="http://schemas.openxmlformats.org/drawingml/2006/main" noChangeAspect="1"/>
          </p:cNvPicPr>
          <p:nvPr/>
        </p:nvPicPr>
        <p:blipFill>
          <a:blip xmlns:r="http://schemas.openxmlformats.org/officeDocument/2006/relationships" xmlns:a="http://schemas.openxmlformats.org/drawingml/2006/main" r:embed="R2584378dfdda4f2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125A2293-E845-4EE7-9062-239CE14B6B6F}"/>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1905C21D-C172-4DF1-8B46-101056DAC15C}"/>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9F29CB1A-51A8-44D1-B9BD-388BCA7AC3D5}"/>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Specify exit tests, approval authority&#10;and a rev">
            <a:extLst xmlns:a="http://schemas.openxmlformats.org/drawingml/2006/main">
              <a:ext uri="{FF2B5EF4-FFF2-40B4-BE49-F238E27FC236}">
                <a16:creationId xmlns:a16="http://schemas.microsoft.com/office/drawing/2014/main" id="{0558B05F-4338-4CEA-A69A-40013BE534E3}"/>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Specify exit tests, approval authority</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a reversible transition.</a:t>
            </a:r>
          </a:p>
        </p:txBody>
      </p:sp>
      <p:sp>
        <p:nvSpPr>
          <p:cNvPr id="6" name="ISC2 SECURITY CONGRESS 2026 / SC2632">
            <a:extLst xmlns:a="http://schemas.openxmlformats.org/drawingml/2006/main">
              <a:ext uri="{FF2B5EF4-FFF2-40B4-BE49-F238E27FC236}">
                <a16:creationId xmlns:a16="http://schemas.microsoft.com/office/drawing/2014/main" id="{675543D6-3067-48CE-A736-F45A6B06745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DC355759-99EC-45A0-BED1-626F153C8F9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1752842227"/>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2D7B5E56-8CA9-4C00-AAB8-77885CFDF622}"/>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8E5FE9A0-9384-41BC-9CC3-AA5607598186}"/>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DD185BEC-B646-407E-86A3-835CD41969A7}"/>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B746E15B-4DF9-4FB3-B81A-E610F34E966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FA60D836-E4F9-43F6-A94F-F083C41E36C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104249984"/>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3AFA2DA8-4D16-45AB-9E56-09EEE4F9F07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BECAF0B8-364E-429C-90F9-B0C22F8D6EE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4D1AD8C5-C05F-49B1-9DDE-F877C50B7C7D}"/>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0B0F1F4A-8981-465A-8426-B0A9C2B6A431}"/>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C2220C0C-1A37-4AD5-8A39-560F98637C47}"/>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BB6EAD45-8BBB-4AC9-9114-06902B2F11B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7C470A34-3577-440F-86FE-0AE5EA04148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2126069421"/>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00085615-3E50-44F3-AF7B-9D9A4F69437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F5035DBF-051A-4176-910D-281342A8276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BB2BDECF-FAF5-4CAB-91BC-C185CC250B44}"/>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65569CB4-9FE6-4660-AC99-1C483F9D476D}"/>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399AA491-46C9-4A1F-9BF1-1127CE7DAFBC}"/>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4A660483-1F1C-4EB1-9BA8-B0BD719DF30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A3554AAF-9DFE-4CF8-80CF-C445B6F429B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441918794"/>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320C7B1D-56F8-49A4-A47F-F5766CFB819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BF8F389E-4292-4B68-A648-9469DD918C6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A28F2522-099C-431B-853D-A2965D3B4F3A}"/>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D48E4500-FC38-4DDB-977F-55D444248C4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1E7344DF-9996-4031-83FE-69F25289CA5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696498586"/>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3080E8A0-1531-43FD-B388-74B572CFC22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7A6316E1-528B-4D81-B71E-0922C00E16F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791E7014-D2A2-44B5-8DFA-C08B75E3C408}"/>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46EC6394-0E4D-4BAF-989E-13FE5C61598B}"/>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A44707A2-F51A-457D-8790-D8FDA152B24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D40776E4-A7D2-41DF-A479-978AB5B0323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122561761"/>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89E84B72-34A9-4228-9E53-397813815A51}"/>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8F13B0A2-4594-4622-8647-45994F3E60B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DFF9205B-2D7B-4D08-AE60-CD5E4BEAF7A2}"/>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ED027DFF-583A-4C92-814B-32B510F82FB8}"/>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DC614DAC-0DAC-4CDF-90CD-205FD5C595C7}"/>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B1AC33DA-6881-41E1-AB89-6F126247339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2C95684C-566B-4C84-812B-F7E29A357FC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812889013"/>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A49C3DE6-A44D-4506-833A-3E2F3A34816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A11F3734-730C-4897-B336-5A015178E90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B0C527BE-1DAB-481F-8154-BF1FC0B2B09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7B19674C-0654-48DF-8BA9-653D0B769C7E}"/>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BB6487BE-CAB8-4708-A728-60A10D59D4B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37581536-0357-4C87-AF48-1B44638C607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592055715"/>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B37B255D-150D-4A75-A770-DF311225A59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F91F122E-7AEA-4BEF-B3EB-36BF08E4457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740E9E54-51C0-4563-B552-3771266C23C1}"/>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B3A71E59-8C48-4DCE-9151-F2FA1E2C0078}"/>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2CB8929B-41B4-4EDD-9CBB-BF314764032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B5B300F3-64C3-46B7-89D1-E6D151A12BC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4160318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2026-10-14T05:44:07.1670000Z</dcterms:created>
  <dcterms:modified xsi:type="dcterms:W3CDTF">2026-10-14T05:44:07.1670000Z</dcterms:modified>
</coreProperties>
</file>