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1352d4cb654ef1" /><Relationship Type="http://schemas.openxmlformats.org/officeDocument/2006/relationships/extended-properties" Target="/docProps/app.xml" Id="Rf582697fabf04d78" /><Relationship Type="http://schemas.openxmlformats.org/officeDocument/2006/relationships/officeDocument" Target="/ppt/presentation.xml" Id="R9e15908ba5234110" /></Relationships>
</file>

<file path=ppt/presentation.xml><?xml version="1.0" encoding="utf-8"?>
<p:presentation xmlns:p="http://schemas.openxmlformats.org/presentationml/2006/main">
  <p:sldMasterIdLst>
    <p:sldMasterId xmlns:r="http://schemas.openxmlformats.org/officeDocument/2006/relationships" id="2147483648" r:id="Rbee247c3a732439f"/>
  </p:sldMasterIdLst>
  <p:notesMasterIdLst>
    <p:notesMasterId xmlns:r="http://schemas.openxmlformats.org/officeDocument/2006/relationships" r:id="R50bfc4c811124fe0"/>
  </p:notesMasterIdLst>
  <p:sldIdLst>
    <p:sldId xmlns:r="http://schemas.openxmlformats.org/officeDocument/2006/relationships" id="256" r:id="Rab539971d60f4649"/>
    <p:sldId xmlns:r="http://schemas.openxmlformats.org/officeDocument/2006/relationships" id="257" r:id="R40b93a6078ec41f2"/>
    <p:sldId xmlns:r="http://schemas.openxmlformats.org/officeDocument/2006/relationships" id="258" r:id="Ra575d9f91b22491b"/>
    <p:sldId xmlns:r="http://schemas.openxmlformats.org/officeDocument/2006/relationships" id="259" r:id="R13ad85017db24943"/>
    <p:sldId xmlns:r="http://schemas.openxmlformats.org/officeDocument/2006/relationships" id="260" r:id="Rc7cafc4597dd435b"/>
    <p:sldId xmlns:r="http://schemas.openxmlformats.org/officeDocument/2006/relationships" id="261" r:id="Rfd641f3cfe8a4b57"/>
    <p:sldId xmlns:r="http://schemas.openxmlformats.org/officeDocument/2006/relationships" id="262" r:id="R206e5f7ef65c474a"/>
    <p:sldId xmlns:r="http://schemas.openxmlformats.org/officeDocument/2006/relationships" id="263" r:id="R0214aca6c4bf4343"/>
    <p:sldId xmlns:r="http://schemas.openxmlformats.org/officeDocument/2006/relationships" id="264" r:id="R8b5f4ac253d947f1"/>
    <p:sldId xmlns:r="http://schemas.openxmlformats.org/officeDocument/2006/relationships" id="265" r:id="R4247e1a564584a98"/>
    <p:sldId xmlns:r="http://schemas.openxmlformats.org/officeDocument/2006/relationships" id="266" r:id="R67da6c44ab4941fa"/>
    <p:sldId xmlns:r="http://schemas.openxmlformats.org/officeDocument/2006/relationships" id="267" r:id="R2a40e519b34a46ca"/>
    <p:sldId xmlns:r="http://schemas.openxmlformats.org/officeDocument/2006/relationships" id="268" r:id="R395db4c0157f4130"/>
    <p:sldId xmlns:r="http://schemas.openxmlformats.org/officeDocument/2006/relationships" id="269" r:id="R9730f49607c540f2"/>
    <p:sldId xmlns:r="http://schemas.openxmlformats.org/officeDocument/2006/relationships" id="270" r:id="Ra0f89f54706b4def"/>
    <p:sldId xmlns:r="http://schemas.openxmlformats.org/officeDocument/2006/relationships" id="271" r:id="R0c336592347c4029"/>
    <p:sldId xmlns:r="http://schemas.openxmlformats.org/officeDocument/2006/relationships" id="272" r:id="Rcd00452ca78242d4"/>
    <p:sldId xmlns:r="http://schemas.openxmlformats.org/officeDocument/2006/relationships" id="273" r:id="R6c28b58933204d63"/>
    <p:sldId xmlns:r="http://schemas.openxmlformats.org/officeDocument/2006/relationships" id="274" r:id="R98f036b7d32b4c9b"/>
    <p:sldId xmlns:r="http://schemas.openxmlformats.org/officeDocument/2006/relationships" id="275" r:id="R066fe8aa4c3245cd"/>
    <p:sldId xmlns:r="http://schemas.openxmlformats.org/officeDocument/2006/relationships" id="276" r:id="R8658d74586734001"/>
    <p:sldId xmlns:r="http://schemas.openxmlformats.org/officeDocument/2006/relationships" id="277" r:id="Rd027f4a8d4db4539"/>
    <p:sldId xmlns:r="http://schemas.openxmlformats.org/officeDocument/2006/relationships" id="278" r:id="R42e3519963f64add"/>
    <p:sldId xmlns:r="http://schemas.openxmlformats.org/officeDocument/2006/relationships" id="279" r:id="Re22e685928fe49ed"/>
    <p:sldId xmlns:r="http://schemas.openxmlformats.org/officeDocument/2006/relationships" id="280" r:id="R0bd486104d3f4764"/>
    <p:sldId xmlns:r="http://schemas.openxmlformats.org/officeDocument/2006/relationships" id="281" r:id="R4ae4fc3c70654239"/>
    <p:sldId xmlns:r="http://schemas.openxmlformats.org/officeDocument/2006/relationships" id="282" r:id="R8ecd96b430934316"/>
    <p:sldId xmlns:r="http://schemas.openxmlformats.org/officeDocument/2006/relationships" id="283" r:id="Rdaaad13693a7474a"/>
    <p:sldId xmlns:r="http://schemas.openxmlformats.org/officeDocument/2006/relationships" id="284" r:id="R2c0dbd4e8fe74a22"/>
    <p:sldId xmlns:r="http://schemas.openxmlformats.org/officeDocument/2006/relationships" id="285" r:id="R07528dc038f5458f"/>
    <p:sldId xmlns:r="http://schemas.openxmlformats.org/officeDocument/2006/relationships" id="286" r:id="R83544804897742e2"/>
    <p:sldId xmlns:r="http://schemas.openxmlformats.org/officeDocument/2006/relationships" id="287" r:id="R00df86f61d874a99"/>
    <p:sldId xmlns:r="http://schemas.openxmlformats.org/officeDocument/2006/relationships" id="288" r:id="R57e4880172ea4587"/>
    <p:sldId xmlns:r="http://schemas.openxmlformats.org/officeDocument/2006/relationships" id="289" r:id="R1154ca80ab834116"/>
    <p:sldId xmlns:r="http://schemas.openxmlformats.org/officeDocument/2006/relationships" id="290" r:id="R8eab13fe274146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b6d2dff6844813" /><Relationship Type="http://schemas.openxmlformats.org/officeDocument/2006/relationships/slideMaster" Target="/ppt/slideMasters/slideMaster1.xml" Id="Rbee247c3a732439f" /><Relationship Type="http://schemas.openxmlformats.org/officeDocument/2006/relationships/notesMaster" Target="/ppt/notesMasters/notesMaster1.xml" Id="R50bfc4c811124fe0" /><Relationship Type="http://schemas.openxmlformats.org/officeDocument/2006/relationships/presProps" Target="/ppt/presProps.xml" Id="Rdad660dd987a41e0" /><Relationship Type="http://schemas.openxmlformats.org/officeDocument/2006/relationships/tableStyles" Target="/ppt/tableStyles.xml" Id="R0fb84c85d4fe4d9a" /><Relationship Type="http://schemas.openxmlformats.org/officeDocument/2006/relationships/slide" Target="/ppt/slides/slide1.xml" Id="Rab539971d60f4649" /><Relationship Type="http://schemas.openxmlformats.org/officeDocument/2006/relationships/slide" Target="/ppt/slides/slide2.xml" Id="R40b93a6078ec41f2" /><Relationship Type="http://schemas.openxmlformats.org/officeDocument/2006/relationships/slide" Target="/ppt/slides/slide3.xml" Id="Ra575d9f91b22491b" /><Relationship Type="http://schemas.openxmlformats.org/officeDocument/2006/relationships/slide" Target="/ppt/slides/slide4.xml" Id="R13ad85017db24943" /><Relationship Type="http://schemas.openxmlformats.org/officeDocument/2006/relationships/slide" Target="/ppt/slides/slide5.xml" Id="Rc7cafc4597dd435b" /><Relationship Type="http://schemas.openxmlformats.org/officeDocument/2006/relationships/slide" Target="/ppt/slides/slide6.xml" Id="Rfd641f3cfe8a4b57" /><Relationship Type="http://schemas.openxmlformats.org/officeDocument/2006/relationships/slide" Target="/ppt/slides/slide7.xml" Id="R206e5f7ef65c474a" /><Relationship Type="http://schemas.openxmlformats.org/officeDocument/2006/relationships/slide" Target="/ppt/slides/slide8.xml" Id="R0214aca6c4bf4343" /><Relationship Type="http://schemas.openxmlformats.org/officeDocument/2006/relationships/slide" Target="/ppt/slides/slide9.xml" Id="R8b5f4ac253d947f1" /><Relationship Type="http://schemas.openxmlformats.org/officeDocument/2006/relationships/slide" Target="/ppt/slides/slide10.xml" Id="R4247e1a564584a98" /><Relationship Type="http://schemas.openxmlformats.org/officeDocument/2006/relationships/slide" Target="/ppt/slides/slide11.xml" Id="R67da6c44ab4941fa" /><Relationship Type="http://schemas.openxmlformats.org/officeDocument/2006/relationships/slide" Target="/ppt/slides/slide12.xml" Id="R2a40e519b34a46ca" /><Relationship Type="http://schemas.openxmlformats.org/officeDocument/2006/relationships/slide" Target="/ppt/slides/slide13.xml" Id="R395db4c0157f4130" /><Relationship Type="http://schemas.openxmlformats.org/officeDocument/2006/relationships/slide" Target="/ppt/slides/slide14.xml" Id="R9730f49607c540f2" /><Relationship Type="http://schemas.openxmlformats.org/officeDocument/2006/relationships/slide" Target="/ppt/slides/slide15.xml" Id="Ra0f89f54706b4def" /><Relationship Type="http://schemas.openxmlformats.org/officeDocument/2006/relationships/slide" Target="/ppt/slides/slide16.xml" Id="R0c336592347c4029" /><Relationship Type="http://schemas.openxmlformats.org/officeDocument/2006/relationships/slide" Target="/ppt/slides/slide17.xml" Id="Rcd00452ca78242d4" /><Relationship Type="http://schemas.openxmlformats.org/officeDocument/2006/relationships/slide" Target="/ppt/slides/slide18.xml" Id="R6c28b58933204d63" /><Relationship Type="http://schemas.openxmlformats.org/officeDocument/2006/relationships/slide" Target="/ppt/slides/slide19.xml" Id="R98f036b7d32b4c9b" /><Relationship Type="http://schemas.openxmlformats.org/officeDocument/2006/relationships/slide" Target="/ppt/slides/slide20.xml" Id="R066fe8aa4c3245cd" /><Relationship Type="http://schemas.openxmlformats.org/officeDocument/2006/relationships/slide" Target="/ppt/slides/slide21.xml" Id="R8658d74586734001" /><Relationship Type="http://schemas.openxmlformats.org/officeDocument/2006/relationships/slide" Target="/ppt/slides/slide22.xml" Id="Rd027f4a8d4db4539" /><Relationship Type="http://schemas.openxmlformats.org/officeDocument/2006/relationships/slide" Target="/ppt/slides/slide23.xml" Id="R42e3519963f64add" /><Relationship Type="http://schemas.openxmlformats.org/officeDocument/2006/relationships/slide" Target="/ppt/slides/slide24.xml" Id="Re22e685928fe49ed" /><Relationship Type="http://schemas.openxmlformats.org/officeDocument/2006/relationships/slide" Target="/ppt/slides/slide25.xml" Id="R0bd486104d3f4764" /><Relationship Type="http://schemas.openxmlformats.org/officeDocument/2006/relationships/slide" Target="/ppt/slides/slide26.xml" Id="R4ae4fc3c70654239" /><Relationship Type="http://schemas.openxmlformats.org/officeDocument/2006/relationships/slide" Target="/ppt/slides/slide27.xml" Id="R8ecd96b430934316" /><Relationship Type="http://schemas.openxmlformats.org/officeDocument/2006/relationships/slide" Target="/ppt/slides/slide28.xml" Id="Rdaaad13693a7474a" /><Relationship Type="http://schemas.openxmlformats.org/officeDocument/2006/relationships/slide" Target="/ppt/slides/slide29.xml" Id="R2c0dbd4e8fe74a22" /><Relationship Type="http://schemas.openxmlformats.org/officeDocument/2006/relationships/slide" Target="/ppt/slides/slide30.xml" Id="R07528dc038f5458f" /><Relationship Type="http://schemas.openxmlformats.org/officeDocument/2006/relationships/slide" Target="/ppt/slides/slide31.xml" Id="R83544804897742e2" /><Relationship Type="http://schemas.openxmlformats.org/officeDocument/2006/relationships/slide" Target="/ppt/slides/slide32.xml" Id="R00df86f61d874a99" /><Relationship Type="http://schemas.openxmlformats.org/officeDocument/2006/relationships/slide" Target="/ppt/slides/slide33.xml" Id="R57e4880172ea4587" /><Relationship Type="http://schemas.openxmlformats.org/officeDocument/2006/relationships/slide" Target="/ppt/slides/slide34.xml" Id="R1154ca80ab834116" /><Relationship Type="http://schemas.openxmlformats.org/officeDocument/2006/relationships/slide" Target="/ppt/slides/slide35.xml" Id="R8eab13fe274146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8909844e7241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308f6a37284eff" /><Relationship Type="http://schemas.openxmlformats.org/officeDocument/2006/relationships/notesMaster" Target="/ppt/notesMasters/notesMaster1.xml" Id="R636cdc5b419c45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8e6087718b46ad" /><Relationship Type="http://schemas.openxmlformats.org/officeDocument/2006/relationships/notesMaster" Target="/ppt/notesMasters/notesMaster1.xml" Id="Rb55dfcfdfdf440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3c9ed9b79f4e06" /><Relationship Type="http://schemas.openxmlformats.org/officeDocument/2006/relationships/notesMaster" Target="/ppt/notesMasters/notesMaster1.xml" Id="Rc743af376f7842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b36e766c7b49ab" /><Relationship Type="http://schemas.openxmlformats.org/officeDocument/2006/relationships/notesMaster" Target="/ppt/notesMasters/notesMaster1.xml" Id="R794d127fa02744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0fd128a30d4a8e" /><Relationship Type="http://schemas.openxmlformats.org/officeDocument/2006/relationships/notesMaster" Target="/ppt/notesMasters/notesMaster1.xml" Id="Rf7c5beb9f2cc4b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6e14d66c204a02" /><Relationship Type="http://schemas.openxmlformats.org/officeDocument/2006/relationships/notesMaster" Target="/ppt/notesMasters/notesMaster1.xml" Id="Rf6a87a8a001b40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cc8db968074d0f" /><Relationship Type="http://schemas.openxmlformats.org/officeDocument/2006/relationships/notesMaster" Target="/ppt/notesMasters/notesMaster1.xml" Id="R5d4b16a0ebd545c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1dedcd6ee848a4" /><Relationship Type="http://schemas.openxmlformats.org/officeDocument/2006/relationships/notesMaster" Target="/ppt/notesMasters/notesMaster1.xml" Id="R1f57822f426f4c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4d60a99dea4502" /><Relationship Type="http://schemas.openxmlformats.org/officeDocument/2006/relationships/notesMaster" Target="/ppt/notesMasters/notesMaster1.xml" Id="R9aee555472a74c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50148c633b481d" /><Relationship Type="http://schemas.openxmlformats.org/officeDocument/2006/relationships/notesMaster" Target="/ppt/notesMasters/notesMaster1.xml" Id="R21adb455002f4de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0b8d1bcac14876" /><Relationship Type="http://schemas.openxmlformats.org/officeDocument/2006/relationships/notesMaster" Target="/ppt/notesMasters/notesMaster1.xml" Id="Rd855ffe598be4e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8c9d60c1ba406f" /><Relationship Type="http://schemas.openxmlformats.org/officeDocument/2006/relationships/notesMaster" Target="/ppt/notesMasters/notesMaster1.xml" Id="Re5d3d630e42c4d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91633583e0f47ba" /><Relationship Type="http://schemas.openxmlformats.org/officeDocument/2006/relationships/notesMaster" Target="/ppt/notesMasters/notesMaster1.xml" Id="R49a4693e3031415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beffca22d04205" /><Relationship Type="http://schemas.openxmlformats.org/officeDocument/2006/relationships/notesMaster" Target="/ppt/notesMasters/notesMaster1.xml" Id="Rfe45bd4418b14d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ecbf038f8344953" /><Relationship Type="http://schemas.openxmlformats.org/officeDocument/2006/relationships/notesMaster" Target="/ppt/notesMasters/notesMaster1.xml" Id="Rb97da1084f934e1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6e83b9c13eb45d0" /><Relationship Type="http://schemas.openxmlformats.org/officeDocument/2006/relationships/notesMaster" Target="/ppt/notesMasters/notesMaster1.xml" Id="Ra19c686f5c824d3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4a6a2a9920e4638" /><Relationship Type="http://schemas.openxmlformats.org/officeDocument/2006/relationships/notesMaster" Target="/ppt/notesMasters/notesMaster1.xml" Id="Rf986eba587e649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64e75a6d9714c0b" /><Relationship Type="http://schemas.openxmlformats.org/officeDocument/2006/relationships/notesMaster" Target="/ppt/notesMasters/notesMaster1.xml" Id="Ra893dec1c5b947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2a1d29beea242e6" /><Relationship Type="http://schemas.openxmlformats.org/officeDocument/2006/relationships/notesMaster" Target="/ppt/notesMasters/notesMaster1.xml" Id="Rcc546637496f48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ad13caf47834054" /><Relationship Type="http://schemas.openxmlformats.org/officeDocument/2006/relationships/notesMaster" Target="/ppt/notesMasters/notesMaster1.xml" Id="Rdb3f770ae96d4e9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440b8ac4e5c4791" /><Relationship Type="http://schemas.openxmlformats.org/officeDocument/2006/relationships/notesMaster" Target="/ppt/notesMasters/notesMaster1.xml" Id="Rc4835b0296a843d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dace07b8b554829" /><Relationship Type="http://schemas.openxmlformats.org/officeDocument/2006/relationships/notesMaster" Target="/ppt/notesMasters/notesMaster1.xml" Id="R9e0a605c589641a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7b349d359c64db2" /><Relationship Type="http://schemas.openxmlformats.org/officeDocument/2006/relationships/notesMaster" Target="/ppt/notesMasters/notesMaster1.xml" Id="R02dabf0679424ab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7e2c9848d6a483b" /><Relationship Type="http://schemas.openxmlformats.org/officeDocument/2006/relationships/notesMaster" Target="/ppt/notesMasters/notesMaster1.xml" Id="Re33bb757bef742f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b88e619edff42c2" /><Relationship Type="http://schemas.openxmlformats.org/officeDocument/2006/relationships/notesMaster" Target="/ppt/notesMasters/notesMaster1.xml" Id="R5647aadcac4c449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f6254ef17d547bb" /><Relationship Type="http://schemas.openxmlformats.org/officeDocument/2006/relationships/notesMaster" Target="/ppt/notesMasters/notesMaster1.xml" Id="R7d3ab5791ab64c4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72f524c6a484614" /><Relationship Type="http://schemas.openxmlformats.org/officeDocument/2006/relationships/notesMaster" Target="/ppt/notesMasters/notesMaster1.xml" Id="R3709fb28d3ed4c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4cf1c10d42342d2" /><Relationship Type="http://schemas.openxmlformats.org/officeDocument/2006/relationships/notesMaster" Target="/ppt/notesMasters/notesMaster1.xml" Id="R009977a0893b41c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20d0012b3944fed" /><Relationship Type="http://schemas.openxmlformats.org/officeDocument/2006/relationships/notesMaster" Target="/ppt/notesMasters/notesMaster1.xml" Id="R01c6314e6a2d44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21a4920d28c4087" /><Relationship Type="http://schemas.openxmlformats.org/officeDocument/2006/relationships/notesMaster" Target="/ppt/notesMasters/notesMaster1.xml" Id="R765ef2a2f27b421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eeafec3e40a478e" /><Relationship Type="http://schemas.openxmlformats.org/officeDocument/2006/relationships/notesMaster" Target="/ppt/notesMasters/notesMaster1.xml" Id="R60bdc7ec5a3f4f5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3fc0cfe167d40f7" /><Relationship Type="http://schemas.openxmlformats.org/officeDocument/2006/relationships/notesMaster" Target="/ppt/notesMasters/notesMaster1.xml" Id="R992245f4470742f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b50050b85904f87" /><Relationship Type="http://schemas.openxmlformats.org/officeDocument/2006/relationships/notesMaster" Target="/ppt/notesMasters/notesMaster1.xml" Id="R7d8cc2b809974a3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5397e9b860b4744" /><Relationship Type="http://schemas.openxmlformats.org/officeDocument/2006/relationships/notesMaster" Target="/ppt/notesMasters/notesMaster1.xml" Id="R25f8da70cddd4c8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ccf2bb5c9364c65" /><Relationship Type="http://schemas.openxmlformats.org/officeDocument/2006/relationships/notesMaster" Target="/ppt/notesMasters/notesMaster1.xml" Id="R4fc038c63ce549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00:45–01:30. Milind sets the scene before introducing controls. Say: Your organisation runs customer services and automated agents on a shared Kubernetes platform. An alert shows activity outside an expected boundary. Services are still operating. We do not yet know the extent of exposure. Broad isolation may interrupt essential dependencies, while delay may expose other workloads. The four case cards supply different initial observations, not four simultaneous confirmed incidents. These are fictional alerts using repository fixtures. A Pod runs one or more containers; a ServiceAccount is an identity a workload can use. Do not disclose the later causes or recorded consequences yet. Repository source: https://github.com/mgunjan/agentic-k8s-guardrails/blob/main/tabletop/congress-2026/INCIDENT-BRIEF.md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01:30–02:15. Vivek addresses the room as the incident review team. Say: Your table decides what may proceed, what it holds and what evidence must come before enforcement. You will write a scoped security intent, review a policy proposal, decide the exception and rollout conditions, then order containment and define recovery. Point to the shared decision record on participant pack page 6. An approval can grant a bounded step while withholding deployment authority. The model proposes controls; the team retains review authority. Participants work in plain language, without laptops or YAML. Teams take the resulting decision record home. Repository source: https://github.com/mgunjan/agentic-k8s-guardrails/blob/main/tabletop/congress-2026/INCIDENT-BRIEF.md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02:15–03:00. Vivek physically holds up the participant pack, worksheet and sealed updates. Identify pages 2–5 as the selectable cases, page 6 as the common decision record and pages 7/8 as sealed updates. The separate CONTROL-REVIEW handout has sealed findings too. State the sequence: discuss the supplied evidence, write a decision before the reveal, hear new evidence, and revise beside the first answer. At most two table reports, twenty seconds each. Milind demonstrates the compiler and policy consequences; Vivek leads proposal reviews and evidence reveals. Both share round openings, table discussions and debrief. No arbitrary audience statement is automatically deployed. The common demo uses a supplied reference spec, and the recorded model review is a separate task. Use the clock and protect participant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03:00–04:15.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Allow the table to assign an incident lead, recorder, analyst and independent reviewer. The lead states a decision, the recorder writes page 6, the analyst checks claims against the evidence and the independent reviewer raises a concern before the decision. With fewer than four people, combine lead/recorder or analyst/reviewer. Others defend the operational constraint. Ask each table to record its case, constraint, roles and minimum service before Round 1. Milind and Vivek each check different tables; Vivek records selected cases without assigning them. Six seats maximum and twelve tables maximum. Give the scorecard explanation in one sentence: twelve points reward a complete justified record, with up to three for the independent proposal review. A held or refused request can earn full credit when verification conditions are explicit. Score specified evidence, not invented live success or restriction severity. Use SCORING-ANCHORS.md for detailed calibration.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1fedc8b51147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0d0ee7ba9c4ed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093fd51f8d74fa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8701611aa745e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3068fc731cd4a0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2f3cc3ac374e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7217C4-1D9D-43B0-A62B-5170D764481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FABB32-9DBC-4CEA-BDA8-E6B9BBCDA35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0F1617-30AF-474B-9CE1-9DEE849BFB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BC66B5-0258-477D-862D-35DFC554C7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FE1DD6D-8467-48C7-8864-B3BCCBB97FA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71B722E-FE7D-45E7-8F34-4AA901BE6D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DF85AE-3713-4F69-8ADB-EC92784964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C392256-7D3A-4D1B-897D-B639B59AF6A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BA9CCD-7B0F-4DAE-8E2C-E3931E06F4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CE00B1-1E3B-4922-B24A-9314EA6952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ceb2b58aea47bd" /><Relationship Type="http://schemas.openxmlformats.org/officeDocument/2006/relationships/slideLayout" Target="/ppt/slideLayouts/slideLayout1.xml" Id="R4484220a0301468d" /><Relationship Type="http://schemas.openxmlformats.org/officeDocument/2006/relationships/slideLayout" Target="/ppt/slideLayouts/slideLayout2.xml" Id="R110add8e38d64f44" /><Relationship Type="http://schemas.openxmlformats.org/officeDocument/2006/relationships/slideLayout" Target="/ppt/slideLayouts/slideLayout3.xml" Id="R79b77b098f8b4b91" /><Relationship Type="http://schemas.openxmlformats.org/officeDocument/2006/relationships/slideLayout" Target="/ppt/slideLayouts/slideLayout4.xml" Id="Rf12d363e85294ae0" /><Relationship Type="http://schemas.openxmlformats.org/officeDocument/2006/relationships/slideLayout" Target="/ppt/slideLayouts/slideLayout5.xml" Id="R38f1427dbfa04ab6" /><Relationship Type="http://schemas.openxmlformats.org/officeDocument/2006/relationships/slideLayout" Target="/ppt/slideLayouts/slideLayout6.xml" Id="Rdd5f60a0c67d4b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84220a0301468d"/>
    <p:sldLayoutId xmlns:r="http://schemas.openxmlformats.org/officeDocument/2006/relationships" id="2147483650" r:id="R110add8e38d64f44"/>
    <p:sldLayoutId xmlns:r="http://schemas.openxmlformats.org/officeDocument/2006/relationships" id="2147483651" r:id="R79b77b098f8b4b91"/>
    <p:sldLayoutId xmlns:r="http://schemas.openxmlformats.org/officeDocument/2006/relationships" id="2147483652" r:id="Rf12d363e85294ae0"/>
    <p:sldLayoutId xmlns:r="http://schemas.openxmlformats.org/officeDocument/2006/relationships" id="2147483653" r:id="R38f1427dbfa04ab6"/>
    <p:sldLayoutId xmlns:r="http://schemas.openxmlformats.org/officeDocument/2006/relationships" id="2147483654" r:id="Rdd5f60a0c67d4b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eca5758240d4872" /><Relationship Type="http://schemas.openxmlformats.org/officeDocument/2006/relationships/image" Target="/ppt/media/image.png" Id="Rcce7f07b291d453d" /><Relationship Type="http://schemas.openxmlformats.org/officeDocument/2006/relationships/notesSlide" Target="/ppt/notesSlides/notesSlide1.xml" Id="Ra381b47c910c41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dbdcd6c70134624" /><Relationship Type="http://schemas.openxmlformats.org/officeDocument/2006/relationships/notesSlide" Target="/ppt/notesSlides/notesSlide2.xml" Id="R0f3aeef3a3b249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5036996f2d648ea" /><Relationship Type="http://schemas.openxmlformats.org/officeDocument/2006/relationships/notesSlide" Target="/ppt/notesSlides/notesSlide3.xml" Id="R7940f01b852b44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9c506a92a4f422f" /><Relationship Type="http://schemas.openxmlformats.org/officeDocument/2006/relationships/notesSlide" Target="/ppt/notesSlides/notesSlide4.xml" Id="R2dad31e4896545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01e7f11013c4ddd" /><Relationship Type="http://schemas.openxmlformats.org/officeDocument/2006/relationships/notesSlide" Target="/ppt/notesSlides/notesSlide5.xml" Id="Re27f47ea45474f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0ffa88d08374b52" /><Relationship Type="http://schemas.openxmlformats.org/officeDocument/2006/relationships/notesSlide" Target="/ppt/notesSlides/notesSlide6.xml" Id="Re302b03c136b46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8533ccefce4101" /><Relationship Type="http://schemas.openxmlformats.org/officeDocument/2006/relationships/notesSlide" Target="/ppt/notesSlides/notesSlide7.xml" Id="R531155340fc14c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81a92520e74429" /><Relationship Type="http://schemas.openxmlformats.org/officeDocument/2006/relationships/image" Target="/ppt/media/image2.png" Id="Rd3a1a71013054d72" /><Relationship Type="http://schemas.openxmlformats.org/officeDocument/2006/relationships/notesSlide" Target="/ppt/notesSlides/notesSlide8.xml" Id="R452389cab54f472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3e03296a1cc46d3" /><Relationship Type="http://schemas.openxmlformats.org/officeDocument/2006/relationships/notesSlide" Target="/ppt/notesSlides/notesSlide9.xml" Id="R834bfaa2b8784c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3e44cc78a645c6" /><Relationship Type="http://schemas.openxmlformats.org/officeDocument/2006/relationships/notesSlide" Target="/ppt/notesSlides/notesSlide10.xml" Id="Ra4301760ffa644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340d9d630264ee9" /><Relationship Type="http://schemas.openxmlformats.org/officeDocument/2006/relationships/notesSlide" Target="/ppt/notesSlides/notesSlide11.xml" Id="R4490cb4f10df42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1465ce72f414e97" /><Relationship Type="http://schemas.openxmlformats.org/officeDocument/2006/relationships/notesSlide" Target="/ppt/notesSlides/notesSlide12.xml" Id="R598ee4825e7243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17e9b8547f94c51" /><Relationship Type="http://schemas.openxmlformats.org/officeDocument/2006/relationships/notesSlide" Target="/ppt/notesSlides/notesSlide13.xml" Id="Rc2a612f876d7418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7b8a87571a9438f" /><Relationship Type="http://schemas.openxmlformats.org/officeDocument/2006/relationships/notesSlide" Target="/ppt/notesSlides/notesSlide14.xml" Id="R923f75bb26a242e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2702b74c944a0f" /><Relationship Type="http://schemas.openxmlformats.org/officeDocument/2006/relationships/notesSlide" Target="/ppt/notesSlides/notesSlide15.xml" Id="R5549e8b52bbc4b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678a467a32a497f" /><Relationship Type="http://schemas.openxmlformats.org/officeDocument/2006/relationships/image" Target="/ppt/media/image3.png" Id="R22a6a025baa34d1b" /><Relationship Type="http://schemas.openxmlformats.org/officeDocument/2006/relationships/notesSlide" Target="/ppt/notesSlides/notesSlide16.xml" Id="Raf17d6639fb5411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2443bbe392d46f5" /><Relationship Type="http://schemas.openxmlformats.org/officeDocument/2006/relationships/notesSlide" Target="/ppt/notesSlides/notesSlide17.xml" Id="R749d005c247643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63edda771c04f75" /><Relationship Type="http://schemas.openxmlformats.org/officeDocument/2006/relationships/notesSlide" Target="/ppt/notesSlides/notesSlide18.xml" Id="R4fe582b9715f493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18b22d383c942f7" /><Relationship Type="http://schemas.openxmlformats.org/officeDocument/2006/relationships/image" Target="/ppt/media/image4.png" Id="R58db29ee0f2a474e" /><Relationship Type="http://schemas.openxmlformats.org/officeDocument/2006/relationships/notesSlide" Target="/ppt/notesSlides/notesSlide19.xml" Id="Rd9189aa89f644d2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969322e6da14566" /><Relationship Type="http://schemas.openxmlformats.org/officeDocument/2006/relationships/image" Target="/ppt/media/image5.png" Id="Rbf573a0fd45a46f6" /><Relationship Type="http://schemas.openxmlformats.org/officeDocument/2006/relationships/notesSlide" Target="/ppt/notesSlides/notesSlide20.xml" Id="Rb7168240f8234de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26aeb6755304191" /><Relationship Type="http://schemas.openxmlformats.org/officeDocument/2006/relationships/image" Target="/ppt/media/image6.png" Id="R9166d6178e0f4e26" /><Relationship Type="http://schemas.openxmlformats.org/officeDocument/2006/relationships/notesSlide" Target="/ppt/notesSlides/notesSlide21.xml" Id="Ra81340db2a564e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c978fd49e224b04" /><Relationship Type="http://schemas.openxmlformats.org/officeDocument/2006/relationships/image" Target="/ppt/media/image7.png" Id="R6099b058648f44cb" /><Relationship Type="http://schemas.openxmlformats.org/officeDocument/2006/relationships/notesSlide" Target="/ppt/notesSlides/notesSlide22.xml" Id="R99699e1377f348b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444f8bd70a440ce" /><Relationship Type="http://schemas.openxmlformats.org/officeDocument/2006/relationships/notesSlide" Target="/ppt/notesSlides/notesSlide23.xml" Id="R8188d0daa2bd44d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1f288a24daa484a" /><Relationship Type="http://schemas.openxmlformats.org/officeDocument/2006/relationships/notesSlide" Target="/ppt/notesSlides/notesSlide24.xml" Id="Rb596639b79064bc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a8d4c137c144d61" /><Relationship Type="http://schemas.openxmlformats.org/officeDocument/2006/relationships/notesSlide" Target="/ppt/notesSlides/notesSlide25.xml" Id="Rf87b2f2c7912453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ba1a4f2ba634b38" /><Relationship Type="http://schemas.openxmlformats.org/officeDocument/2006/relationships/notesSlide" Target="/ppt/notesSlides/notesSlide26.xml" Id="Rf6d39b479e8c446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a5d7226affb40e7" /><Relationship Type="http://schemas.openxmlformats.org/officeDocument/2006/relationships/image" Target="/ppt/media/image8.png" Id="Re58b8be3f4164cb0" /><Relationship Type="http://schemas.openxmlformats.org/officeDocument/2006/relationships/notesSlide" Target="/ppt/notesSlides/notesSlide27.xml" Id="Re9bd8011d3b449f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ed0a69582024426" /><Relationship Type="http://schemas.openxmlformats.org/officeDocument/2006/relationships/notesSlide" Target="/ppt/notesSlides/notesSlide28.xml" Id="Rdfdf9e087a64413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554a981e7824605" /><Relationship Type="http://schemas.openxmlformats.org/officeDocument/2006/relationships/notesSlide" Target="/ppt/notesSlides/notesSlide29.xml" Id="Rce42d71e846b494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2e34b82f78d4304" /><Relationship Type="http://schemas.openxmlformats.org/officeDocument/2006/relationships/notesSlide" Target="/ppt/notesSlides/notesSlide30.xml" Id="Rd4b3fb023293474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48fcdfc9b184b33" /><Relationship Type="http://schemas.openxmlformats.org/officeDocument/2006/relationships/notesSlide" Target="/ppt/notesSlides/notesSlide31.xml" Id="R19048240bd4041a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ff67fa2d1a64e36" /><Relationship Type="http://schemas.openxmlformats.org/officeDocument/2006/relationships/notesSlide" Target="/ppt/notesSlides/notesSlide32.xml" Id="R4fab658fe32745e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ebff327a01c47d1" /><Relationship Type="http://schemas.openxmlformats.org/officeDocument/2006/relationships/notesSlide" Target="/ppt/notesSlides/notesSlide33.xml" Id="Rf273da03fd3e47d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1a3f8949a2446b6" /><Relationship Type="http://schemas.openxmlformats.org/officeDocument/2006/relationships/notesSlide" Target="/ppt/notesSlides/notesSlide34.xml" Id="Rba3ce4074210419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6e4dcc887a243a2" /><Relationship Type="http://schemas.openxmlformats.org/officeDocument/2006/relationships/notesSlide" Target="/ppt/notesSlides/notesSlide35.xml" Id="R5e4fb0227c5b4952"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5D1567D-E37A-46A5-8504-9459C1F036D9}"/>
              </a:ext>
            </a:extLst>
          </p:cNvPr>
          <p:cNvPicPr>
            <a:picLocks xmlns:a="http://schemas.openxmlformats.org/drawingml/2006/main" noChangeAspect="1"/>
          </p:cNvPicPr>
          <p:nvPr/>
        </p:nvPicPr>
        <p:blipFill>
          <a:blip xmlns:r="http://schemas.openxmlformats.org/officeDocument/2006/relationships" xmlns:a="http://schemas.openxmlformats.org/drawingml/2006/main" r:embed="Rcce7f07b291d453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39667C24-6508-43ED-816F-9D0A2075E33B}"/>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6DFA082B-B7FF-47DB-B9B5-125CE5F3FA57}"/>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418B3D59-E5D7-4610-B88B-4C71FBF90D7A}"/>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9FF19301-6494-46B9-8860-DE11F5427153}"/>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5166F465-2224-43C7-86E5-8FAA4479A9B3}"/>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7B6E6443-3C2E-4065-831E-EC701ACD9549}"/>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C9BCAC48-E067-4B3D-B3AE-A61C943987A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5E75E36B-97C2-4EE4-BDEF-98847CAB9E7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830586413"/>
      </p:ext>
    </p:extLst>
  </p:cSld>
</p:sld>
</file>

<file path=ppt/slides/slide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FICTIONAL INCIDENT / SHARED PRODUCTION PLATFORM">
            <a:extLst xmlns:a="http://schemas.openxmlformats.org/drawingml/2006/main">
              <a:ext uri="{FF2B5EF4-FFF2-40B4-BE49-F238E27FC236}">
                <a16:creationId xmlns:a16="http://schemas.microsoft.com/office/drawing/2014/main" id="{7C584128-8D2A-4F52-9B0F-AB575684F1EF}"/>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FICTIONAL INCIDENT / SHARED PRODUCTION PLATFORM</a:t>
            </a:r>
          </a:p>
        </p:txBody>
      </p:sp>
      <p:sp>
        <p:nvSpPr>
          <p:cNvPr id="2" name="Suspicious activity on a&#10;shared Kubernetes platf">
            <a:extLst xmlns:a="http://schemas.openxmlformats.org/drawingml/2006/main">
              <a:ext uri="{FF2B5EF4-FFF2-40B4-BE49-F238E27FC236}">
                <a16:creationId xmlns:a16="http://schemas.microsoft.com/office/drawing/2014/main" id="{570E6C09-ECA8-4B9E-93B7-52E616D559ED}"/>
              </a:ext>
            </a:extLst>
          </p:cNvPr>
          <p:cNvSpPr>
            <a:spLocks xmlns:a="http://schemas.openxmlformats.org/drawingml/2006/main" noGrp="1"/>
          </p:cNvSpPr>
          <p:nvPr/>
        </p:nvSpPr>
        <p:spPr>
          <a:xfrm xmlns:a="http://schemas.openxmlformats.org/drawingml/2006/main">
            <a:off x="609600" y="1266825"/>
            <a:ext cx="108585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Suspicious activity on a</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shared Kubernetes platform</a:t>
            </a:r>
          </a:p>
        </p:txBody>
      </p:sp>
      <p:sp>
        <p:nvSpPr>
          <p:cNvPr id="3" name="Customer services and automated agents use the s">
            <a:extLst xmlns:a="http://schemas.openxmlformats.org/drawingml/2006/main">
              <a:ext uri="{FF2B5EF4-FFF2-40B4-BE49-F238E27FC236}">
                <a16:creationId xmlns:a16="http://schemas.microsoft.com/office/drawing/2014/main" id="{AAF724C3-DEA6-4C93-9784-3B7AA5CB76CC}"/>
              </a:ext>
            </a:extLst>
          </p:cNvPr>
          <p:cNvSpPr>
            <a:spLocks xmlns:a="http://schemas.openxmlformats.org/drawingml/2006/main" noGrp="1"/>
          </p:cNvSpPr>
          <p:nvPr/>
        </p:nvSpPr>
        <p:spPr>
          <a:xfrm xmlns:a="http://schemas.openxmlformats.org/drawingml/2006/main">
            <a:off x="628650" y="3057525"/>
            <a:ext cx="10715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Customer services and automated agents use the same platform.</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Some identities and dependencies span workload boundaries.</a:t>
            </a:r>
          </a:p>
        </p:txBody>
      </p:sp>
      <p:sp>
        <p:nvSpPr>
          <p:cNvPr id="4" name="KNOWN NOW">
            <a:extLst xmlns:a="http://schemas.openxmlformats.org/drawingml/2006/main">
              <a:ext uri="{FF2B5EF4-FFF2-40B4-BE49-F238E27FC236}">
                <a16:creationId xmlns:a16="http://schemas.microsoft.com/office/drawing/2014/main" id="{0FBAFCEA-6698-4B7D-8672-675BA691A952}"/>
              </a:ext>
            </a:extLst>
          </p:cNvPr>
          <p:cNvSpPr>
            <a:spLocks xmlns:a="http://schemas.openxmlformats.org/drawingml/2006/main" noGrp="1"/>
          </p:cNvSpPr>
          <p:nvPr/>
        </p:nvSpPr>
        <p:spPr>
          <a:xfrm xmlns:a="http://schemas.openxmlformats.org/drawingml/2006/main">
            <a:off x="628650" y="4276725"/>
            <a:ext cx="4810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25D8BD"/>
                </a:solidFill>
                <a:latin typeface="Arial"/>
                <a:ea typeface="Arial"/>
                <a:cs typeface="Arial"/>
              </a:defRPr>
            </a:defPPr>
          </a:lstStyle>
          <a:p xmlns:a="http://schemas.openxmlformats.org/drawingml/2006/main">
            <a:pPr>
              <a:defRPr sz="1500" b="1">
                <a:solidFill>
                  <a:srgbClr val="25D8BD"/>
                </a:solidFill>
                <a:latin typeface="Arial"/>
                <a:ea typeface="Arial"/>
                <a:cs typeface="Arial"/>
              </a:defRPr>
            </a:pPr>
            <a:r>
              <a:rPr sz="1500" b="1">
                <a:solidFill>
                  <a:srgbClr val="25D8BD"/>
                </a:solidFill>
                <a:latin typeface="Arial"/>
                <a:ea typeface="Arial"/>
                <a:cs typeface="Arial"/>
              </a:rPr>
              <a:t>KNOWN NOW</a:t>
            </a:r>
          </a:p>
        </p:txBody>
      </p:sp>
      <p:sp>
        <p:nvSpPr>
          <p:cNvPr id="5" name="Services are still running.&#10;The extent of exposu">
            <a:extLst xmlns:a="http://schemas.openxmlformats.org/drawingml/2006/main">
              <a:ext uri="{FF2B5EF4-FFF2-40B4-BE49-F238E27FC236}">
                <a16:creationId xmlns:a16="http://schemas.microsoft.com/office/drawing/2014/main" id="{92A85195-6EA0-466E-8B0F-1B7A3CA4D650}"/>
              </a:ext>
            </a:extLst>
          </p:cNvPr>
          <p:cNvSpPr>
            <a:spLocks xmlns:a="http://schemas.openxmlformats.org/drawingml/2006/main" noGrp="1"/>
          </p:cNvSpPr>
          <p:nvPr/>
        </p:nvSpPr>
        <p:spPr>
          <a:xfrm xmlns:a="http://schemas.openxmlformats.org/drawingml/2006/main">
            <a:off x="628650" y="470535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Services are still running.</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The extent of exposure is uncertain.</a:t>
            </a:r>
          </a:p>
        </p:txBody>
      </p:sp>
      <p:sp>
        <p:nvSpPr>
          <p:cNvPr id="6" name="THE OPERATING TENSION">
            <a:extLst xmlns:a="http://schemas.openxmlformats.org/drawingml/2006/main">
              <a:ext uri="{FF2B5EF4-FFF2-40B4-BE49-F238E27FC236}">
                <a16:creationId xmlns:a16="http://schemas.microsoft.com/office/drawing/2014/main" id="{12715B08-9B22-4C66-9EC4-2440E84DF9CB}"/>
              </a:ext>
            </a:extLst>
          </p:cNvPr>
          <p:cNvSpPr>
            <a:spLocks xmlns:a="http://schemas.openxmlformats.org/drawingml/2006/main" noGrp="1"/>
          </p:cNvSpPr>
          <p:nvPr/>
        </p:nvSpPr>
        <p:spPr>
          <a:xfrm xmlns:a="http://schemas.openxmlformats.org/drawingml/2006/main">
            <a:off x="6457950" y="42767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FF795B"/>
                </a:solidFill>
                <a:latin typeface="Arial"/>
                <a:ea typeface="Arial"/>
                <a:cs typeface="Arial"/>
              </a:defRPr>
            </a:defPPr>
          </a:lstStyle>
          <a:p xmlns:a="http://schemas.openxmlformats.org/drawingml/2006/main">
            <a:pPr>
              <a:defRPr sz="1500" b="1">
                <a:solidFill>
                  <a:srgbClr val="FF795B"/>
                </a:solidFill>
                <a:latin typeface="Arial"/>
                <a:ea typeface="Arial"/>
                <a:cs typeface="Arial"/>
              </a:defRPr>
            </a:pPr>
            <a:r>
              <a:rPr sz="1500" b="1">
                <a:solidFill>
                  <a:srgbClr val="FF795B"/>
                </a:solidFill>
                <a:latin typeface="Arial"/>
                <a:ea typeface="Arial"/>
                <a:cs typeface="Arial"/>
              </a:rPr>
              <a:t>THE OPERATING TENSION</a:t>
            </a:r>
          </a:p>
        </p:txBody>
      </p:sp>
      <p:sp>
        <p:nvSpPr>
          <p:cNvPr id="7" name="Broad isolation can disrupt services.&#10;Delay can ">
            <a:extLst xmlns:a="http://schemas.openxmlformats.org/drawingml/2006/main">
              <a:ext uri="{FF2B5EF4-FFF2-40B4-BE49-F238E27FC236}">
                <a16:creationId xmlns:a16="http://schemas.microsoft.com/office/drawing/2014/main" id="{38BFA693-1A1F-4DBE-83E0-E4B369EAE5B1}"/>
              </a:ext>
            </a:extLst>
          </p:cNvPr>
          <p:cNvSpPr>
            <a:spLocks xmlns:a="http://schemas.openxmlformats.org/drawingml/2006/main" noGrp="1"/>
          </p:cNvSpPr>
          <p:nvPr/>
        </p:nvSpPr>
        <p:spPr>
          <a:xfrm xmlns:a="http://schemas.openxmlformats.org/drawingml/2006/main">
            <a:off x="6457950" y="4705350"/>
            <a:ext cx="50673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Broad isolation can disrupt services.</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Delay can expose other workloads.</a:t>
            </a:r>
          </a:p>
        </p:txBody>
      </p:sp>
      <p:sp>
        <p:nvSpPr>
          <p:cNvPr id="8" name="Your selected case supplies the alert and the ev">
            <a:extLst xmlns:a="http://schemas.openxmlformats.org/drawingml/2006/main">
              <a:ext uri="{FF2B5EF4-FFF2-40B4-BE49-F238E27FC236}">
                <a16:creationId xmlns:a16="http://schemas.microsoft.com/office/drawing/2014/main" id="{1D4855E0-9500-44F1-AB15-A23F4B84A2B0}"/>
              </a:ext>
            </a:extLst>
          </p:cNvPr>
          <p:cNvSpPr>
            <a:spLocks xmlns:a="http://schemas.openxmlformats.org/drawingml/2006/main" noGrp="1"/>
          </p:cNvSpPr>
          <p:nvPr/>
        </p:nvSpPr>
        <p:spPr>
          <a:xfrm xmlns:a="http://schemas.openxmlformats.org/drawingml/2006/main">
            <a:off x="628650" y="596265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6C5CD"/>
                </a:solidFill>
                <a:latin typeface="Arial"/>
                <a:ea typeface="Arial"/>
                <a:cs typeface="Arial"/>
              </a:defRPr>
            </a:defPPr>
          </a:lstStyle>
          <a:p xmlns:a="http://schemas.openxmlformats.org/drawingml/2006/main">
            <a:pPr>
              <a:defRPr sz="1725" b="0">
                <a:solidFill>
                  <a:srgbClr val="B6C5CD"/>
                </a:solidFill>
                <a:latin typeface="Arial"/>
                <a:ea typeface="Arial"/>
                <a:cs typeface="Arial"/>
              </a:defRPr>
            </a:pPr>
            <a:r>
              <a:rPr sz="1725" b="0">
                <a:solidFill>
                  <a:srgbClr val="B6C5CD"/>
                </a:solidFill>
                <a:latin typeface="Arial"/>
                <a:ea typeface="Arial"/>
                <a:cs typeface="Arial"/>
              </a:rPr>
              <a:t>Your selected case supplies the alert and the evidence available so far.</a:t>
            </a:r>
          </a:p>
        </p:txBody>
      </p:sp>
      <p:sp>
        <p:nvSpPr>
          <p:cNvPr id="9" name="ISC2 SECURITY CONGRESS 2026 / SC2632">
            <a:extLst xmlns:a="http://schemas.openxmlformats.org/drawingml/2006/main">
              <a:ext uri="{FF2B5EF4-FFF2-40B4-BE49-F238E27FC236}">
                <a16:creationId xmlns:a16="http://schemas.microsoft.com/office/drawing/2014/main" id="{F7232356-DE83-4D6C-A54C-EB108AE9D37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02">
            <a:extLst xmlns:a="http://schemas.openxmlformats.org/drawingml/2006/main">
              <a:ext uri="{FF2B5EF4-FFF2-40B4-BE49-F238E27FC236}">
                <a16:creationId xmlns:a16="http://schemas.microsoft.com/office/drawing/2014/main" id="{14B2F869-3022-41A2-9E39-BCCF89DC560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02</a:t>
            </a:r>
          </a:p>
        </p:txBody>
      </p:sp>
    </p:spTree>
    <p:extLst>
      <p:ext uri="{BB962C8B-B14F-4D97-AF65-F5344CB8AC3E}">
        <p14:creationId xmlns:p14="http://schemas.microsoft.com/office/powerpoint/2010/main" val="1983060989"/>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3" name="YOUR TABLE / INCIDENT REVIEW TEAM">
            <a:extLst xmlns:a="http://schemas.openxmlformats.org/drawingml/2006/main">
              <a:ext uri="{FF2B5EF4-FFF2-40B4-BE49-F238E27FC236}">
                <a16:creationId xmlns:a16="http://schemas.microsoft.com/office/drawing/2014/main" id="{0916E54B-770F-4262-9B57-9F2DC7AB231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a:t>
            </a:r>
          </a:p>
        </p:txBody>
      </p:sp>
      <p:sp>
        <p:nvSpPr>
          <p:cNvPr id="2" name="Your assignment">
            <a:extLst xmlns:a="http://schemas.openxmlformats.org/drawingml/2006/main">
              <a:ext uri="{FF2B5EF4-FFF2-40B4-BE49-F238E27FC236}">
                <a16:creationId xmlns:a16="http://schemas.microsoft.com/office/drawing/2014/main" id="{3481609F-DB32-4C22-9F29-445C564EDF9B}"/>
              </a:ext>
            </a:extLst>
          </p:cNvPr>
          <p:cNvSpPr>
            <a:spLocks xmlns:a="http://schemas.openxmlformats.org/drawingml/2006/main" noGrp="1"/>
          </p:cNvSpPr>
          <p:nvPr/>
        </p:nvSpPr>
        <p:spPr>
          <a:xfrm xmlns:a="http://schemas.openxmlformats.org/drawingml/2006/main">
            <a:off x="609600" y="11811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Your assignment</a:t>
            </a:r>
          </a:p>
        </p:txBody>
      </p:sp>
      <p:sp>
        <p:nvSpPr>
          <p:cNvPr id="3" name="Decide what may proceed, what you hold, and what">
            <a:extLst xmlns:a="http://schemas.openxmlformats.org/drawingml/2006/main">
              <a:ext uri="{FF2B5EF4-FFF2-40B4-BE49-F238E27FC236}">
                <a16:creationId xmlns:a16="http://schemas.microsoft.com/office/drawing/2014/main" id="{1BCF5AF3-9C24-42A7-921B-CFD4D777FCEE}"/>
              </a:ext>
            </a:extLst>
          </p:cNvPr>
          <p:cNvSpPr>
            <a:spLocks xmlns:a="http://schemas.openxmlformats.org/drawingml/2006/main" noGrp="1"/>
          </p:cNvSpPr>
          <p:nvPr/>
        </p:nvSpPr>
        <p:spPr>
          <a:xfrm xmlns:a="http://schemas.openxmlformats.org/drawingml/2006/main">
            <a:off x="628650" y="231457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Decide what may proceed, what you hold, and what evidence</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must come before enforcement.</a:t>
            </a:r>
          </a:p>
        </p:txBody>
      </p:sp>
      <p:sp>
        <p:nvSpPr>
          <p:cNvPr id="4" name="Intent">
            <a:extLst xmlns:a="http://schemas.openxmlformats.org/drawingml/2006/main">
              <a:ext uri="{FF2B5EF4-FFF2-40B4-BE49-F238E27FC236}">
                <a16:creationId xmlns:a16="http://schemas.microsoft.com/office/drawing/2014/main" id="{436A472E-E692-4355-9040-648F7E2BCDC1}"/>
              </a:ext>
            </a:extLst>
          </p:cNvPr>
          <p:cNvSpPr>
            <a:spLocks xmlns:a="http://schemas.openxmlformats.org/drawingml/2006/main" noGrp="1"/>
          </p:cNvSpPr>
          <p:nvPr/>
        </p:nvSpPr>
        <p:spPr>
          <a:xfrm xmlns:a="http://schemas.openxmlformats.org/drawingml/2006/main">
            <a:off x="609600" y="347662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Intent</a:t>
            </a:r>
          </a:p>
        </p:txBody>
      </p:sp>
      <p:sp>
        <p:nvSpPr>
          <p:cNvPr id="5" name="State the behavior to stop and the dependency to">
            <a:extLst xmlns:a="http://schemas.openxmlformats.org/drawingml/2006/main">
              <a:ext uri="{FF2B5EF4-FFF2-40B4-BE49-F238E27FC236}">
                <a16:creationId xmlns:a16="http://schemas.microsoft.com/office/drawing/2014/main" id="{2638B9D3-31EE-447B-81C3-8C884BD05627}"/>
              </a:ext>
            </a:extLst>
          </p:cNvPr>
          <p:cNvSpPr>
            <a:spLocks xmlns:a="http://schemas.openxmlformats.org/drawingml/2006/main" noGrp="1"/>
          </p:cNvSpPr>
          <p:nvPr/>
        </p:nvSpPr>
        <p:spPr>
          <a:xfrm xmlns:a="http://schemas.openxmlformats.org/drawingml/2006/main">
            <a:off x="3390900" y="3476625"/>
            <a:ext cx="7886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State the behavior to stop and the dependency to preserve.</a:t>
            </a:r>
          </a:p>
        </p:txBody>
      </p:sp>
      <p:sp>
        <p:nvSpPr>
          <p:cNvPr id="6" name="Proposal review">
            <a:extLst xmlns:a="http://schemas.openxmlformats.org/drawingml/2006/main">
              <a:ext uri="{FF2B5EF4-FFF2-40B4-BE49-F238E27FC236}">
                <a16:creationId xmlns:a16="http://schemas.microsoft.com/office/drawing/2014/main" id="{5BD829A4-2AF1-46FE-8219-BFE0562B1744}"/>
              </a:ext>
            </a:extLst>
          </p:cNvPr>
          <p:cNvSpPr>
            <a:spLocks xmlns:a="http://schemas.openxmlformats.org/drawingml/2006/main" noGrp="1"/>
          </p:cNvSpPr>
          <p:nvPr/>
        </p:nvSpPr>
        <p:spPr>
          <a:xfrm xmlns:a="http://schemas.openxmlformats.org/drawingml/2006/main">
            <a:off x="609600" y="4286250"/>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Proposal review</a:t>
            </a:r>
          </a:p>
        </p:txBody>
      </p:sp>
      <p:sp>
        <p:nvSpPr>
          <p:cNvPr id="7" name="Record a decision, missing test and exception co">
            <a:extLst xmlns:a="http://schemas.openxmlformats.org/drawingml/2006/main">
              <a:ext uri="{FF2B5EF4-FFF2-40B4-BE49-F238E27FC236}">
                <a16:creationId xmlns:a16="http://schemas.microsoft.com/office/drawing/2014/main" id="{A5A0C833-C26D-435F-8AE8-E1645AFC7889}"/>
              </a:ext>
            </a:extLst>
          </p:cNvPr>
          <p:cNvSpPr>
            <a:spLocks xmlns:a="http://schemas.openxmlformats.org/drawingml/2006/main" noGrp="1"/>
          </p:cNvSpPr>
          <p:nvPr/>
        </p:nvSpPr>
        <p:spPr>
          <a:xfrm xmlns:a="http://schemas.openxmlformats.org/drawingml/2006/main">
            <a:off x="3390900" y="4286250"/>
            <a:ext cx="7886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Record a decision, missing test and exception conditions.</a:t>
            </a:r>
          </a:p>
        </p:txBody>
      </p:sp>
      <p:sp>
        <p:nvSpPr>
          <p:cNvPr id="8" name="Response plan">
            <a:extLst xmlns:a="http://schemas.openxmlformats.org/drawingml/2006/main">
              <a:ext uri="{FF2B5EF4-FFF2-40B4-BE49-F238E27FC236}">
                <a16:creationId xmlns:a16="http://schemas.microsoft.com/office/drawing/2014/main" id="{4A2B9F39-64DF-4C18-99E8-0C6A2B97A64C}"/>
              </a:ext>
            </a:extLst>
          </p:cNvPr>
          <p:cNvSpPr>
            <a:spLocks xmlns:a="http://schemas.openxmlformats.org/drawingml/2006/main" noGrp="1"/>
          </p:cNvSpPr>
          <p:nvPr/>
        </p:nvSpPr>
        <p:spPr>
          <a:xfrm xmlns:a="http://schemas.openxmlformats.org/drawingml/2006/main">
            <a:off x="609600" y="50958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Response plan</a:t>
            </a:r>
          </a:p>
        </p:txBody>
      </p:sp>
      <p:sp>
        <p:nvSpPr>
          <p:cNvPr id="9" name="Order containment actions and define recovery cr">
            <a:extLst xmlns:a="http://schemas.openxmlformats.org/drawingml/2006/main">
              <a:ext uri="{FF2B5EF4-FFF2-40B4-BE49-F238E27FC236}">
                <a16:creationId xmlns:a16="http://schemas.microsoft.com/office/drawing/2014/main" id="{F764599B-6576-4613-ACE9-B0449D7A3B34}"/>
              </a:ext>
            </a:extLst>
          </p:cNvPr>
          <p:cNvSpPr>
            <a:spLocks xmlns:a="http://schemas.openxmlformats.org/drawingml/2006/main" noGrp="1"/>
          </p:cNvSpPr>
          <p:nvPr/>
        </p:nvSpPr>
        <p:spPr>
          <a:xfrm xmlns:a="http://schemas.openxmlformats.org/drawingml/2006/main">
            <a:off x="3390900" y="5095875"/>
            <a:ext cx="7886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Order containment actions and define recovery criteria.</a:t>
            </a:r>
          </a:p>
        </p:txBody>
      </p:sp>
      <p:sp>
        <p:nvSpPr>
          <p:cNvPr id="10" name="One decision record per table. Participant pack ">
            <a:extLst xmlns:a="http://schemas.openxmlformats.org/drawingml/2006/main">
              <a:ext uri="{FF2B5EF4-FFF2-40B4-BE49-F238E27FC236}">
                <a16:creationId xmlns:a16="http://schemas.microsoft.com/office/drawing/2014/main" id="{985A3A82-00DD-4EDF-96DC-BB98C38B73DD}"/>
              </a:ext>
            </a:extLst>
          </p:cNvPr>
          <p:cNvSpPr>
            <a:spLocks xmlns:a="http://schemas.openxmlformats.org/drawingml/2006/main" noGrp="1"/>
          </p:cNvSpPr>
          <p:nvPr/>
        </p:nvSpPr>
        <p:spPr>
          <a:xfrm xmlns:a="http://schemas.openxmlformats.org/drawingml/2006/main">
            <a:off x="628650" y="602932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087E79"/>
                </a:solidFill>
                <a:latin typeface="Arial"/>
                <a:ea typeface="Arial"/>
                <a:cs typeface="Arial"/>
              </a:defRPr>
            </a:defPPr>
          </a:lstStyle>
          <a:p xmlns:a="http://schemas.openxmlformats.org/drawingml/2006/main">
            <a:pPr>
              <a:defRPr sz="1650" b="1">
                <a:solidFill>
                  <a:srgbClr val="087E79"/>
                </a:solidFill>
                <a:latin typeface="Arial"/>
                <a:ea typeface="Arial"/>
                <a:cs typeface="Arial"/>
              </a:defRPr>
            </a:pPr>
            <a:r>
              <a:rPr sz="1650" b="1">
                <a:solidFill>
                  <a:srgbClr val="087E79"/>
                </a:solidFill>
                <a:latin typeface="Arial"/>
                <a:ea typeface="Arial"/>
                <a:cs typeface="Arial"/>
              </a:rPr>
              <a:t>One decision record per table. Participant pack page 6. No laptops or YAML required.</a:t>
            </a:r>
          </a:p>
        </p:txBody>
      </p:sp>
      <p:sp>
        <p:nvSpPr>
          <p:cNvPr id="11" name="ISC2 SECURITY CONGRESS 2026 / SC2632">
            <a:extLst xmlns:a="http://schemas.openxmlformats.org/drawingml/2006/main">
              <a:ext uri="{FF2B5EF4-FFF2-40B4-BE49-F238E27FC236}">
                <a16:creationId xmlns:a16="http://schemas.microsoft.com/office/drawing/2014/main" id="{795E3FF1-F4B8-44D4-9139-D75C05C7232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296FF3E5-9535-4C47-879E-0590618409E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1653555698"/>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YOUR MATERIALS AND THE ROUND SEQUENCE">
            <a:extLst xmlns:a="http://schemas.openxmlformats.org/drawingml/2006/main">
              <a:ext uri="{FF2B5EF4-FFF2-40B4-BE49-F238E27FC236}">
                <a16:creationId xmlns:a16="http://schemas.microsoft.com/office/drawing/2014/main" id="{C8B5C338-56BC-4690-95A5-E378847F709F}"/>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MATERIALS AND THE ROUND SEQUENCE</a:t>
            </a:r>
          </a:p>
        </p:txBody>
      </p:sp>
      <p:sp>
        <p:nvSpPr>
          <p:cNvPr id="2" name="How the workshop works">
            <a:extLst xmlns:a="http://schemas.openxmlformats.org/drawingml/2006/main">
              <a:ext uri="{FF2B5EF4-FFF2-40B4-BE49-F238E27FC236}">
                <a16:creationId xmlns:a16="http://schemas.microsoft.com/office/drawing/2014/main" id="{70CE0C37-155C-46DA-9988-EECCD7118EA9}"/>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How the workshop works</a:t>
            </a:r>
          </a:p>
        </p:txBody>
      </p:sp>
      <p:sp>
        <p:nvSpPr>
          <p:cNvPr id="3" name="ON YOUR TABLE">
            <a:extLst xmlns:a="http://schemas.openxmlformats.org/drawingml/2006/main">
              <a:ext uri="{FF2B5EF4-FFF2-40B4-BE49-F238E27FC236}">
                <a16:creationId xmlns:a16="http://schemas.microsoft.com/office/drawing/2014/main" id="{19EEA605-3C8D-4C86-94F8-5A3EA157DCDD}"/>
              </a:ext>
            </a:extLst>
          </p:cNvPr>
          <p:cNvSpPr>
            <a:spLocks xmlns:a="http://schemas.openxmlformats.org/drawingml/2006/main" noGrp="1"/>
          </p:cNvSpPr>
          <p:nvPr/>
        </p:nvSpPr>
        <p:spPr>
          <a:xfrm xmlns:a="http://schemas.openxmlformats.org/drawingml/2006/main">
            <a:off x="628650" y="2466975"/>
            <a:ext cx="5095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ON YOUR TABLE</a:t>
            </a:r>
          </a:p>
        </p:txBody>
      </p:sp>
      <p:sp>
        <p:nvSpPr>
          <p:cNvPr id="4" name="Four case cards and proposal excerpts&#10;A shared d">
            <a:extLst xmlns:a="http://schemas.openxmlformats.org/drawingml/2006/main">
              <a:ext uri="{FF2B5EF4-FFF2-40B4-BE49-F238E27FC236}">
                <a16:creationId xmlns:a16="http://schemas.microsoft.com/office/drawing/2014/main" id="{5122C867-5879-4D46-98C3-A62923FD231F}"/>
              </a:ext>
            </a:extLst>
          </p:cNvPr>
          <p:cNvSpPr>
            <a:spLocks xmlns:a="http://schemas.openxmlformats.org/drawingml/2006/main" noGrp="1"/>
          </p:cNvSpPr>
          <p:nvPr/>
        </p:nvSpPr>
        <p:spPr>
          <a:xfrm xmlns:a="http://schemas.openxmlformats.org/drawingml/2006/main">
            <a:off x="628650" y="2971800"/>
            <a:ext cx="53054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Four case cards and proposal excerpts</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A shared decision worksheet</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Sealed incident updates</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An independent review and scorecard</a:t>
            </a:r>
          </a:p>
        </p:txBody>
      </p:sp>
      <p:sp>
        <p:nvSpPr>
          <p:cNvPr id="5" name="IN EACH ROUND">
            <a:extLst xmlns:a="http://schemas.openxmlformats.org/drawingml/2006/main">
              <a:ext uri="{FF2B5EF4-FFF2-40B4-BE49-F238E27FC236}">
                <a16:creationId xmlns:a16="http://schemas.microsoft.com/office/drawing/2014/main" id="{48C00FAF-B3C4-4323-A80F-74270129B3BA}"/>
              </a:ext>
            </a:extLst>
          </p:cNvPr>
          <p:cNvSpPr>
            <a:spLocks xmlns:a="http://schemas.openxmlformats.org/drawingml/2006/main" noGrp="1"/>
          </p:cNvSpPr>
          <p:nvPr/>
        </p:nvSpPr>
        <p:spPr>
          <a:xfrm xmlns:a="http://schemas.openxmlformats.org/drawingml/2006/main">
            <a:off x="6686550" y="24669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IN EACH ROUND</a:t>
            </a:r>
          </a:p>
        </p:txBody>
      </p:sp>
      <p:sp>
        <p:nvSpPr>
          <p:cNvPr id="6" name="Discuss the evidence.&#10;Write a decision before th">
            <a:extLst xmlns:a="http://schemas.openxmlformats.org/drawingml/2006/main">
              <a:ext uri="{FF2B5EF4-FFF2-40B4-BE49-F238E27FC236}">
                <a16:creationId xmlns:a16="http://schemas.microsoft.com/office/drawing/2014/main" id="{30447B2A-16F8-4A4F-B340-D8A312CAEBDA}"/>
              </a:ext>
            </a:extLst>
          </p:cNvPr>
          <p:cNvSpPr>
            <a:spLocks xmlns:a="http://schemas.openxmlformats.org/drawingml/2006/main" noGrp="1"/>
          </p:cNvSpPr>
          <p:nvPr/>
        </p:nvSpPr>
        <p:spPr>
          <a:xfrm xmlns:a="http://schemas.openxmlformats.org/drawingml/2006/main">
            <a:off x="6686550" y="2971800"/>
            <a:ext cx="48196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Discuss the evidence.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Write a decision before the reveal.</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Hear the new evidence.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Revise beside your original answer.</a:t>
            </a:r>
          </a:p>
        </p:txBody>
      </p:sp>
      <p:sp>
        <p:nvSpPr>
          <p:cNvPr id="7" name="Milind demonstrates the compiler and policy cons">
            <a:extLst xmlns:a="http://schemas.openxmlformats.org/drawingml/2006/main">
              <a:ext uri="{FF2B5EF4-FFF2-40B4-BE49-F238E27FC236}">
                <a16:creationId xmlns:a16="http://schemas.microsoft.com/office/drawing/2014/main" id="{9A920E08-E10C-4E3F-9FD0-3FE3C158FB58}"/>
              </a:ext>
            </a:extLst>
          </p:cNvPr>
          <p:cNvSpPr>
            <a:spLocks xmlns:a="http://schemas.openxmlformats.org/drawingml/2006/main" noGrp="1"/>
          </p:cNvSpPr>
          <p:nvPr/>
        </p:nvSpPr>
        <p:spPr>
          <a:xfrm xmlns:a="http://schemas.openxmlformats.org/drawingml/2006/main">
            <a:off x="628650" y="5467350"/>
            <a:ext cx="10810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Milind demonstrates the compiler and policy consequences.</a:t>
            </a:r>
          </a:p>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Vivek leads proposal reviews and evidence reveals. Both co-present the debrief.</a:t>
            </a:r>
          </a:p>
        </p:txBody>
      </p:sp>
      <p:sp>
        <p:nvSpPr>
          <p:cNvPr id="8" name="ISC2 SECURITY CONGRESS 2026 / SC2632">
            <a:extLst xmlns:a="http://schemas.openxmlformats.org/drawingml/2006/main">
              <a:ext uri="{FF2B5EF4-FFF2-40B4-BE49-F238E27FC236}">
                <a16:creationId xmlns:a16="http://schemas.microsoft.com/office/drawing/2014/main" id="{8DC623C1-5B8C-45C3-BFC1-516E9269626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4">
            <a:extLst xmlns:a="http://schemas.openxmlformats.org/drawingml/2006/main">
              <a:ext uri="{FF2B5EF4-FFF2-40B4-BE49-F238E27FC236}">
                <a16:creationId xmlns:a16="http://schemas.microsoft.com/office/drawing/2014/main" id="{1474C435-700D-4F07-9E2B-9E40B7B8F11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47221304"/>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913998CD-25B6-4E82-818A-C98561908ABE}"/>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3F9C441F-BB2C-4780-9BA2-885DF0CB4186}"/>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7366511A-6AB7-4B41-A81C-BEC79DECFDAA}"/>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914E27D7-EE23-4DAB-A816-1DBD56E85A22}"/>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7009B875-C8C8-4D13-8273-67E014775915}"/>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A744A2AA-EF79-4809-847B-B488DCBA11C0}"/>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1EDEE4AB-D09F-4D8C-9999-1151D92469DB}"/>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CD61960B-D130-43CE-93AF-FE480121EFAE}"/>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5D3F2109-8098-4207-87B0-777C49A0DAB3}"/>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approved mutation">
            <a:extLst xmlns:a="http://schemas.openxmlformats.org/drawingml/2006/main">
              <a:ext uri="{FF2B5EF4-FFF2-40B4-BE49-F238E27FC236}">
                <a16:creationId xmlns:a16="http://schemas.microsoft.com/office/drawing/2014/main" id="{E6B80823-F7B3-418B-8E37-C60DAB6C7DF0}"/>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Unapproved mutation</a:t>
            </a:r>
          </a:p>
        </p:txBody>
      </p:sp>
      <p:sp>
        <p:nvSpPr>
          <p:cNvPr id="11" name="An ops agent changes replicas without a ticket">
            <a:extLst xmlns:a="http://schemas.openxmlformats.org/drawingml/2006/main">
              <a:ext uri="{FF2B5EF4-FFF2-40B4-BE49-F238E27FC236}">
                <a16:creationId xmlns:a16="http://schemas.microsoft.com/office/drawing/2014/main" id="{1E32A14E-727B-433B-9985-EF230A8B7D6A}"/>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replicas without a ticket</a:t>
            </a:r>
          </a:p>
        </p:txBody>
      </p:sp>
      <p:sp>
        <p:nvSpPr>
          <p:cNvPr id="12" name="D">
            <a:extLst xmlns:a="http://schemas.openxmlformats.org/drawingml/2006/main">
              <a:ext uri="{FF2B5EF4-FFF2-40B4-BE49-F238E27FC236}">
                <a16:creationId xmlns:a16="http://schemas.microsoft.com/office/drawing/2014/main" id="{9790DFA8-1CE7-4E06-AAC6-B760DA8EBD10}"/>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Secret enumeration">
            <a:extLst xmlns:a="http://schemas.openxmlformats.org/drawingml/2006/main">
              <a:ext uri="{FF2B5EF4-FFF2-40B4-BE49-F238E27FC236}">
                <a16:creationId xmlns:a16="http://schemas.microsoft.com/office/drawing/2014/main" id="{9A749EDB-33B7-4102-98A6-38D6015027D9}"/>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Secret enumeration</a:t>
            </a:r>
          </a:p>
        </p:txBody>
      </p:sp>
      <p:sp>
        <p:nvSpPr>
          <p:cNvPr id="14" name="A monitoring identity lists Secrets across names">
            <a:extLst xmlns:a="http://schemas.openxmlformats.org/drawingml/2006/main">
              <a:ext uri="{FF2B5EF4-FFF2-40B4-BE49-F238E27FC236}">
                <a16:creationId xmlns:a16="http://schemas.microsoft.com/office/drawing/2014/main" id="{8185620D-BBFC-492A-80DF-5211C9C2DD3E}"/>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Secrets across namespaces</a:t>
            </a:r>
          </a:p>
        </p:txBody>
      </p:sp>
      <p:sp>
        <p:nvSpPr>
          <p:cNvPr id="15" name="Choose as a team. Keep the sealed updates closed">
            <a:extLst xmlns:a="http://schemas.openxmlformats.org/drawingml/2006/main">
              <a:ext uri="{FF2B5EF4-FFF2-40B4-BE49-F238E27FC236}">
                <a16:creationId xmlns:a16="http://schemas.microsoft.com/office/drawing/2014/main" id="{D6C180F6-7FEC-4D61-B088-66BA6A99A441}"/>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574127FB-E284-4CB8-9D71-E5847FC674A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5">
            <a:extLst xmlns:a="http://schemas.openxmlformats.org/drawingml/2006/main">
              <a:ext uri="{FF2B5EF4-FFF2-40B4-BE49-F238E27FC236}">
                <a16:creationId xmlns:a16="http://schemas.microsoft.com/office/drawing/2014/main" id="{62E5809B-EF86-4C80-8A18-5A5EC545B67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668279569"/>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60016C4C-018E-440D-A3F4-96554FBDDC9F}"/>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0CD78473-4E05-4007-B5D3-73606C2A9131}"/>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74F6A639-128E-4F5A-8B2E-F3DA451526F9}"/>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service replicas and essential ">
            <a:extLst xmlns:a="http://schemas.openxmlformats.org/drawingml/2006/main">
              <a:ext uri="{FF2B5EF4-FFF2-40B4-BE49-F238E27FC236}">
                <a16:creationId xmlns:a16="http://schemas.microsoft.com/office/drawing/2014/main" id="{369B944C-91C7-4339-88AA-FAF7119C3EA9}"/>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service replicas and essential dependency access.</a:t>
            </a:r>
          </a:p>
        </p:txBody>
      </p:sp>
      <p:sp>
        <p:nvSpPr>
          <p:cNvPr id="5" name="Evidence">
            <a:extLst xmlns:a="http://schemas.openxmlformats.org/drawingml/2006/main">
              <a:ext uri="{FF2B5EF4-FFF2-40B4-BE49-F238E27FC236}">
                <a16:creationId xmlns:a16="http://schemas.microsoft.com/office/drawing/2014/main" id="{D478CC63-D26B-4572-A595-0B2E41D1D67C}"/>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C80633A1-F32C-464A-89A6-D9E27B0CCA7F}"/>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AEF2D30A-F336-4386-8615-E9F3E8856CD7}"/>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C450ECA6-080A-44BD-899B-F11B6C7DC52A}"/>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B2A96080-6E30-4095-B8BE-A0793BE44A52}"/>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4539EEE5-5FAE-447A-8875-CE6EB6554DA0}"/>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one constraint and a measurable service f">
            <a:extLst xmlns:a="http://schemas.openxmlformats.org/drawingml/2006/main">
              <a:ext uri="{FF2B5EF4-FFF2-40B4-BE49-F238E27FC236}">
                <a16:creationId xmlns:a16="http://schemas.microsoft.com/office/drawing/2014/main" id="{BA5766FF-BF4D-454C-8E7B-344503BE7EC6}"/>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one constraint and a measurable service floor on page 6.</a:t>
            </a:r>
          </a:p>
        </p:txBody>
      </p:sp>
      <p:sp>
        <p:nvSpPr>
          <p:cNvPr id="12" name="ISC2 SECURITY CONGRESS 2026 / SC2632">
            <a:extLst xmlns:a="http://schemas.openxmlformats.org/drawingml/2006/main">
              <a:ext uri="{FF2B5EF4-FFF2-40B4-BE49-F238E27FC236}">
                <a16:creationId xmlns:a16="http://schemas.microsoft.com/office/drawing/2014/main" id="{2029E669-12FB-4383-9846-6DD865B24DF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7BA36B9A-D2C5-452B-A5ED-4394A3708F4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487912549"/>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TEAM SETUP / OPEN THE DECISION RECORD ON PAGE 6">
            <a:extLst xmlns:a="http://schemas.openxmlformats.org/drawingml/2006/main">
              <a:ext uri="{FF2B5EF4-FFF2-40B4-BE49-F238E27FC236}">
                <a16:creationId xmlns:a16="http://schemas.microsoft.com/office/drawing/2014/main" id="{4BE35E9E-02CA-4EEF-A707-D3922BDD5644}"/>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TEAM SETUP / OPEN THE DECISION RECORD ON PAGE 6</a:t>
            </a:r>
          </a:p>
        </p:txBody>
      </p:sp>
      <p:sp>
        <p:nvSpPr>
          <p:cNvPr id="2" name="Your team before Round 1">
            <a:extLst xmlns:a="http://schemas.openxmlformats.org/drawingml/2006/main">
              <a:ext uri="{FF2B5EF4-FFF2-40B4-BE49-F238E27FC236}">
                <a16:creationId xmlns:a16="http://schemas.microsoft.com/office/drawing/2014/main" id="{33C9B28A-5D04-4A26-AC3E-96AEEF1C74BE}"/>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team before Round 1</a:t>
            </a:r>
          </a:p>
        </p:txBody>
      </p:sp>
      <p:sp>
        <p:nvSpPr>
          <p:cNvPr id="3" name="Incident lead">
            <a:extLst xmlns:a="http://schemas.openxmlformats.org/drawingml/2006/main">
              <a:ext uri="{FF2B5EF4-FFF2-40B4-BE49-F238E27FC236}">
                <a16:creationId xmlns:a16="http://schemas.microsoft.com/office/drawing/2014/main" id="{C7E80724-74FF-423B-B72A-5D66A2753DE4}"/>
              </a:ext>
            </a:extLst>
          </p:cNvPr>
          <p:cNvSpPr>
            <a:spLocks xmlns:a="http://schemas.openxmlformats.org/drawingml/2006/main" noGrp="1"/>
          </p:cNvSpPr>
          <p:nvPr/>
        </p:nvSpPr>
        <p:spPr>
          <a:xfrm xmlns:a="http://schemas.openxmlformats.org/drawingml/2006/main">
            <a:off x="628650" y="26003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Incident lead</a:t>
            </a:r>
          </a:p>
        </p:txBody>
      </p:sp>
      <p:sp>
        <p:nvSpPr>
          <p:cNvPr id="4" name="States the decision">
            <a:extLst xmlns:a="http://schemas.openxmlformats.org/drawingml/2006/main">
              <a:ext uri="{FF2B5EF4-FFF2-40B4-BE49-F238E27FC236}">
                <a16:creationId xmlns:a16="http://schemas.microsoft.com/office/drawing/2014/main" id="{A9BABABE-38ED-4409-807D-F7250934C590}"/>
              </a:ext>
            </a:extLst>
          </p:cNvPr>
          <p:cNvSpPr>
            <a:spLocks xmlns:a="http://schemas.openxmlformats.org/drawingml/2006/main" noGrp="1"/>
          </p:cNvSpPr>
          <p:nvPr/>
        </p:nvSpPr>
        <p:spPr>
          <a:xfrm xmlns:a="http://schemas.openxmlformats.org/drawingml/2006/main">
            <a:off x="628650" y="29718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States the decision</a:t>
            </a:r>
          </a:p>
        </p:txBody>
      </p:sp>
      <p:sp>
        <p:nvSpPr>
          <p:cNvPr id="5" name="Recorder">
            <a:extLst xmlns:a="http://schemas.openxmlformats.org/drawingml/2006/main">
              <a:ext uri="{FF2B5EF4-FFF2-40B4-BE49-F238E27FC236}">
                <a16:creationId xmlns:a16="http://schemas.microsoft.com/office/drawing/2014/main" id="{757BFEA6-E9B9-4BD9-A4C1-8051C6B1C611}"/>
              </a:ext>
            </a:extLst>
          </p:cNvPr>
          <p:cNvSpPr>
            <a:spLocks xmlns:a="http://schemas.openxmlformats.org/drawingml/2006/main" noGrp="1"/>
          </p:cNvSpPr>
          <p:nvPr/>
        </p:nvSpPr>
        <p:spPr>
          <a:xfrm xmlns:a="http://schemas.openxmlformats.org/drawingml/2006/main">
            <a:off x="628650" y="33432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Recorder</a:t>
            </a:r>
          </a:p>
        </p:txBody>
      </p:sp>
      <p:sp>
        <p:nvSpPr>
          <p:cNvPr id="6" name="Writes the shared record">
            <a:extLst xmlns:a="http://schemas.openxmlformats.org/drawingml/2006/main">
              <a:ext uri="{FF2B5EF4-FFF2-40B4-BE49-F238E27FC236}">
                <a16:creationId xmlns:a16="http://schemas.microsoft.com/office/drawing/2014/main" id="{35E44164-DD82-43E9-B691-B96AFEA985D6}"/>
              </a:ext>
            </a:extLst>
          </p:cNvPr>
          <p:cNvSpPr>
            <a:spLocks xmlns:a="http://schemas.openxmlformats.org/drawingml/2006/main" noGrp="1"/>
          </p:cNvSpPr>
          <p:nvPr/>
        </p:nvSpPr>
        <p:spPr>
          <a:xfrm xmlns:a="http://schemas.openxmlformats.org/drawingml/2006/main">
            <a:off x="628650" y="37147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Writes the shared record</a:t>
            </a:r>
          </a:p>
        </p:txBody>
      </p:sp>
      <p:sp>
        <p:nvSpPr>
          <p:cNvPr id="7" name="Analyst">
            <a:extLst xmlns:a="http://schemas.openxmlformats.org/drawingml/2006/main">
              <a:ext uri="{FF2B5EF4-FFF2-40B4-BE49-F238E27FC236}">
                <a16:creationId xmlns:a16="http://schemas.microsoft.com/office/drawing/2014/main" id="{30B5B589-AA54-49D1-ACA5-77033CDCF8CD}"/>
              </a:ext>
            </a:extLst>
          </p:cNvPr>
          <p:cNvSpPr>
            <a:spLocks xmlns:a="http://schemas.openxmlformats.org/drawingml/2006/main" noGrp="1"/>
          </p:cNvSpPr>
          <p:nvPr/>
        </p:nvSpPr>
        <p:spPr>
          <a:xfrm xmlns:a="http://schemas.openxmlformats.org/drawingml/2006/main">
            <a:off x="628650" y="40862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Analyst</a:t>
            </a:r>
          </a:p>
        </p:txBody>
      </p:sp>
      <p:sp>
        <p:nvSpPr>
          <p:cNvPr id="8" name="Checks claims against the evidence">
            <a:extLst xmlns:a="http://schemas.openxmlformats.org/drawingml/2006/main">
              <a:ext uri="{FF2B5EF4-FFF2-40B4-BE49-F238E27FC236}">
                <a16:creationId xmlns:a16="http://schemas.microsoft.com/office/drawing/2014/main" id="{E57C89D1-02E7-4BAE-85BE-60D639E706D1}"/>
              </a:ext>
            </a:extLst>
          </p:cNvPr>
          <p:cNvSpPr>
            <a:spLocks xmlns:a="http://schemas.openxmlformats.org/drawingml/2006/main" noGrp="1"/>
          </p:cNvSpPr>
          <p:nvPr/>
        </p:nvSpPr>
        <p:spPr>
          <a:xfrm xmlns:a="http://schemas.openxmlformats.org/drawingml/2006/main">
            <a:off x="628650" y="44577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Checks claims against the evidence</a:t>
            </a:r>
          </a:p>
        </p:txBody>
      </p:sp>
      <p:sp>
        <p:nvSpPr>
          <p:cNvPr id="9" name="Independent reviewer">
            <a:extLst xmlns:a="http://schemas.openxmlformats.org/drawingml/2006/main">
              <a:ext uri="{FF2B5EF4-FFF2-40B4-BE49-F238E27FC236}">
                <a16:creationId xmlns:a16="http://schemas.microsoft.com/office/drawing/2014/main" id="{2CF57CD2-C082-4F00-A2F0-FE1671C94AEE}"/>
              </a:ext>
            </a:extLst>
          </p:cNvPr>
          <p:cNvSpPr>
            <a:spLocks xmlns:a="http://schemas.openxmlformats.org/drawingml/2006/main" noGrp="1"/>
          </p:cNvSpPr>
          <p:nvPr/>
        </p:nvSpPr>
        <p:spPr>
          <a:xfrm xmlns:a="http://schemas.openxmlformats.org/drawingml/2006/main">
            <a:off x="628650" y="48291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Independent reviewer</a:t>
            </a:r>
          </a:p>
        </p:txBody>
      </p:sp>
      <p:sp>
        <p:nvSpPr>
          <p:cNvPr id="10" name="Raises a concern before the decision">
            <a:extLst xmlns:a="http://schemas.openxmlformats.org/drawingml/2006/main">
              <a:ext uri="{FF2B5EF4-FFF2-40B4-BE49-F238E27FC236}">
                <a16:creationId xmlns:a16="http://schemas.microsoft.com/office/drawing/2014/main" id="{F5EB57F0-2B27-4D9A-91FB-1E0F599AC947}"/>
              </a:ext>
            </a:extLst>
          </p:cNvPr>
          <p:cNvSpPr>
            <a:spLocks xmlns:a="http://schemas.openxmlformats.org/drawingml/2006/main" noGrp="1"/>
          </p:cNvSpPr>
          <p:nvPr/>
        </p:nvSpPr>
        <p:spPr>
          <a:xfrm xmlns:a="http://schemas.openxmlformats.org/drawingml/2006/main">
            <a:off x="628650" y="52006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Raises a concern before the decision</a:t>
            </a:r>
          </a:p>
        </p:txBody>
      </p:sp>
      <p:sp>
        <p:nvSpPr>
          <p:cNvPr id="11" name="RECORD NOW">
            <a:extLst xmlns:a="http://schemas.openxmlformats.org/drawingml/2006/main">
              <a:ext uri="{FF2B5EF4-FFF2-40B4-BE49-F238E27FC236}">
                <a16:creationId xmlns:a16="http://schemas.microsoft.com/office/drawing/2014/main" id="{9F1454CE-0E05-48C2-B6C6-51084BCBC972}"/>
              </a:ext>
            </a:extLst>
          </p:cNvPr>
          <p:cNvSpPr>
            <a:spLocks xmlns:a="http://schemas.openxmlformats.org/drawingml/2006/main" noGrp="1"/>
          </p:cNvSpPr>
          <p:nvPr/>
        </p:nvSpPr>
        <p:spPr>
          <a:xfrm xmlns:a="http://schemas.openxmlformats.org/drawingml/2006/main">
            <a:off x="6848475" y="2600325"/>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RECORD NOW</a:t>
            </a:r>
          </a:p>
        </p:txBody>
      </p:sp>
      <p:sp>
        <p:nvSpPr>
          <p:cNvPr id="12" name="Table and selected case&#10;Primary operational cons">
            <a:extLst xmlns:a="http://schemas.openxmlformats.org/drawingml/2006/main">
              <a:ext uri="{FF2B5EF4-FFF2-40B4-BE49-F238E27FC236}">
                <a16:creationId xmlns:a16="http://schemas.microsoft.com/office/drawing/2014/main" id="{B4FC5620-B2A8-46AE-BB24-8A4460DB5BAF}"/>
              </a:ext>
            </a:extLst>
          </p:cNvPr>
          <p:cNvSpPr>
            <a:spLocks xmlns:a="http://schemas.openxmlformats.org/drawingml/2006/main" noGrp="1"/>
          </p:cNvSpPr>
          <p:nvPr/>
        </p:nvSpPr>
        <p:spPr>
          <a:xfrm xmlns:a="http://schemas.openxmlformats.org/drawingml/2006/main">
            <a:off x="6848475" y="3086100"/>
            <a:ext cx="464820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Table and selected case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Primary operational constraint</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Who takes each role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Minimum service that must survive</a:t>
            </a:r>
          </a:p>
        </p:txBody>
      </p:sp>
      <p:sp>
        <p:nvSpPr>
          <p:cNvPr id="13" name="The scorecard rewards justified decisions and in">
            <a:extLst xmlns:a="http://schemas.openxmlformats.org/drawingml/2006/main">
              <a:ext uri="{FF2B5EF4-FFF2-40B4-BE49-F238E27FC236}">
                <a16:creationId xmlns:a16="http://schemas.microsoft.com/office/drawing/2014/main" id="{7173F6D5-E969-4600-8629-C7FE30921447}"/>
              </a:ext>
            </a:extLst>
          </p:cNvPr>
          <p:cNvSpPr>
            <a:spLocks xmlns:a="http://schemas.openxmlformats.org/drawingml/2006/main" noGrp="1"/>
          </p:cNvSpPr>
          <p:nvPr/>
        </p:nvSpPr>
        <p:spPr>
          <a:xfrm xmlns:a="http://schemas.openxmlformats.org/drawingml/2006/main">
            <a:off x="628650" y="5981700"/>
            <a:ext cx="10858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0B1822"/>
                </a:solidFill>
                <a:latin typeface="Arial"/>
                <a:ea typeface="Arial"/>
                <a:cs typeface="Arial"/>
              </a:defRPr>
            </a:defPPr>
          </a:lstStyle>
          <a:p xmlns:a="http://schemas.openxmlformats.org/drawingml/2006/main">
            <a:pPr>
              <a:defRPr sz="1650" b="0">
                <a:solidFill>
                  <a:srgbClr val="0B1822"/>
                </a:solidFill>
                <a:latin typeface="Arial"/>
                <a:ea typeface="Arial"/>
                <a:cs typeface="Arial"/>
              </a:defRPr>
            </a:pPr>
            <a:r>
              <a:rPr sz="1650" b="0">
                <a:solidFill>
                  <a:srgbClr val="0B1822"/>
                </a:solidFill>
                <a:latin typeface="Arial"/>
                <a:ea typeface="Arial"/>
                <a:cs typeface="Arial"/>
              </a:rPr>
              <a:t>The scorecard rewards justified decisions and independent review. 15 points possible.</a:t>
            </a:r>
          </a:p>
        </p:txBody>
      </p:sp>
      <p:sp>
        <p:nvSpPr>
          <p:cNvPr id="14" name="ISC2 SECURITY CONGRESS 2026 / SC2632">
            <a:extLst xmlns:a="http://schemas.openxmlformats.org/drawingml/2006/main">
              <a:ext uri="{FF2B5EF4-FFF2-40B4-BE49-F238E27FC236}">
                <a16:creationId xmlns:a16="http://schemas.microsoft.com/office/drawing/2014/main" id="{6F5BEB10-8C84-44E6-A1B1-3151EB2870A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7">
            <a:extLst xmlns:a="http://schemas.openxmlformats.org/drawingml/2006/main">
              <a:ext uri="{FF2B5EF4-FFF2-40B4-BE49-F238E27FC236}">
                <a16:creationId xmlns:a16="http://schemas.microsoft.com/office/drawing/2014/main" id="{4DDF2C91-E451-4968-8531-768DD4053B2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1792329377"/>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973CD3D4-C1F8-4691-85A0-132BE8AD61FF}"/>
              </a:ext>
            </a:extLst>
          </p:cNvPr>
          <p:cNvPicPr>
            <a:picLocks xmlns:a="http://schemas.openxmlformats.org/drawingml/2006/main" noChangeAspect="1"/>
          </p:cNvPicPr>
          <p:nvPr/>
        </p:nvPicPr>
        <p:blipFill>
          <a:blip xmlns:r="http://schemas.openxmlformats.org/officeDocument/2006/relationships" xmlns:a="http://schemas.openxmlformats.org/drawingml/2006/main" r:embed="Rd3a1a71013054d7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F7A31047-5E48-4FDC-8E21-E39ECFDDE3A1}"/>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B4BEF771-32A7-4C5E-AF50-E9CB8BC17AA2}"/>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C65A2130-8783-402A-8B4C-B712B17831FF}"/>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Write one intent on page 6.&#10;Name the forbidden b">
            <a:extLst xmlns:a="http://schemas.openxmlformats.org/drawingml/2006/main">
              <a:ext uri="{FF2B5EF4-FFF2-40B4-BE49-F238E27FC236}">
                <a16:creationId xmlns:a16="http://schemas.microsoft.com/office/drawing/2014/main" id="{C3198161-47A7-4A9F-AC51-E38DD658F3DB}"/>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Write one intent on page 6.</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 the forbidden behavior and preserved dependency.</a:t>
            </a:r>
          </a:p>
        </p:txBody>
      </p:sp>
      <p:sp>
        <p:nvSpPr>
          <p:cNvPr id="6" name="ISC2 SECURITY CONGRESS 2026 / SC2632">
            <a:extLst xmlns:a="http://schemas.openxmlformats.org/drawingml/2006/main">
              <a:ext uri="{FF2B5EF4-FFF2-40B4-BE49-F238E27FC236}">
                <a16:creationId xmlns:a16="http://schemas.microsoft.com/office/drawing/2014/main" id="{7A35A99E-4D8E-4F6B-8949-1A50BED2FE8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889F090B-ED2D-48D2-AF7A-EBCFBC08EE8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498664543"/>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93D7CD53-2478-4E91-AF21-021E4153BAF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091E7546-5191-4505-B3C4-77B627788593}"/>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3F6C19D1-F24A-4435-B397-0A3D3E0ADCD7}"/>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A492091D-AF16-4D75-AD40-1788E4DCEB2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4397BC93-5DC1-43D8-93D8-6F692CCBAA6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1561167700"/>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7242FBA2-8DD4-421B-90EE-5A84B6E20D7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BDF2217F-366B-439B-9DEA-E39C275FA61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86B15ACC-7E1A-4582-A2FF-410D7AA07005}"/>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80C4E99E-C99F-4C3F-94FE-1923EE89E9DF}"/>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1E7E9859-8432-4EAB-971D-235EBB773CB5}"/>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C86660F4-8830-4350-9EA3-638A1477393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9A29A98C-AC58-46DA-BCB5-F8096B6EB5A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237017501"/>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7ED36278-A360-451E-9569-CC7287FA6E5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F8BA6D3A-79FD-49AC-8578-AD2B9960ADBF}"/>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E93F2899-5187-4D1B-97A2-C066ED21A5E7}"/>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A9F5BA88-C09A-4FBA-8C6F-98B489E4AB1E}"/>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AA6277D6-AFB7-4D09-80B4-102E3164A69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B7927652-1FF1-447A-BCF6-775BCE643C5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438482833"/>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D59815A3-5DDF-4387-909A-E425C2616D7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8EB60B2E-C37E-4DD8-932E-9D89A893410E}"/>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DC1D2440-AE27-43D5-AFD4-EB9A7CC5E755}"/>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5D6FCB6C-5FE5-444E-A18C-B360E6AF990B}"/>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854EE8D5-52F7-45B1-B076-B4F2C7D17BB3}"/>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7C8E72B9-401C-4F93-BADE-4A7C17377066}"/>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F4766BE2-AAF1-46B3-A1AD-49E241D268F1}"/>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0FDACC02-5C1D-4381-8B58-08718122C82E}"/>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AF456D74-7B54-42C9-B130-73D9E6F7FD8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51ECA81F-EB45-4123-9C80-AD8BE31FCB3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979960003"/>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DFC3E011-92EC-4BB6-98E7-CF29EEF10E91}"/>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E8DA9EF9-A32F-45AD-B2D2-D2134C9D5A92}"/>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2B4995D5-3AC3-4872-A0DC-A11E9209CCAA}"/>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99F233AB-DCB0-42FF-9AAB-598FBDFBCD04}"/>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7B66A2BB-FC78-4128-B7B0-C735ECCBEC6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3CDD8453-740B-485B-A5AA-698A872B13A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199805647"/>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B1D385B9-38A5-49F3-895A-CF11ED337F5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946418A9-45A7-404D-89B3-FAC564FFF7A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147E50D9-E67A-4D97-AB18-53E21C8CAE18}"/>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567FE3E3-3349-4745-83D6-2ABC3F64E4A9}"/>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DDFAEA8E-2AEC-4BB4-8E48-4FD79939C4E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8010D957-D8B4-4611-8ECA-B0B2ADB6D55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500750272"/>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E1E77B13-7AAF-425B-A1CD-3E221AC469D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B81A7F81-21B7-459E-ABE6-020D6185EC0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93E198E3-3F51-4821-9207-297AF99B8DB2}"/>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4F4E2667-EF97-4161-9FA0-9CF00EAFE02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5E955C12-EBB0-4007-AC14-543813FE78E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659775586"/>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7BDDDBE-4268-4021-B274-23F3F93F9487}"/>
              </a:ext>
            </a:extLst>
          </p:cNvPr>
          <p:cNvPicPr>
            <a:picLocks xmlns:a="http://schemas.openxmlformats.org/drawingml/2006/main" noChangeAspect="1"/>
          </p:cNvPicPr>
          <p:nvPr/>
        </p:nvPicPr>
        <p:blipFill>
          <a:blip xmlns:r="http://schemas.openxmlformats.org/officeDocument/2006/relationships" xmlns:a="http://schemas.openxmlformats.org/drawingml/2006/main" r:embed="R22a6a025baa34d1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B1369C94-E991-4ADB-9BEB-9354AC9E0C36}"/>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8FCE150E-A06D-40A8-9EC9-D90B57A39B67}"/>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348221D3-1DDF-45E9-9F22-38384E1EA5EF}"/>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BDCD0B42-9ABE-4930-8B88-E3E8EAC9604B}"/>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03A327ED-224E-4B2C-BACA-4492477B49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8CD25390-82E5-4D36-98AC-C1377902DA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352757146"/>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C4A4375E-C267-4066-AB78-2C9C15A0070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187990E7-B12F-469F-92BE-B6ADC30F34A5}"/>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C0255785-3378-4059-9E48-1DFB22935648}"/>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DF69CBF9-AAC0-4A6E-B157-62721DBD51A5}"/>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58C1B3C2-0A99-4027-923A-521740C7717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7801EB64-F4C9-47B0-9E74-F392F7D4694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916054490"/>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369426BE-14ED-4F53-A5C8-66D1B9FBB542}"/>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4AA8539A-D843-413A-AC32-098F964702DA}"/>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425091DA-016A-4144-B0DB-39D10847DC50}"/>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A0F123A2-04F3-464D-BA01-2DB8EA1D8EF4}"/>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AEEC6357-6E05-4938-85BF-FEFA31E8B1F9}"/>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483F58E7-0286-4BDF-9974-69456F117115}"/>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FCFCE54C-B6AD-4A2C-9AEE-51F11E2A9627}"/>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B4FD42F3-0DE5-4B85-BC4D-81608872CE06}"/>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F01DBEB3-7800-4C3E-B58F-3C005814A193}"/>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A9DCD913-BE47-48F3-8243-A7034846EE0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D682D742-9D66-49D6-8481-751F377F252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70339288"/>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C789F2CC-F0D6-44B0-8FE1-2DDCF32B2A7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84B00A85-3318-4AF1-A1C9-ED5F65A9BED4}"/>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21BDFE1A-42BF-44D0-9C0C-CA194CD02305}"/>
              </a:ext>
            </a:extLst>
          </p:cNvPr>
          <p:cNvPicPr>
            <a:picLocks xmlns:a="http://schemas.openxmlformats.org/drawingml/2006/main" noChangeAspect="1"/>
          </p:cNvPicPr>
          <p:nvPr/>
        </p:nvPicPr>
        <p:blipFill>
          <a:blip xmlns:r="http://schemas.openxmlformats.org/officeDocument/2006/relationships" xmlns:a="http://schemas.openxmlformats.org/drawingml/2006/main" r:embed="R58db29ee0f2a474e"/>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D16BA3FF-ED3C-4672-92D4-D0AF70862A67}"/>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D44FBC09-08D7-4F36-9967-235B8A41B81F}"/>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40D03F94-4B69-472D-A0B0-701127C7F072}"/>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EE92A644-7C4B-4FAB-92D3-D9DD1EEF073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1660A633-5B7F-4F42-98A1-FDA8FF1FE31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857379491"/>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552E14BE-055C-4228-AFFE-75BC091C6A1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Pods be evicted?">
            <a:extLst xmlns:a="http://schemas.openxmlformats.org/drawingml/2006/main">
              <a:ext uri="{FF2B5EF4-FFF2-40B4-BE49-F238E27FC236}">
                <a16:creationId xmlns:a16="http://schemas.microsoft.com/office/drawing/2014/main" id="{C1C07E1A-12D8-4F80-97BA-D8FE8335637D}"/>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Pods be evicted?</a:t>
            </a:r>
          </a:p>
        </p:txBody>
      </p:sp>
      <p:pic>
        <p:nvPicPr>
          <p:cNvPr id="3" name="">
            <a:extLst xmlns:a="http://schemas.openxmlformats.org/drawingml/2006/main">
              <a:ext uri="{FF2B5EF4-FFF2-40B4-BE49-F238E27FC236}">
                <a16:creationId xmlns:a16="http://schemas.microsoft.com/office/drawing/2014/main" id="{95E5708E-D017-40BC-ABC0-47BE14914E5C}"/>
              </a:ext>
            </a:extLst>
          </p:cNvPr>
          <p:cNvPicPr>
            <a:picLocks xmlns:a="http://schemas.openxmlformats.org/drawingml/2006/main" noChangeAspect="1"/>
          </p:cNvPicPr>
          <p:nvPr/>
        </p:nvPicPr>
        <p:blipFill>
          <a:blip xmlns:r="http://schemas.openxmlformats.org/officeDocument/2006/relationships" xmlns:a="http://schemas.openxmlformats.org/drawingml/2006/main" r:embed="Rbf573a0fd45a46f6"/>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replicas.&#10;The PDB keeps two up.">
            <a:extLst xmlns:a="http://schemas.openxmlformats.org/drawingml/2006/main">
              <a:ext uri="{FF2B5EF4-FFF2-40B4-BE49-F238E27FC236}">
                <a16:creationId xmlns:a16="http://schemas.microsoft.com/office/drawing/2014/main" id="{34D0ECD1-C457-4B37-964B-32BAB4F87C49}"/>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replicas.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The PDB keeps two up.</a:t>
            </a:r>
          </a:p>
        </p:txBody>
      </p:sp>
      <p:sp>
        <p:nvSpPr>
          <p:cNvPr id="5" name="RECORD YOUR DECISION.&#10;STATE THE SUPPORTING EVIDE">
            <a:extLst xmlns:a="http://schemas.openxmlformats.org/drawingml/2006/main">
              <a:ext uri="{FF2B5EF4-FFF2-40B4-BE49-F238E27FC236}">
                <a16:creationId xmlns:a16="http://schemas.microsoft.com/office/drawing/2014/main" id="{62AA6E7B-C87C-4F88-8D08-62D0475FD2A0}"/>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DE2858A0-9DA9-4A55-9ECC-BAE448BA6FA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CE13F55D-2F6F-4250-A537-592D3A61C4B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2CBB5874-3E52-4839-ACFA-5C339D70EE6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423924063"/>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8BA6DCDF-62E4-4A85-90AA-AE9C48B4C58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562F2137-76BC-4C43-B7C2-A8D2307E60B9}"/>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C73CD25E-F560-42A7-935F-176ADB869340}"/>
              </a:ext>
            </a:extLst>
          </p:cNvPr>
          <p:cNvPicPr>
            <a:picLocks xmlns:a="http://schemas.openxmlformats.org/drawingml/2006/main" noChangeAspect="1"/>
          </p:cNvPicPr>
          <p:nvPr/>
        </p:nvPicPr>
        <p:blipFill>
          <a:blip xmlns:r="http://schemas.openxmlformats.org/officeDocument/2006/relationships" xmlns:a="http://schemas.openxmlformats.org/drawingml/2006/main" r:embed="R9166d6178e0f4e26"/>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50658E8F-9F40-4028-A8AC-6ED67476A4BB}"/>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194D5BB2-19C6-4388-B963-A2EC4F46A3DA}"/>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5364F049-5CF5-4540-834E-1174132C40CD}"/>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0A202A2-23BC-436C-B64D-3231B6D50E9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DC3FCB3E-63E5-42DA-ABEA-03D77C3F18A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845266447"/>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61AED968-5159-4DFC-9631-B75380FE37C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3C625CE8-BBC7-4FDE-94A0-2F630FFC5B64}"/>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73998D27-CC25-4646-B2E0-E18066A181BC}"/>
              </a:ext>
            </a:extLst>
          </p:cNvPr>
          <p:cNvPicPr>
            <a:picLocks xmlns:a="http://schemas.openxmlformats.org/drawingml/2006/main" noChangeAspect="1"/>
          </p:cNvPicPr>
          <p:nvPr/>
        </p:nvPicPr>
        <p:blipFill>
          <a:blip xmlns:r="http://schemas.openxmlformats.org/officeDocument/2006/relationships" xmlns:a="http://schemas.openxmlformats.org/drawingml/2006/main" r:embed="R6099b058648f44cb"/>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74ABD562-BD6F-4A13-974C-F58B746686A8}"/>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3D91DBBB-5CA4-4AED-A8EF-B48DCE4F8634}"/>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C14625BA-2E05-4033-8326-8FD8B0F1F1CB}"/>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3F6B2494-4B81-4DCD-B790-A0EFC45E2F5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A37EC65A-D1BC-4A7E-9C8F-2B7A1B7E119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613372804"/>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B7DA4D77-FF88-4ABB-A1C4-82EB61A10AB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C85F7720-B1FD-474D-9C59-D891A30ED0AF}"/>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62412CF6-D276-4ADC-B36D-638309C842B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00FBC262-483B-4B1A-9533-F1AA612B33B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6A404E33-E7BF-4FDF-84EE-2507583AB6E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922236735"/>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CDCC9AA6-510D-4E4B-B391-2788CB94458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EA18088C-8E80-4943-B30E-79927FC0B9CF}"/>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549D4AC8-EE02-4011-A0A2-E3EEA2D1B655}"/>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82A95F3E-71D4-4318-B985-924DABCF8560}"/>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B5651DF6-2374-478F-8A25-ADC32D49834B}"/>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93627E44-C2EA-46B1-95BB-92FB42ABAFB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14A80434-D912-4121-942A-F1928A9B60A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360470918"/>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254A7EA4-F3F5-4114-ACB0-373A25C683E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39928ABC-CB11-4C0F-A70B-DAB1834B1206}"/>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C9562F2A-D9D4-487D-ACAB-B2B2B21FC506}"/>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4EA6D2B1-B789-40A7-9B08-EA4DF9AF7A3E}"/>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69BBE9E1-E49C-4227-95C4-416CDC3AE955}"/>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084EABDF-925A-4DE4-B948-88E5B11D08CD}"/>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B932371C-38CB-4360-A5A3-F98A679940B9}"/>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8797FF5B-5BFC-412A-B1D6-955270030E95}"/>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DF016B83-7B73-4E8E-9DD8-B35FC75E3301}"/>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7ED6146C-4D6D-4E3E-99AF-4281524D34D0}"/>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77011DD8-5414-46F3-B0EA-22A772A1BC7E}"/>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0EE6C941-FA5B-470F-8B3C-7D198363B49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1A7CA7F9-990D-42A0-84A5-9B5EC2FE0FC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87422405"/>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18C57549-F805-471B-97DB-65FC37CE3FB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C7D7A612-D7ED-4067-86AF-5BB159F42CC5}"/>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91166B20-1D39-4D23-BB72-E04484E5FA21}"/>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2BA7D87F-AC93-4176-8E54-F15175062DC7}"/>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4458C13D-5C06-4C1B-AD4E-B476DED52F8E}"/>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0F060F8B-A501-4D3B-8BE2-5153B5D91430}"/>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C4E13A91-9710-44ED-B11E-EB3234FC686D}"/>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0C0F3F22-FB66-41A5-86A1-0C7BB867617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C4EAEDE2-ACC5-4E9C-833A-C883578E366A}"/>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FE152245-78C9-4117-B703-2CCF7695DA66}"/>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62436F7A-BEF7-4F1A-94F4-0844EB9934DC}"/>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10BB7494-AAC3-4581-8EC2-4EF149AF7CA3}"/>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F99B0C63-18F3-49CA-B87B-5AD8D0CE15E8}"/>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392B64D3-849B-4173-BA3F-17416F7EF3A5}"/>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FC4A7F1C-E06D-4D83-A90A-BB95CE193726}"/>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09C2D2A5-6404-4157-A408-D69D0AFBC65C}"/>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B1865EF7-2A0B-4941-924C-8631968AA171}"/>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DDBB4712-D218-430B-BB6E-5A7B1AEE26A4}"/>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DCE4BAFA-2890-4DE5-A4DA-A38F15D73B2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0ED6C6F7-050D-4E42-8A98-36DBCC10A31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51587758"/>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903A1BB-EB50-403A-8C39-B9A691DB126C}"/>
              </a:ext>
            </a:extLst>
          </p:cNvPr>
          <p:cNvPicPr>
            <a:picLocks xmlns:a="http://schemas.openxmlformats.org/drawingml/2006/main" noChangeAspect="1"/>
          </p:cNvPicPr>
          <p:nvPr/>
        </p:nvPicPr>
        <p:blipFill>
          <a:blip xmlns:r="http://schemas.openxmlformats.org/officeDocument/2006/relationships" xmlns:a="http://schemas.openxmlformats.org/drawingml/2006/main" r:embed="Re58b8be3f4164cb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CAFE0FBB-BD36-466E-BB33-7E69C7E2719E}"/>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4B6337CB-ABD2-442E-BA8D-15CC8E377FC6}"/>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E84E7807-01FE-4CC3-B7B1-08F46E91EFE8}"/>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BAEE4A11-613E-43E0-A487-56FB44F00501}"/>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26DFA56B-4CCA-4741-9A11-D92952302DC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326C4BDB-777D-48C2-8FCF-5E9F371B10A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297059119"/>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D69B8DB5-6D27-470E-A975-39B4A7CB5D86}"/>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AE18740D-88DE-4EE7-B04B-EB46970CFF53}"/>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F3C36C9C-8B03-424E-8B4A-B2940FC98AF6}"/>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5229ED5D-7CAE-4403-B485-7BC3916E314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1B63D328-65CA-421E-9120-076DDD87193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63871407"/>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41BE4621-8ED3-4E2D-91C4-31910F2591A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67D5E9F1-3D6D-4470-8184-0CAB3476AFC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25F78EA5-5217-4D1F-84C4-6D831016AEEA}"/>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56367BE1-E5C4-4A42-AC3C-BEFB2013AC72}"/>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AABCD6E5-5AB3-4E81-AEF1-8867C42A7661}"/>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1A940FDD-761B-4EFB-A625-AE2E46025E0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6A565104-5B45-476E-90E7-74BA7E6D0FB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1905100617"/>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E8AC0C67-18A3-469A-8BE0-75D5BF5EC85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9922B7A6-C209-4F97-82D7-BC08A1DF2BC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A5A3C07-34BD-49B7-8856-9309711F3465}"/>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9826B06E-831A-425C-B4EB-E438A8F45B5B}"/>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B9EC3A29-1E9E-4279-95A9-12A1C9E5D4D7}"/>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A8AD1E74-64B3-4506-B5CD-E7DA2D8C88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C1BB86B8-5458-42E4-B985-1186EE638AC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709704097"/>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BA072DB4-FDA0-4455-842D-0BFE656C2E6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5354965F-F4B2-4E02-AA3A-934966549FE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A66001DE-F596-49DC-9AB5-6BE163BAD06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F25AD1B1-D677-4393-8FB7-383D6ECCDDE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3B40D53C-928C-4A01-971C-A6DA059C22F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1631522537"/>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A40E7EA9-EDB8-44D2-A566-C08CB3D86B3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18CEC8E0-D0B0-4DF6-AFFD-143B62AD3AC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C210F04F-41D8-43B5-8897-2C9B255DD97F}"/>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5ED64C43-FA36-403C-B6C3-52B7D50EDABB}"/>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621F9E23-E735-4F4A-A9EE-031C3BCD8A9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5691BFC9-339A-48B1-AE9F-50FD24969DC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454965823"/>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50F5876E-A842-4FF3-A552-1CA44E4DAD8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41791136-150A-494B-9F78-8372B30634D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F92B05C3-B140-45C0-8C1A-0E6DFA01EC9E}"/>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A547755B-93B7-411F-8B0F-0338FA325822}"/>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B80EE4CB-DA71-492F-A5A0-BB864B5F1FAB}"/>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09E623CD-1C70-4E80-A8B9-D918D5AA7C6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940066B0-4AB3-45F5-8D45-4DB2BB9E6AA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1115622256"/>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3E1C0AD9-9CC7-465B-B6DF-84114B75980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BBBC74C9-E498-4FBD-B9DB-8740AAFAC99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2510F19A-400E-4DAE-B966-822771C62B47}"/>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48C6E66F-729D-408D-B90A-2886156E8827}"/>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406C2208-B8E3-4D4F-A8EF-6F6812BF778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E7B7167F-1F19-4ED9-B5A3-8B97C966F66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633303289"/>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F32B9849-07D3-4DC9-A00B-471D0061967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27F08071-48B4-4D48-B688-43F1B7C2FB3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AD400B3B-0F85-485D-9685-D152C6B45F7D}"/>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0C53F269-E519-403E-8390-B3D8C9971EB7}"/>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F7CF4A67-D15C-4170-B03A-D7CB1866950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6A898DFF-A45A-400C-A27F-8FEE3A6FD4F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622391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2026-10-14T13:59:37.4690000Z</dcterms:created>
  <dcterms:modified xsi:type="dcterms:W3CDTF">2026-10-14T13:59:37.4690000Z</dcterms:modified>
</coreProperties>
</file>