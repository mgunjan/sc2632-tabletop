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c37cc2debb747a5" /><Relationship Type="http://schemas.openxmlformats.org/officeDocument/2006/relationships/extended-properties" Target="/docProps/app.xml" Id="R7097d60aadf84589" /><Relationship Type="http://schemas.openxmlformats.org/officeDocument/2006/relationships/officeDocument" Target="/ppt/presentation.xml" Id="Re46d03f890454441" /></Relationships>
</file>

<file path=ppt/presentation.xml><?xml version="1.0" encoding="utf-8"?>
<p:presentation xmlns:p="http://schemas.openxmlformats.org/presentationml/2006/main">
  <p:sldMasterIdLst>
    <p:sldMasterId xmlns:r="http://schemas.openxmlformats.org/officeDocument/2006/relationships" id="2147483648" r:id="R84ff74b8e0b146ca"/>
  </p:sldMasterIdLst>
  <p:notesMasterIdLst>
    <p:notesMasterId xmlns:r="http://schemas.openxmlformats.org/officeDocument/2006/relationships" r:id="Rf7c5979b1e904368"/>
  </p:notesMasterIdLst>
  <p:sldIdLst>
    <p:sldId xmlns:r="http://schemas.openxmlformats.org/officeDocument/2006/relationships" id="256" r:id="R3b71dc66631b4695"/>
    <p:sldId xmlns:r="http://schemas.openxmlformats.org/officeDocument/2006/relationships" id="257" r:id="R9386ef88edcb45b4"/>
    <p:sldId xmlns:r="http://schemas.openxmlformats.org/officeDocument/2006/relationships" id="258" r:id="R4cb0923add824687"/>
    <p:sldId xmlns:r="http://schemas.openxmlformats.org/officeDocument/2006/relationships" id="259" r:id="R9e69b07e29724efc"/>
    <p:sldId xmlns:r="http://schemas.openxmlformats.org/officeDocument/2006/relationships" id="260" r:id="R572907e045384139"/>
    <p:sldId xmlns:r="http://schemas.openxmlformats.org/officeDocument/2006/relationships" id="261" r:id="R51e13228fc624044"/>
    <p:sldId xmlns:r="http://schemas.openxmlformats.org/officeDocument/2006/relationships" id="262" r:id="Ra7173d33b7354074"/>
    <p:sldId xmlns:r="http://schemas.openxmlformats.org/officeDocument/2006/relationships" id="263" r:id="R7e19bb04399c4234"/>
    <p:sldId xmlns:r="http://schemas.openxmlformats.org/officeDocument/2006/relationships" id="264" r:id="Rdaabc2775d48419c"/>
    <p:sldId xmlns:r="http://schemas.openxmlformats.org/officeDocument/2006/relationships" id="265" r:id="R2777a7b3452741dc"/>
    <p:sldId xmlns:r="http://schemas.openxmlformats.org/officeDocument/2006/relationships" id="266" r:id="R3f501b22e7ab41fd"/>
    <p:sldId xmlns:r="http://schemas.openxmlformats.org/officeDocument/2006/relationships" id="267" r:id="Rf67a89892b524cd0"/>
    <p:sldId xmlns:r="http://schemas.openxmlformats.org/officeDocument/2006/relationships" id="268" r:id="R68c18cc092f54cf4"/>
    <p:sldId xmlns:r="http://schemas.openxmlformats.org/officeDocument/2006/relationships" id="269" r:id="Rfb792be2d3394154"/>
    <p:sldId xmlns:r="http://schemas.openxmlformats.org/officeDocument/2006/relationships" id="270" r:id="Rd057681a5b1c4d67"/>
    <p:sldId xmlns:r="http://schemas.openxmlformats.org/officeDocument/2006/relationships" id="271" r:id="R91aedee693924bbe"/>
    <p:sldId xmlns:r="http://schemas.openxmlformats.org/officeDocument/2006/relationships" id="272" r:id="R6a329265e023477d"/>
    <p:sldId xmlns:r="http://schemas.openxmlformats.org/officeDocument/2006/relationships" id="273" r:id="R213b742241ad4668"/>
    <p:sldId xmlns:r="http://schemas.openxmlformats.org/officeDocument/2006/relationships" id="274" r:id="R4fa4077e10b24acf"/>
    <p:sldId xmlns:r="http://schemas.openxmlformats.org/officeDocument/2006/relationships" id="275" r:id="Rd87074bbe2904560"/>
    <p:sldId xmlns:r="http://schemas.openxmlformats.org/officeDocument/2006/relationships" id="276" r:id="R253e47beca22475c"/>
    <p:sldId xmlns:r="http://schemas.openxmlformats.org/officeDocument/2006/relationships" id="277" r:id="R805858a5c8414f0e"/>
    <p:sldId xmlns:r="http://schemas.openxmlformats.org/officeDocument/2006/relationships" id="278" r:id="R5bffbb371b7b4e53"/>
    <p:sldId xmlns:r="http://schemas.openxmlformats.org/officeDocument/2006/relationships" id="279" r:id="R5f334568a25343cb"/>
    <p:sldId xmlns:r="http://schemas.openxmlformats.org/officeDocument/2006/relationships" id="280" r:id="Rf17cd56b543c49d4"/>
    <p:sldId xmlns:r="http://schemas.openxmlformats.org/officeDocument/2006/relationships" id="281" r:id="R80edd3dda7ca462d"/>
    <p:sldId xmlns:r="http://schemas.openxmlformats.org/officeDocument/2006/relationships" id="282" r:id="Rca130b6706184e4f"/>
    <p:sldId xmlns:r="http://schemas.openxmlformats.org/officeDocument/2006/relationships" id="283" r:id="Rc2042d6b701f4380"/>
    <p:sldId xmlns:r="http://schemas.openxmlformats.org/officeDocument/2006/relationships" id="284" r:id="R0281ef3ddc59424b"/>
    <p:sldId xmlns:r="http://schemas.openxmlformats.org/officeDocument/2006/relationships" id="285" r:id="R9505ca02067f4d10"/>
    <p:sldId xmlns:r="http://schemas.openxmlformats.org/officeDocument/2006/relationships" id="286" r:id="Rb64de8103c7c4cf9"/>
    <p:sldId xmlns:r="http://schemas.openxmlformats.org/officeDocument/2006/relationships" id="287" r:id="R3a994eb41ffe4834"/>
    <p:sldId xmlns:r="http://schemas.openxmlformats.org/officeDocument/2006/relationships" id="288" r:id="R22a01affbb0d4278"/>
    <p:sldId xmlns:r="http://schemas.openxmlformats.org/officeDocument/2006/relationships" id="289" r:id="Rf55ac72358a04259"/>
    <p:sldId xmlns:r="http://schemas.openxmlformats.org/officeDocument/2006/relationships" id="290" r:id="Rf3709dbf89294f43"/>
    <p:sldId xmlns:r="http://schemas.openxmlformats.org/officeDocument/2006/relationships" id="291" r:id="R0812a87595b5468f"/>
    <p:sldId xmlns:r="http://schemas.openxmlformats.org/officeDocument/2006/relationships" id="292" r:id="R8918abf492bb4766"/>
    <p:sldId xmlns:r="http://schemas.openxmlformats.org/officeDocument/2006/relationships" id="293" r:id="R0ffdfc28a24d4bf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0fb20864db74650" /><Relationship Type="http://schemas.openxmlformats.org/officeDocument/2006/relationships/slideMaster" Target="/ppt/slideMasters/slideMaster1.xml" Id="R84ff74b8e0b146ca" /><Relationship Type="http://schemas.openxmlformats.org/officeDocument/2006/relationships/notesMaster" Target="/ppt/notesMasters/notesMaster1.xml" Id="Rf7c5979b1e904368" /><Relationship Type="http://schemas.openxmlformats.org/officeDocument/2006/relationships/presProps" Target="/ppt/presProps.xml" Id="R26d9e7c9e4b14427" /><Relationship Type="http://schemas.openxmlformats.org/officeDocument/2006/relationships/tableStyles" Target="/ppt/tableStyles.xml" Id="R473fabe0486e4d2b" /><Relationship Type="http://schemas.openxmlformats.org/officeDocument/2006/relationships/slide" Target="/ppt/slides/slide1.xml" Id="R3b71dc66631b4695" /><Relationship Type="http://schemas.openxmlformats.org/officeDocument/2006/relationships/slide" Target="/ppt/slides/slide2.xml" Id="R9386ef88edcb45b4" /><Relationship Type="http://schemas.openxmlformats.org/officeDocument/2006/relationships/slide" Target="/ppt/slides/slide3.xml" Id="R4cb0923add824687" /><Relationship Type="http://schemas.openxmlformats.org/officeDocument/2006/relationships/slide" Target="/ppt/slides/slide4.xml" Id="R9e69b07e29724efc" /><Relationship Type="http://schemas.openxmlformats.org/officeDocument/2006/relationships/slide" Target="/ppt/slides/slide5.xml" Id="R572907e045384139" /><Relationship Type="http://schemas.openxmlformats.org/officeDocument/2006/relationships/slide" Target="/ppt/slides/slide6.xml" Id="R51e13228fc624044" /><Relationship Type="http://schemas.openxmlformats.org/officeDocument/2006/relationships/slide" Target="/ppt/slides/slide7.xml" Id="Ra7173d33b7354074" /><Relationship Type="http://schemas.openxmlformats.org/officeDocument/2006/relationships/slide" Target="/ppt/slides/slide8.xml" Id="R7e19bb04399c4234" /><Relationship Type="http://schemas.openxmlformats.org/officeDocument/2006/relationships/slide" Target="/ppt/slides/slide9.xml" Id="Rdaabc2775d48419c" /><Relationship Type="http://schemas.openxmlformats.org/officeDocument/2006/relationships/slide" Target="/ppt/slides/slide10.xml" Id="R2777a7b3452741dc" /><Relationship Type="http://schemas.openxmlformats.org/officeDocument/2006/relationships/slide" Target="/ppt/slides/slide11.xml" Id="R3f501b22e7ab41fd" /><Relationship Type="http://schemas.openxmlformats.org/officeDocument/2006/relationships/slide" Target="/ppt/slides/slide12.xml" Id="Rf67a89892b524cd0" /><Relationship Type="http://schemas.openxmlformats.org/officeDocument/2006/relationships/slide" Target="/ppt/slides/slide13.xml" Id="R68c18cc092f54cf4" /><Relationship Type="http://schemas.openxmlformats.org/officeDocument/2006/relationships/slide" Target="/ppt/slides/slide14.xml" Id="Rfb792be2d3394154" /><Relationship Type="http://schemas.openxmlformats.org/officeDocument/2006/relationships/slide" Target="/ppt/slides/slide15.xml" Id="Rd057681a5b1c4d67" /><Relationship Type="http://schemas.openxmlformats.org/officeDocument/2006/relationships/slide" Target="/ppt/slides/slide16.xml" Id="R91aedee693924bbe" /><Relationship Type="http://schemas.openxmlformats.org/officeDocument/2006/relationships/slide" Target="/ppt/slides/slide17.xml" Id="R6a329265e023477d" /><Relationship Type="http://schemas.openxmlformats.org/officeDocument/2006/relationships/slide" Target="/ppt/slides/slide18.xml" Id="R213b742241ad4668" /><Relationship Type="http://schemas.openxmlformats.org/officeDocument/2006/relationships/slide" Target="/ppt/slides/slide19.xml" Id="R4fa4077e10b24acf" /><Relationship Type="http://schemas.openxmlformats.org/officeDocument/2006/relationships/slide" Target="/ppt/slides/slide20.xml" Id="Rd87074bbe2904560" /><Relationship Type="http://schemas.openxmlformats.org/officeDocument/2006/relationships/slide" Target="/ppt/slides/slide21.xml" Id="R253e47beca22475c" /><Relationship Type="http://schemas.openxmlformats.org/officeDocument/2006/relationships/slide" Target="/ppt/slides/slide22.xml" Id="R805858a5c8414f0e" /><Relationship Type="http://schemas.openxmlformats.org/officeDocument/2006/relationships/slide" Target="/ppt/slides/slide23.xml" Id="R5bffbb371b7b4e53" /><Relationship Type="http://schemas.openxmlformats.org/officeDocument/2006/relationships/slide" Target="/ppt/slides/slide24.xml" Id="R5f334568a25343cb" /><Relationship Type="http://schemas.openxmlformats.org/officeDocument/2006/relationships/slide" Target="/ppt/slides/slide25.xml" Id="Rf17cd56b543c49d4" /><Relationship Type="http://schemas.openxmlformats.org/officeDocument/2006/relationships/slide" Target="/ppt/slides/slide26.xml" Id="R80edd3dda7ca462d" /><Relationship Type="http://schemas.openxmlformats.org/officeDocument/2006/relationships/slide" Target="/ppt/slides/slide27.xml" Id="Rca130b6706184e4f" /><Relationship Type="http://schemas.openxmlformats.org/officeDocument/2006/relationships/slide" Target="/ppt/slides/slide28.xml" Id="Rc2042d6b701f4380" /><Relationship Type="http://schemas.openxmlformats.org/officeDocument/2006/relationships/slide" Target="/ppt/slides/slide29.xml" Id="R0281ef3ddc59424b" /><Relationship Type="http://schemas.openxmlformats.org/officeDocument/2006/relationships/slide" Target="/ppt/slides/slide30.xml" Id="R9505ca02067f4d10" /><Relationship Type="http://schemas.openxmlformats.org/officeDocument/2006/relationships/slide" Target="/ppt/slides/slide31.xml" Id="Rb64de8103c7c4cf9" /><Relationship Type="http://schemas.openxmlformats.org/officeDocument/2006/relationships/slide" Target="/ppt/slides/slide32.xml" Id="R3a994eb41ffe4834" /><Relationship Type="http://schemas.openxmlformats.org/officeDocument/2006/relationships/slide" Target="/ppt/slides/slide33.xml" Id="R22a01affbb0d4278" /><Relationship Type="http://schemas.openxmlformats.org/officeDocument/2006/relationships/slide" Target="/ppt/slides/slide34.xml" Id="Rf55ac72358a04259" /><Relationship Type="http://schemas.openxmlformats.org/officeDocument/2006/relationships/slide" Target="/ppt/slides/slide35.xml" Id="Rf3709dbf89294f43" /><Relationship Type="http://schemas.openxmlformats.org/officeDocument/2006/relationships/slide" Target="/ppt/slides/slide36.xml" Id="R0812a87595b5468f" /><Relationship Type="http://schemas.openxmlformats.org/officeDocument/2006/relationships/slide" Target="/ppt/slides/slide37.xml" Id="R8918abf492bb4766" /><Relationship Type="http://schemas.openxmlformats.org/officeDocument/2006/relationships/slide" Target="/ppt/slides/slide38.xml" Id="R0ffdfc28a24d4bf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baada848e01457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0a2965d626d40fb" /><Relationship Type="http://schemas.openxmlformats.org/officeDocument/2006/relationships/notesMaster" Target="/ppt/notesMasters/notesMaster1.xml" Id="Rdc3cd75e0ba84685" /></Relationships>
</file>

<file path=ppt/notesSlides/_rels/notesSlide2.xml.rels>&#65279;<?xml version="1.0" encoding="utf-8"?><Relationships xmlns="http://schemas.openxmlformats.org/package/2006/relationships"><Relationship Type="http://schemas.openxmlformats.org/officeDocument/2006/relationships/slide" Target="/ppt/slides/slide2.xml" Id="R456097af3b37418b" /><Relationship Type="http://schemas.openxmlformats.org/officeDocument/2006/relationships/notesMaster" Target="/ppt/notesMasters/notesMaster1.xml" Id="R4106930a71e2462b" /></Relationships>
</file>

<file path=ppt/notesSlides/_rels/notesSlide3.xml.rels>&#65279;<?xml version="1.0" encoding="utf-8"?><Relationships xmlns="http://schemas.openxmlformats.org/package/2006/relationships"><Relationship Type="http://schemas.openxmlformats.org/officeDocument/2006/relationships/slide" Target="/ppt/slides/slide3.xml" Id="R0b003dcd9b26486f" /><Relationship Type="http://schemas.openxmlformats.org/officeDocument/2006/relationships/notesMaster" Target="/ppt/notesMasters/notesMaster1.xml" Id="R8d107476807041e2" /></Relationships>
</file>

<file path=ppt/notesSlides/_rels/notesSlide4.xml.rels>&#65279;<?xml version="1.0" encoding="utf-8"?><Relationships xmlns="http://schemas.openxmlformats.org/package/2006/relationships"><Relationship Type="http://schemas.openxmlformats.org/officeDocument/2006/relationships/slide" Target="/ppt/slides/slide4.xml" Id="Re3cceed6f7c84eff" /><Relationship Type="http://schemas.openxmlformats.org/officeDocument/2006/relationships/notesMaster" Target="/ppt/notesMasters/notesMaster1.xml" Id="R3e288a9612f9468d" /></Relationships>
</file>

<file path=ppt/notesSlides/_rels/notesSlide5.xml.rels>&#65279;<?xml version="1.0" encoding="utf-8"?><Relationships xmlns="http://schemas.openxmlformats.org/package/2006/relationships"><Relationship Type="http://schemas.openxmlformats.org/officeDocument/2006/relationships/slide" Target="/ppt/slides/slide5.xml" Id="R50dd4d9e21a14963" /><Relationship Type="http://schemas.openxmlformats.org/officeDocument/2006/relationships/notesMaster" Target="/ppt/notesMasters/notesMaster1.xml" Id="Rbd12e0f8417e4e91" /></Relationships>
</file>

<file path=ppt/notesSlides/_rels/notesSlide6.xml.rels>&#65279;<?xml version="1.0" encoding="utf-8"?><Relationships xmlns="http://schemas.openxmlformats.org/package/2006/relationships"><Relationship Type="http://schemas.openxmlformats.org/officeDocument/2006/relationships/slide" Target="/ppt/slides/slide6.xml" Id="R77450ae4563042c5" /><Relationship Type="http://schemas.openxmlformats.org/officeDocument/2006/relationships/notesMaster" Target="/ppt/notesMasters/notesMaster1.xml" Id="R46ea8a759c014433" /></Relationships>
</file>

<file path=ppt/notesSlides/_rels/notesSlide7.xml.rels>&#65279;<?xml version="1.0" encoding="utf-8"?><Relationships xmlns="http://schemas.openxmlformats.org/package/2006/relationships"><Relationship Type="http://schemas.openxmlformats.org/officeDocument/2006/relationships/slide" Target="/ppt/slides/slide7.xml" Id="R3b0fcf1b12864b9b" /><Relationship Type="http://schemas.openxmlformats.org/officeDocument/2006/relationships/notesMaster" Target="/ppt/notesMasters/notesMaster1.xml" Id="R721ca2a85acb4531" /></Relationships>
</file>

<file path=ppt/notesSlides/_rels/notesSlide8.xml.rels>&#65279;<?xml version="1.0" encoding="utf-8"?><Relationships xmlns="http://schemas.openxmlformats.org/package/2006/relationships"><Relationship Type="http://schemas.openxmlformats.org/officeDocument/2006/relationships/slide" Target="/ppt/slides/slide8.xml" Id="Radf61846823c4d72" /><Relationship Type="http://schemas.openxmlformats.org/officeDocument/2006/relationships/notesMaster" Target="/ppt/notesMasters/notesMaster1.xml" Id="Ra5855a8d2a1f4734" /></Relationships>
</file>

<file path=ppt/notesSlides/_rels/notesSlide9.xml.rels>&#65279;<?xml version="1.0" encoding="utf-8"?><Relationships xmlns="http://schemas.openxmlformats.org/package/2006/relationships"><Relationship Type="http://schemas.openxmlformats.org/officeDocument/2006/relationships/slide" Target="/ppt/slides/slide9.xml" Id="R63a28d08a33f4e9b" /><Relationship Type="http://schemas.openxmlformats.org/officeDocument/2006/relationships/notesMaster" Target="/ppt/notesMasters/notesMaster1.xml" Id="R9c4c8cf5d3be403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8aa09b1ab124ad9" /><Relationship Type="http://schemas.openxmlformats.org/officeDocument/2006/relationships/notesMaster" Target="/ppt/notesMasters/notesMaster1.xml" Id="Rb3ece2a827c24ba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d914ae80e164d0f" /><Relationship Type="http://schemas.openxmlformats.org/officeDocument/2006/relationships/notesMaster" Target="/ppt/notesMasters/notesMaster1.xml" Id="Rcb2e2860329c444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9cd3ec982e74bd5" /><Relationship Type="http://schemas.openxmlformats.org/officeDocument/2006/relationships/notesMaster" Target="/ppt/notesMasters/notesMaster1.xml" Id="R282892f4bc2d438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53a2f010d204360" /><Relationship Type="http://schemas.openxmlformats.org/officeDocument/2006/relationships/notesMaster" Target="/ppt/notesMasters/notesMaster1.xml" Id="R1b4fd8d6f4dd4c3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9930d2222c548c8" /><Relationship Type="http://schemas.openxmlformats.org/officeDocument/2006/relationships/notesMaster" Target="/ppt/notesMasters/notesMaster1.xml" Id="Rb8464ea58f70469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0a98cf970d84704" /><Relationship Type="http://schemas.openxmlformats.org/officeDocument/2006/relationships/notesMaster" Target="/ppt/notesMasters/notesMaster1.xml" Id="R7d48e9f4ac36492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ede701f89104737" /><Relationship Type="http://schemas.openxmlformats.org/officeDocument/2006/relationships/notesMaster" Target="/ppt/notesMasters/notesMaster1.xml" Id="Rd9155b3d935d4d8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2cc562c1a514aa5" /><Relationship Type="http://schemas.openxmlformats.org/officeDocument/2006/relationships/notesMaster" Target="/ppt/notesMasters/notesMaster1.xml" Id="R3ded4277684c478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0fd0538e8194a8e" /><Relationship Type="http://schemas.openxmlformats.org/officeDocument/2006/relationships/notesMaster" Target="/ppt/notesMasters/notesMaster1.xml" Id="R8af24e627ff1450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d6b76f3973441db" /><Relationship Type="http://schemas.openxmlformats.org/officeDocument/2006/relationships/notesMaster" Target="/ppt/notesMasters/notesMaster1.xml" Id="R96582aabb58f482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12d3dd42d6f4827" /><Relationship Type="http://schemas.openxmlformats.org/officeDocument/2006/relationships/notesMaster" Target="/ppt/notesMasters/notesMaster1.xml" Id="R2fead44021f94e1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3ec5312f4dc40a9" /><Relationship Type="http://schemas.openxmlformats.org/officeDocument/2006/relationships/notesMaster" Target="/ppt/notesMasters/notesMaster1.xml" Id="R7df8b7c03b824f7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c36ed4dd8104ea7" /><Relationship Type="http://schemas.openxmlformats.org/officeDocument/2006/relationships/notesMaster" Target="/ppt/notesMasters/notesMaster1.xml" Id="R4536ed58db78493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d0decd429a1484a" /><Relationship Type="http://schemas.openxmlformats.org/officeDocument/2006/relationships/notesMaster" Target="/ppt/notesMasters/notesMaster1.xml" Id="R88c5b07fb0b84d0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a8ce8aa65ce4b14" /><Relationship Type="http://schemas.openxmlformats.org/officeDocument/2006/relationships/notesMaster" Target="/ppt/notesMasters/notesMaster1.xml" Id="Rcff3c6d10ffd449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dea8b0ab1ed4a06" /><Relationship Type="http://schemas.openxmlformats.org/officeDocument/2006/relationships/notesMaster" Target="/ppt/notesMasters/notesMaster1.xml" Id="R3ccb9667ddc6445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ae4eb9cb09c48ab" /><Relationship Type="http://schemas.openxmlformats.org/officeDocument/2006/relationships/notesMaster" Target="/ppt/notesMasters/notesMaster1.xml" Id="R6da87d7fc97442a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6f4e2dbd1b240ff" /><Relationship Type="http://schemas.openxmlformats.org/officeDocument/2006/relationships/notesMaster" Target="/ppt/notesMasters/notesMaster1.xml" Id="R6725c5a948c2404b"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248b64f985a4c09" /><Relationship Type="http://schemas.openxmlformats.org/officeDocument/2006/relationships/notesMaster" Target="/ppt/notesMasters/notesMaster1.xml" Id="R58f19a5d09d8491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8fd1797882f34e9c" /><Relationship Type="http://schemas.openxmlformats.org/officeDocument/2006/relationships/notesMaster" Target="/ppt/notesMasters/notesMaster1.xml" Id="Rdbba3071112a44d0"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9545ae603d6b4720" /><Relationship Type="http://schemas.openxmlformats.org/officeDocument/2006/relationships/notesMaster" Target="/ppt/notesMasters/notesMaster1.xml" Id="Rd29a720c392b49c7"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762af2f9e484020" /><Relationship Type="http://schemas.openxmlformats.org/officeDocument/2006/relationships/notesMaster" Target="/ppt/notesMasters/notesMaster1.xml" Id="R6cba0649584949ed"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bde542e519294ea5" /><Relationship Type="http://schemas.openxmlformats.org/officeDocument/2006/relationships/notesMaster" Target="/ppt/notesMasters/notesMaster1.xml" Id="Rb5ba01a898e34273"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fc58d8dbe8a740fe" /><Relationship Type="http://schemas.openxmlformats.org/officeDocument/2006/relationships/notesMaster" Target="/ppt/notesMasters/notesMaster1.xml" Id="R301b6b2e112447fe"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bfdbe2b0aad241c7" /><Relationship Type="http://schemas.openxmlformats.org/officeDocument/2006/relationships/notesMaster" Target="/ppt/notesMasters/notesMaster1.xml" Id="R4589e4d40b444cdc"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6a25550d34fc4ab9" /><Relationship Type="http://schemas.openxmlformats.org/officeDocument/2006/relationships/notesMaster" Target="/ppt/notesMasters/notesMaster1.xml" Id="Raeed43bcc3e34a73"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b1569a46566c4269" /><Relationship Type="http://schemas.openxmlformats.org/officeDocument/2006/relationships/notesMaster" Target="/ppt/notesMasters/notesMaster1.xml" Id="R50f5e2f260754b27"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f40639d6a632429d" /><Relationship Type="http://schemas.openxmlformats.org/officeDocument/2006/relationships/notesMaster" Target="/ppt/notesMasters/notesMaster1.xml" Id="R418f676a7b2d4d10"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d125bb64f95941d8" /><Relationship Type="http://schemas.openxmlformats.org/officeDocument/2006/relationships/notesMaster" Target="/ppt/notesMasters/notesMaster1.xml" Id="R32a59f209b9d49b6"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en-US"/>
              <a:t>00:00–00:30 (Milind — Block 1: Slides 1–6). Open with the concrete conflict: "The workload is live beside revenue services. The policy PR is green, but its tests cover only one rule. Your response must preserve evidence and service while you verify the policy and choose containment." State the team task: inspect evidence, record a decision before each reveal, and revise only when new facts justify it. Introduce Milind Gunjan and Vivek Mayuranathan. Repository source: https://github.com/mgunjan/sc2632-tabletop/blob/main/tabletop/congress-2026/TECHNICAL-BRIEF.md</a:t>
            </a:r>
            <a:endParaRPr lang="en-US"/>
          </a:p>
          <a:p/>
          <a:p>
            <a:r>
              <a:rPr lang="en-US"/>
              <a:t>Introduce the accepted session title. The workshop outcome is a reviewable change and a scoped recovery playbook. The artwork is illustrative.</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en-US"/>
              <a:t>00:30–01:00 (Milind). Establish which facts are common to the four fictional cases and which remain unknown until a case is chosen. The three-replica service floor is the operational constraint used in the exercise, not a claim about a real system. Ask participants to notice that they must protect service and evidence while the control gap is still uncertain.</a:t>
            </a:r>
            <a:endParaRPr lang="en-US"/>
          </a:p>
          <a:p/>
          <a:p>
            <a:r>
              <a:rPr lang="en-US"/>
              <a:t>Explain the original illustration as ownership ambiguity, not an architecture diagram. Workload AI acts in the cluster; policy AI proposes controls; human incident command authorizes containment. The payment service is fictional. Keep two of three copies Ready.</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en-US"/>
              <a:t>01:00–01:30 (Milind). Show the full hour before the technical detail. Explain that teams lock each choice on the common record before new facts appear; the score rewards evidence and justified restraint, not speed or maximum lockdown. Orient attendees to pages 6–7 now; Vivek will assign cases and roles before the first round.</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en-US"/>
              <a:t>01:30–02:10 (Milind — Block 1 continues). Point to the image: the first agent is an application workload with runtime authority; the second is a policy-writing system asked to govern those workloads. Ask, "Who verifies the guardrails when both sides are changing?" Then connect the visual to the real control gap: a green admission-test result does not prove that live traffic, credentials, or API permissions are contained. Repository source: https://github.com/mgunjan/sc2632-tabletop/blob/main/tabletop/congress-2026/TECHNICAL-BRIEF.md Repository source: https://github.com/mgunjan/sc2632-tabletop/blob/main/generator/policy_agent.py Repository source: https://github.com/mgunjan/sc2632-tabletop/blob/main/quarantine/quarantine-mode.md Establish the common setting before using the word payment: all four prepared cases share a fictional payment platform; participants select their incident on slide 13, so this slide has not assigned a case. The two agents in the original generated illustration represent two roles: workload agents and a separate policy-writing copilot. The human incident board owns the decision. The picture is a conceptual illustration, not evidence or a real cluster diagram.</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en-US"/>
              <a:t>02:10–02:50 (Milind — Block 1 continues). State that this is one fictional payment platform shared by application workloads and AI agents; the room will choose a specific incident on slide 13. Translate as you point: a Pod is one running workload; a replica is another copy; a namespace is a resource group; a ServiceAccount is the workload identity used for Kubernetes API calls. At least two of three payment-service copies must remain healthy. Kyverno checks new Pod requests; cluster DNS resolves service names. Repository source: https://github.com/mgunjan/sc2632-tabletop/blob/main/tabletop/congress-2026/INCIDENT-BRIEF.md Repository source: https://github.com/mgunjan/sc2632-tabletop/blob/main/lab/README.md</a:t>
            </a:r>
            <a:endParaRPr lang="en-US"/>
          </a:p>
          <a:p/>
          <a:p>
            <a:r>
              <a:rPr lang="en-US"/>
              <a:t>Placement varies across cases. B is a sidecar sharing a Pod network and identity; C has an operations identity; D has a monitoring identity. Do not imply every agent has its own Pod or namespace. A Pod can contain several containers. Namespace grouping does not establish network isolation.</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en-US"/>
              <a:t>02:50–03:30 (Milind). Walk the four enforcement boundaries. Falco and audit observations supply detection evidence; these exercises supply the incident alerts, and live Falco was not tested. Kyverno admission checks covered incoming requests: the example rule matches new Pods and does not terminate running Pods or authorize Secret reads. NetworkPolicy constrains selected traffic only with an enforcing CNI; RBAC governs API authorization. Credential invalidation is a separate action. Humans approve scope, exceptions and recovery. Hand off to Vivek for slide 7; slide 8 is hidden technical backup. Sources: runtime/falco-rules-syscall.yaml; runtime/falco-rules-k8saudit.yaml; lab/README.md; submission/2026-10-14/demo-audit/CI-RESULT.json.</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en-US"/>
              <a:t>03:30–04:30 (Vivek). Explain the defensive policy agent, distinct from the workload agents in the cases. The Python harness owns policy templates and tests. The model selects among catalog options, dependency profiles and blocked-workload dispositions over at most three simulation rounds. A reference run supplies prepared decisions; a replay uses a saved model response. Both compile current source and execute local tests. Neither is fresh inference, cluster admission or deployment. Slide 8 is a hidden technical backup. Sources: generator/policy_agent.py; generator/decider_agent.py; tabletop/congress-2026/demo.py.</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en-US"/>
              <a:t>04:30–05:30 (Vivek — finishes Block 2, then hands to Milind). Vivek highlights the architectural trust boundary: what crosses into the model prompt, how the 0.6 score threshold routes uncertain choices to human review, and the deliberate asymmetry between uncertain dependencies (retains proposed allowance + flags review so payments does not go down) and uncertain controls (enables no control + escalates). Hand off to Milind for the 1:45 compiler walkthrough (slides 9–10). Repository source: https://github.com/mgunjan/sc2632-tabletop/blob/main/generator/policy_agent.py Repository source: https://github.com/mgunjan/sc2632-tabletop/blob/main/generator/decision_contract.py Repository source: https://github.com/mgunjan/sc2632-tabletop/blob/main/submission/2026-10-12/benchmark/provider_clients.py Repository source: https://github.com/mgunjan/sc2632-tabletop/blob/main/tabletop/congress-2026/demo.py</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en-US"/>
              <a:t>05:30–06:15 (Milind — Block 3: Slides 9–10). Milind runs the bounded reference compiler (or shows pre-opened output/frozen-a) for one clause: "Prevent privilege escalation in payments." Point out that Kubernetes defaults allowPrivilegeEscalation to true unless explicitly set to false, and that the compiler covers both containers and initContainers on Pod CREATE. Then transition to slide 10: what about the other 3 clauses of the incident intent? Repository source: https://github.com/mgunjan/sc2632-tabletop/blob/main/output/frozen-a/policies/deny-privilege-escalation.yaml Repository source: https://github.com/mgunjan/sc2632-tabletop/blob/main/generator/generate.py Repository source: https://github.com/mgunjan/sc2632-tabletop/blob/main/controls/catalog.json Repository source: https://github.com/mgunjan/sc2632-tabletop/blob/main/tabletop/congress-2026/demo.py</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en-US"/>
              <a:t>06:15–07:15 (Milind — finishes Block 3, then hands to Vivek). Show why the whole-intent requirement ledger is the centerpiece of the architecture: even when the privilege policy passes its unit tests, Clause 3 ("Restrict Kubernetes API access") cannot be enforced by Kyverno Pod admission and is flagged as an explicit RBAC handover (REVIEW_REQUIRED). Also point out the unrequested registry restriction added at Audit in Scenario A. Hand off to Vivek for slide 11. Repository source: https://github.com/mgunjan/sc2632-tabletop/blob/main/output/frozen-a/PR.md</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en-US"/>
              <a:t>07:15–08:15 (Vivek — slides 11–12; both presenters for slides 13–14). Vivek introduces Quarantine Mode Q0–Q3 as a graduated incident dial between "do nothing" and "burn down the cluster": Q1 freezes write calls from system:serviceaccount:agents:* using a native Kubernetes ValidatingAdmissionPolicy in the API server (which survives even if Kyverno webhooks are scaled down); Q2 constrains network egress and locks quarantine labels; Q3 isolates suspect pods by label and gates Pod CREATE in payments. Emphasize that humans declare Q-levels and verify each layer. Repository source: https://github.com/mgunjan/sc2632-tabletop/blob/main/quarantine/q1/freeze-agent-changes.yaml Repository source: https://github.com/mgunjan/sc2632-tabletop/tree/main/quarantine/q2/ Repository source: https://github.com/mgunjan/sc2632-tabletop/blob/main/quarantine/q3/admission-policies.yaml Repository source: https://github.com/mgunjan/sc2632-tabletop/blob/main/quarantine/q3/network-and-identity.yaml Repository source: https://github.com/mgunjan/sc2632-tabletop/blob/main/quarantine/quarantine-mode.md</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en-US"/>
              <a:t>08:15–09:00 (Vivek). Hold up PARTICIPANT-PACK.pdf and orient tables in 45 seconds: Pages 2–5 are the 4 incident cases; Pages 6–7 are your shared Decision Record; Pages 8–9 and CONTROL-REVIEW Page 2 stay folded until their rounds. Every round follows the same cadence: discuss, write and lock your decision on Pages 6–7 BEFORE the reveal, then compare against recorded k3s lab evidence and score. Presenter note: run the fresh local reference only after demo.py --check passes; it tests current source and fixtures, not live cluster enforcement. If preflight/run fails, show the dated recorded proposal and call it recorded. Repository source: https://github.com/mgunjan/sc2632-tabletop/blob/main/tabletop/congress-2026/CO-PRESENTER-CARDS.md</a:t>
            </a:r>
            <a:endParaRPr lang="en-US"/>
          </a:p>
          <a:p/>
          <a:p>
            <a:r>
              <a:rPr lang="en-US"/>
              <a:t>Use the label evidence analyst consistently. The analyst checks supplied case facts and, after each reveal, the lab evidence. Read the case, write the decision, and lock it before new information appears. No laptop or YAML is required.</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en-US"/>
              <a:t>09:00–10:15 (Vivek &amp; Milind). Fast-start case assignment so tables do not lose 3 minutes debating which page to read: "Take your table’s default case on the screen—Tables 1,5,9 take Case A; Tables 2,6,10 take Case B; Tables 3,7,11 take Case C; Tables 4,8,12 take Case D—or swap within 30 seconds." Give tables 60 seconds to read their initial alert on pages 2–5 while keeping pages 8–9 sealed. Repository source: https://github.com/mgunjan/sc2632-tabletop/blob/main/scenarios/d-secret-enumeration/README.md</a:t>
            </a:r>
            <a:endParaRPr lang="en-US"/>
          </a:p>
          <a:p/>
          <a:p>
            <a:r>
              <a:rPr lang="en-US"/>
              <a:t>Read only the initial alert. Case D establishes Secret enumeration by the monitoring identity. Do not disclose copied-token behavior at case choice.</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en-US"/>
              <a:t>10:15–12:00. Explain the four operating constraints in 30 seconds, then give tables 75 seconds to write their Case letter, Operating Constraint, 4 Roles, and measurable Service Floor (e.g., "keep 2 healthy payments-api replicas serving requests") at the top of Page 6. Both presenters circulate to verify every table has a pen moving on Page 6. Repository source: https://github.com/mgunjan/sc2632-tabletop/blob/main/submission/2026-10-22/PARTICIPANT-PACK.pdf</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en-US"/>
              <a:t>12:00–16:00. Spend 20 seconds on the prompt: write one natural-language security intent ("Prevent [behavior] by [identity/workload]; preserve [dependency] within [service floor]"), underline what Kyverno admission can enforce, and circle what requires NetworkPolicy, RBAC, or runtime/application controls. Give tables 3.5 minutes to write on Page 6, then hear one 20-second readout. Generated incident-room art is a visual metaphor, not cluster evidence.</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en-US"/>
              <a:t>16:00–20:00. Tables audit the prepared PR excerpt on their case page (pages 2–5) and lock APPROVE, MODIFY, REJECT, or ESCALATE on Page 6 alongside one control to change and one missing test. Key catches: Case A spots missing RBAC + unrequested registry audit policy; Case B spots sidecar/tool boundary vs pod admission; Case C spots unverified human vs agent authority; Case D rejects admission-only claims for Secret reads.</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en-US"/>
              <a:t>20:00–23:00. Read the urgent exception inject. Every DevSecOps engineer has faced this 4:45 PM Slack message claiming "Security already approved it, just open the exception." Tables must verify approval independently of the agent/service assertion and use the Round 2 request on their case page, and lock Grant, Narrow, Hold, or Refuse on Page 6 with named human owner, exact workload/control scope, and hard clock TTL. Repository source: https://github.com/mgunjan/sc2632-tabletop/blob/main/submission/2026-10-22/PARTICIPANT-PACK.pdf</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en-US"/>
              <a:t>23:00–27:00. Tables assign Audit, Warn, or Deny per control on Page 6 and define their promotion trigger. Share the real lab finding from our October 13 rehearsal: a timed PolicyException with a 45-second expiry was not removed, because Kyverno's cleanup controller lacked RBAC delete permission on policyexceptions; only the controller log showed it. After the scoped RBAC repair, deletion happened 196.9 seconds after the declared expiry (one run, five-minute cleanup schedule). Expiry is a control that itself needs authority and a test. 27:00–28:00: transition; tell tables Round 3 starts with sealed page 8. Repository source: https://github.com/mgunjan/sc2632-tabletop/blob/main/submission/2026-10-13/live-rehearsal/README.md</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en-US"/>
              <a:t>27:00–28:00 transition, then 28:00–35:00 containment round. At minute 27 tell tables to unseal page 8. Begin at minute 28. Tables select a Q0–Q3 level and number actions in execution order on page 7. Require volatile evidence before mutation; exact workload, namespace and identity scope; preserved clean serving capacity; and an authorized incident owner. Keep page 9 folded until minute 35. The background is an original illustration, not cluster evidence.</a:t>
            </a:r>
            <a:endParaRPr lang="en-US"/>
          </a:p>
          <a:p/>
          <a:p>
            <a:r>
              <a:rPr lang="en-US"/>
              <a:t>At minute 27, instruct tables to unseal page 8. Allow the one-minute transition. Begin the seven-minute containment decision at minute 28. Page 9 stays folded until minute 35.</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en-US"/>
              <a:t>35:00–39:00. Tables open Sealed Page 9 (the mid-containment twist for Cases A–D). Give 3 minutes to either revise their Q-level/action order or defend holding their plan beside their original answer on Page 7, underlining the specific new fact that drove the decision.</a:t>
            </a:r>
            <a:endParaRPr lang="en-US"/>
          </a:p>
          <a:p/>
          <a:p>
            <a:r>
              <a:rPr lang="en-US"/>
              <a:t>The Case D inject concerns rotation affecting the live payments-db-proxy dependency and a tested monitoring-only replacement identity. It does not establish that a copied token was used. Keep that result for slide 26.</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en-US"/>
              <a:t>39:00–40:00. Keep this slide projected while collecting all four hands-up predictions. Read each complete setup, record the vote, then advance to slide 22 for the prepared live Q3 check or visibly dated fallback. Slides 23–25 remain recorded observations. Do not ask first predictions on answer slides. This is ungraded operational reasoning. Ask which observed boundary would change a table's decision. Source: lab/RESULTS-live-2026-10-10.txt.</a:t>
            </a:r>
            <a:endParaRPr lang="en-US"/>
          </a:p>
          <a:p/>
          <a:p>
            <a:r>
              <a:rPr lang="en-US"/>
              <a:t>Keep this slide projected for all four hands-up predictions. Read each setup and collect the vote before advancing to any answer slide. Show slide 22 as a prepared live Q3 check when preflight passes, otherwise use the dated recording. Slides 23–25 remain recorded results. Predictions are ungraded operational reasoning, not a Kubernetes recall contest.</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en-US"/>
              <a:t>40:00–41:15. Milind: This is a separate prepared disposable lab, not a table proposal or model-generated deployment. Q1/Q2 and evidence capture are already staged. Vivek runs ./tabletop/consequences/play.sh 1-deny-all with the exact local kubeconfig/context prepared before doors. The launcher labels LIVE or dated replay. Observe the same suspect: Q3 added deny-all alone leaves Q2 DNS allowance effective; the isolation label excludes the suspect from existing allowances and its DNS lookup stops. The script checks clean replica DNS and TCP database connectivity plus the Ready floor; readiness does not establish full application health. This is a selected DNS lookup, not an independent UDP/TCP protocol matrix, a suspect TCP database-denial test or complete containment. Ask which allowance the table would inspect and which additional protocol/path tests are required. If preflight fails, announce the dated replay. If live execution fails, make no success claim and use the dated slide evidence; do not retry. The change leaves Q3 active; re-stage after rehearsal under the disposable-lab procedure. Slides 23–26 remain recorded observations. Sources: tabletop/consequences/1-deny-all.sh; submission/2026-10-22/LOCAL-LAB-VERIFICATION.md; lab/RESULTS-live-2026-10-10.txt; quarantine/networkpolicies/.</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en-US"/>
              <a:t>41:15–42:30. Debrief the prediction already collected on slide 21. A PodDisruptionBudget limits voluntary disruption. Three Pods are Ready, two are suspected, and minAvailable is two. One voluntary eviction is allowed. Q3 blocks replacement; at two Ready Pods a second eviction is denied. Readiness is availability status, not evidence of trustworthiness. Direct deletion bypasses the PDB. Capture evidence before mutation and verify clean serving capacity before eviction. Source: lab/RESULTS-live-2026-10-10.txt.</a:t>
            </a:r>
            <a:endParaRPr lang="en-US"/>
          </a:p>
          <a:p/>
          <a:p>
            <a:r>
              <a:rPr lang="en-US"/>
              <a:t>Three Pods are Ready and two are suspected. A PDB counts availability status; readiness is not evidence that a workload is trustworthy. From three Ready Pods, one voluntary eviction is allowed. Q3 blocks a replacement; at two Ready Pods a second voluntary eviction is denied. Direct deletion bypasses the PDB.</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en-US"/>
              <a:t>42:30–43:30. Debrief the prediction already collected on slide 21. Matching Pod CREATE does not establish coverage of the pods/ephemeralcontainers subresource. Recorded tests exercise approved and unapproved debug images and privilege checks. Pre-approve a forensic image and authorize the identity before incident use. Ask who owns the missing subresource test. Source: lab/RESULTS-live-2026-10-10.txt; quarantine/q2/ephemeral-containers.yaml.</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en-US"/>
              <a:t>43:30–45:00. Debrief the prediction already collected on slide 21. In the dated lab, the overprivileged operations identity scaled Kyverno to zero, leaving its webhook unavailable while NetworkPolicy remained. A matching API-server native Q1 policy protects covered writes independently of that webhook. This is scoped coverage, not universal protection against all administrator actions. Narrow standing RBAC, protect policy-engine changes and verify the actual requester. Source: lab/RESULTS-live-2026-10-10.txt; guard/protect-the-guardrail.yaml.</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en-US"/>
              <a:t>45:00–46:00. Reveal later findings after the decisions; they are not established root-cause analyses. A investigates a potentially compromised library update; the initial scope is uncertain. B and C are fictional injected-input incidents. D is a fictional overprivileged monitoring identity; its separate synthetic October 13 lab shows copied-token Secret reads still allowed after the suspect Pod is network-quarantined. Read authorization and credential response belong to separate controls. At 45:30 read the prediction a D table locked during Round 3, then compare it with the status-only transcript or backup slide 35 inside this existing minute. If no table chose D, collect a short ungraded prediction before displaying this slide: a copied token is used outside its network-quarantined Pod; does the Pod policy restrict that API request? Do not imply this new room prediction was locked earlier. Do not ask for a first prediction after the result is visible and do not add another demo. Do not cite unverified real-world incident anecdotes from the old deck.</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en-US"/>
              <a:t>46:00–49:00. Vivek gives tables CONTROL-REVIEW page 1; page 2 remains folded. Milind shows the recorded trained proposal. This is a saved local Laya head fine-tune and fixture workflow, not live inference or containment. Ask tables to lock a disposition and exact authorized scope, identify at least one outstanding requirement with its enforcement owner, and name acceptance evidence. Do not reveal the missing-requirement count or ledger result before slide 28. The recorded 0.6 cutoff selects clauses 1, 2 and 4 while clause 3 escalates. Its answer_confidence signals are routing scores, not calibrated probabilities of deployment safety. Reward justified restraint and requests for evidence. Source: submission/2026-10-13/CONTROL-REVIEW-EXERCISE.md; laya-training/workflow-cost/run-1/agent-run.json.</a:t>
            </a:r>
            <a:endParaRPr lang="en-US"/>
          </a:p>
          <a:p/>
          <a:p>
            <a:r>
              <a:rPr lang="en-US"/>
              <a:t>Do not reveal the missing-requirement count yet. Ask the audience to review the first page of CONTROL-REVIEW and lock a disposition with exact scope and acceptance evidence. Keep page 2 folded until slide 28.</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en-US"/>
              <a:t>49:00–51:00. Milind reveals readiness.json: INCOMPLETE_PROPOSAL. Six fixed Pod CREATE privilege checks pass, but network and rollout/expiry clauses map to the wrong control and Kubernetes API access remains unresolved. Vivek asks one table to defend its disposition and name the actual enforcement owner. The reference control catalog identifies ACG-NET-001 (admission plus CNI), ACG-IAM-001 (RBAC plus credential response) and ACG-GOV-001 (rollout/expiry governance). Its metadata and tests do not grant approval. A catalog must state exact coverage, test evidence and unresolved requirements. This trained candidate did not improve the 33-choice runtime-order pilot: 16/33 both before and after; selected answers increased from 2 to 21, with six wrong among those 21. The October 19 native-training v5 run reached 99.69% training accuracy on 1,310 synthetic assessments but still matched 2/15 exact plans on the 15-case authored test (saved Claude 10/15). In our tests, the small classifier did not replace the deterministic requirement ledger and human review. If asked about model cost or vendors, use hidden backup slides 29 and 38. Source: submission/2026-10-13/REVIEW.md; workflow-cost/run-1/readiness.json; controls/catalog.json; experiments/system1-2026-10-19/FINDINGS.md. The original generated illustration is a metaphor for a self-scored test suite; it does not depict a real person, model run or cluster result.</a:t>
            </a:r>
            <a:endParaRPr lang="en-US"/>
          </a:p>
          <a:p/>
          <a:p>
            <a:r>
              <a:rPr lang="en-US"/>
              <a:t>The original generated medal illustration is an analogy for narrow self-validation, not a model trace. Six fixed privilege tests cover one rule. The readiness ledger remains INCOMPLETE_PROPOSAL because network, API access and exception expiry lack required enforcement evidence. Open the independent findings after the vote.</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en-US"/>
              <a:t>HIDDEN BACKUP since v12: Q&amp;A only; the hour no longer shows it (the minute goes to slide 28). Close the recorded proposal review by asking whether the speed or API price justifies granting unresolved authority; it does not. These historical measurements support candidate screening. Production selection still requires representative error consequences, reviewer effort, failure behavior and setup/operations costs. Show the model/workflow comparison for one minute. The zero-shot Laya column is the October 12 frozen-pilot result, separate from the trained proposal just reviewed. Its frozen option order differs from the runtime order used for the new trained comparison. This is a screening pilot, not production certification or classifier-class superiority. Claude Opus 5.5 used adaptive thinking with medium effort and strict structured output; Jev returned its typed distribution. Returned IDs were claude-opus-5-5 and jev-1.13.0. Cases and labels unchanged from local pilot; 33 scored and four hostile report-only cases. No unreadable answers. Exact McNemar: two Claude-only correct, zero Jev-only, p=0.50. Decision latency covers 37 warm HTTP requests, excluding warmup. Scenario A time and API price are median of three newly measured complete fixture runs: decisions, compilation, Kyverno simulation and local proposal writing. Jev range 1.69–2.05 seconds; Claude 19.41–28.39 seconds. Jev eight API calls and four escalations each run; Claude eight or nine calls and one escalation. Human review and deployment excluded. Clients were launched concurrently, each sequential internally; Jev completed while the first Claude run was in progress. Three runs cannot establish p95 or load performance. List prices checked October 12: Jev $0.042/M input tokens, outputs free; Claude $4/M input and $20/M output. Scenario A per run: Jev 4,552 input tokens and 634 free output tokens; Claude 6,483–7,222 input and 545–931 output tokens. Model cost is estimated from usage, not an invoice. Setup effort was not timed or priced. Four human escalations versus one can dominate total cost; see RUN-COST-ANALYSIS.md. Zero selected mistakes does not certify a threshold: only 26 selected cases and different score definitions. OpenAI has not run because no OpenAI key was supplied. Laya added as a local comparator: 16/33 pilot, 0.089-second median in-process decision latency on MPS, excluding HTTP. Its Scenario A three-run median was 0.41 seconds, but every clause escalated and no guardrail was generated. Four model calls versus eight or nine hosted calls means it did less work. No API charge; compute, energy and operations unpriced. Model load excluded and reported separately. No throughput or production winner claim. Sources: submission/2026-10-12/HOSTED-COMPARISON.md; https://docs.typesafe.ai/models; https://platform.claude.com/docs/en/models/overview; https://platform.claude.com/docs/en/build-with-claude/structured-outputs.</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en-US"/>
              <a:t>51:00–55:00. Add a concrete exit criterion to the worksheet. A: reviewed clean image and no ongoing suspect connections. B: ticket/tool boundary repaired and tested. C: scoped RBAC, verified approvals and input source repaired. D: affected credentials rotated or accepted risk documented, least-privilege Role and tested metrics recovery. Descent is Q3, Q2, Q1, Q0 under authorized review. If critical service has no clean serving capacity, record the conflict instead of declaring success. Generated incident-room art is a visual metaphor, not cluster evidence.</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en-US"/>
              <a:t>55:00–56:00. Show this illustrative paper decision record only after teams have completed recovery. This is one defensible Case A example, not the only answer, a model output or proof of executed containment. Trace the same requirement through initial disposition, later evidence, changed order and recovery tests. Explain that two ready copies are not automatically two trusted clean copies. Compare one table’s actual revision, accepting a defensible hold. 56:00–58:00. Tally points, hear at most two twenty-second reports and ask each participant to record a requirement, owner and verification step for their own environment. 58:00–60:00 questions. Preserve all three learning outputs: intent/map, justified controls/exceptions and a scoped containment/recovery playbook. Repository source: https://github.com/mgunjan/sc2632-tabletop/blob/main/tabletop/congress-2026/WORKED-DECISION.md</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en-US"/>
              <a:t>58:00–60:00 (both presenters). Closing resource slide. Public curated repository verified: https://github.com/mgunjan/sc2632-tabletop. Start with its README; it includes a no-key reference demo, supplied test fixtures and frozen outputs. A live local CLI run requires Kyverno 1.19.1. Share the complete exercise package after the sealed evidence is revealed. Describe cloud agnostic as implementation patterns based on Kubernetes APIs, not a claim that every managed distribution has been tested. The source includes historical single-node k3s and the October 13 presenting-Mac three-node k3d record. These do not establish support across all managed Kubernetes platforms. Repository source: https://github.com/mgunjan/sc2632-tabletop/blob/main/README.md</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en-US"/>
              <a:t>Use if terminal compilation is unavailable. This is a summarized excerpt, not verbatim full YAML. Show output/frozen-a/policies/deny-privilege-escalation.yaml for the complete policy. The specification was hand-written and the generator rendered it. Repository source: https://github.com/mgunjan/sc2632-tabletop/blob/main/output/frozen-a/PR.md</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en-US"/>
              <a:t>Abridged from the frozen Scenario A admission report. These are offline simulations on fictional fixtures. They do not prove that the admission policy constrains a running connection, reads or internal tool calls. Repository source: https://github.com/mgunjan/sc2632-tabletop/blob/main/output/frozen-a/PR.md</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en-US"/>
              <a:t>Use within the existing 45–46 case comparison (slide 26) for a D table or as a Q&amp;A backup. Lock the copied-credential prediction during Round 3 before showing this table. Then compare each state and identify which authority boundary changed. This is the actual October 13 presenting-Mac run on synthetic resources, separate from the fictional incident. The suspect cannot open a new API TCP connection while an unaffected positive control still can. The same bearer token used from outside the Pod continues Secret GET/LIST in two other namespaces. Removing its broad binding gives HTTP 403 while preserving exactly one named in-namespace Secret GET and one ConfigMap GET; in-namespace LIST is also denied. The replacement has its own Pod-bound credential and restored API connectivity. Old-token authentication returns 401 41.2 seconds after bound-Pod deletion; the old token was far from natural expiry. New-token positive reads still return 200, and outside reads remain 403. There are 58 passing observations, including repeated health samples, not independent incident scenarios. No production monitoring delivery, audit export, external application-key revocation or compromise eradication is claimed. RBAC proposal is manually reviewed, not model generated. Source: submission/2026-10-13/live-rehearsal/case-d/result.json; lab/verify-case-d.py; scenarios/d-secret-enumeration/review/PR.md; https://kubernetes.io/docs/reference/access-authn-authz/service-accounts-admin/</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en-US"/>
              <a:t>Use only for Q&amp;A about the local System1 retrain. Native Laya reached 99.69% accuracy and 99.66% minimum class recall on 1,310 synthetic training assessments after full-row coverage and equalized class loss. On the unchanged 15-case authored plan test, it remained 2/15 exact plans, the same as the prior Laya candidate; saved Claude was 10/15. The 15 cases have been examined and their labels remain unreviewed independently. This is a paired regression comparison, not a new blind benchmark or production-safety claim. Source: experiments/system1-2026-10-19/optimization-v1/native-training-v5/COMPARISON.md.</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en-US"/>
              <a:t>Setup duration and engineering costs were not measured, so no setup-cost winner is claimed. Hosted candidates require billing, credential security, network and provider-failure handling. Local candidates used an Apple-silicon Mac with 18 GiB RAM; acquisition, energy and ongoing operations are unpriced. Per-run provider amounts are estimated usage-based cost, not invoice totals. One minute at $120/hour is a sensitivity calculation, not measured review effort.</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rPr lang="en-US"/>
              <a:t>Exact metrics preserve separate scopes: accuracy and screening decision latency use 33 author-labelled candidate decisions; Scenario A time and estimated API cost are medians of three fixture workflow runs. Jev–Claude accuracy gap is inconclusive (30/33 vs 32/33). Confidence/score definitions differ and are not established as comparable calibrated risks. Base Laya is zero-shot. Its local compute cost is unpriced and its workflow omitted a guardrail. Costs are estimated provider usage, not invoices. Full distributions and run records are under submission/2026-10-12/benchmark/. These are candidate-screening results, not production certification.</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4ab6ad55e35453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a5b854427da4c1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6f8d56fd8a1453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33d8900d80d417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8b0602803bb4fe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0e4f4bc868b456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EC3ADB3-EAF3-44DA-8DC3-057341DB68D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7ECD651-B883-4F46-A6E6-03A2308E9BF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9708CA1-3FE2-4A15-B1B9-4258E762C98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F3F21C3-AE21-4B7D-BBDB-06E0A08AE62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4D71646-58D8-4799-8641-A51BB648EE9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B6A459B-B4F0-487C-B33D-0A36FF48676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5CAB0A1-05B3-4AE4-9ED7-9335BBD240A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0371285-28C0-40F0-8770-4E01DD51F3E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4C591BF-A6AA-4680-ADC4-248B09D240C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BC432B6-503C-4AFA-BC9C-4A9B1186092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fd26a8e89454315" /><Relationship Type="http://schemas.openxmlformats.org/officeDocument/2006/relationships/slideLayout" Target="/ppt/slideLayouts/slideLayout1.xml" Id="R822b70c8e8e046ad" /><Relationship Type="http://schemas.openxmlformats.org/officeDocument/2006/relationships/slideLayout" Target="/ppt/slideLayouts/slideLayout2.xml" Id="Rf0ce0d391e6b450c" /><Relationship Type="http://schemas.openxmlformats.org/officeDocument/2006/relationships/slideLayout" Target="/ppt/slideLayouts/slideLayout3.xml" Id="R0fdef749b950466c" /><Relationship Type="http://schemas.openxmlformats.org/officeDocument/2006/relationships/slideLayout" Target="/ppt/slideLayouts/slideLayout4.xml" Id="R3e838e54aebb4f90" /><Relationship Type="http://schemas.openxmlformats.org/officeDocument/2006/relationships/slideLayout" Target="/ppt/slideLayouts/slideLayout5.xml" Id="R6c6e1ba7325b4712" /><Relationship Type="http://schemas.openxmlformats.org/officeDocument/2006/relationships/slideLayout" Target="/ppt/slideLayouts/slideLayout6.xml" Id="R11e2c5236fdb4b7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22b70c8e8e046ad"/>
    <p:sldLayoutId xmlns:r="http://schemas.openxmlformats.org/officeDocument/2006/relationships" id="2147483650" r:id="Rf0ce0d391e6b450c"/>
    <p:sldLayoutId xmlns:r="http://schemas.openxmlformats.org/officeDocument/2006/relationships" id="2147483651" r:id="R0fdef749b950466c"/>
    <p:sldLayoutId xmlns:r="http://schemas.openxmlformats.org/officeDocument/2006/relationships" id="2147483652" r:id="R3e838e54aebb4f90"/>
    <p:sldLayoutId xmlns:r="http://schemas.openxmlformats.org/officeDocument/2006/relationships" id="2147483653" r:id="R6c6e1ba7325b4712"/>
    <p:sldLayoutId xmlns:r="http://schemas.openxmlformats.org/officeDocument/2006/relationships" id="2147483654" r:id="R11e2c5236fdb4b7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2c9dc0570e148ef" /><Relationship Type="http://schemas.openxmlformats.org/officeDocument/2006/relationships/image" Target="/ppt/media/image.png" Id="Rfff4bf5b2f31414b" /><Relationship Type="http://schemas.openxmlformats.org/officeDocument/2006/relationships/notesSlide" Target="/ppt/notesSlides/notesSlide1.xml" Id="R48e04014f6d545d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f2ad41498fc445a" /><Relationship Type="http://schemas.openxmlformats.org/officeDocument/2006/relationships/image" Target="/ppt/media/image2.png" Id="Rb8a933c05f8d42f9" /><Relationship Type="http://schemas.openxmlformats.org/officeDocument/2006/relationships/notesSlide" Target="/ppt/notesSlides/notesSlide2.xml" Id="Rc16cc81b05db4af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f05a13a3b6e405d" /><Relationship Type="http://schemas.openxmlformats.org/officeDocument/2006/relationships/notesSlide" Target="/ppt/notesSlides/notesSlide3.xml" Id="R9f7fb6d8482f41c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06ab6d4d1e64bda" /><Relationship Type="http://schemas.openxmlformats.org/officeDocument/2006/relationships/notesSlide" Target="/ppt/notesSlides/notesSlide4.xml" Id="R32c7717e2c7641d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413ef9e60b444cc" /><Relationship Type="http://schemas.openxmlformats.org/officeDocument/2006/relationships/notesSlide" Target="/ppt/notesSlides/notesSlide5.xml" Id="R17c5e269661b4d7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83c65cddc524c11" /><Relationship Type="http://schemas.openxmlformats.org/officeDocument/2006/relationships/notesSlide" Target="/ppt/notesSlides/notesSlide6.xml" Id="Rbc5775419d5c4bf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2793f066cae47d4" /><Relationship Type="http://schemas.openxmlformats.org/officeDocument/2006/relationships/notesSlide" Target="/ppt/notesSlides/notesSlide7.xml" Id="R12376d23afed435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0fed4a5e77b49eb" /><Relationship Type="http://schemas.openxmlformats.org/officeDocument/2006/relationships/notesSlide" Target="/ppt/notesSlides/notesSlide8.xml" Id="R0225560245ce4b8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0b6884367be4f3f" /><Relationship Type="http://schemas.openxmlformats.org/officeDocument/2006/relationships/notesSlide" Target="/ppt/notesSlides/notesSlide9.xml" Id="R6196dea903394a8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9b43d35bca24641" /><Relationship Type="http://schemas.openxmlformats.org/officeDocument/2006/relationships/notesSlide" Target="/ppt/notesSlides/notesSlide10.xml" Id="R2ed4985889fc4c2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1932a827f224a72" /><Relationship Type="http://schemas.openxmlformats.org/officeDocument/2006/relationships/notesSlide" Target="/ppt/notesSlides/notesSlide11.xml" Id="R7b973409b92e4b5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d7f11bc25b04b93" /><Relationship Type="http://schemas.openxmlformats.org/officeDocument/2006/relationships/image" Target="/ppt/media/image3.png" Id="R6d4cb34483e4432b" /><Relationship Type="http://schemas.openxmlformats.org/officeDocument/2006/relationships/notesSlide" Target="/ppt/notesSlides/notesSlide12.xml" Id="Rcca814bf0c9b4ed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e45329b0bed4fbe" /><Relationship Type="http://schemas.openxmlformats.org/officeDocument/2006/relationships/notesSlide" Target="/ppt/notesSlides/notesSlide13.xml" Id="R398ebd66916d4e5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22679ff04d64fdb" /><Relationship Type="http://schemas.openxmlformats.org/officeDocument/2006/relationships/notesSlide" Target="/ppt/notesSlides/notesSlide14.xml" Id="Rdb2e4eb5438347c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4922c5b1f8f4648" /><Relationship Type="http://schemas.openxmlformats.org/officeDocument/2006/relationships/image" Target="/ppt/media/image4.png" Id="R65bc14d5e00f4232" /><Relationship Type="http://schemas.openxmlformats.org/officeDocument/2006/relationships/notesSlide" Target="/ppt/notesSlides/notesSlide15.xml" Id="R39009af4f5cd4c0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f852edec516a4159" /><Relationship Type="http://schemas.openxmlformats.org/officeDocument/2006/relationships/notesSlide" Target="/ppt/notesSlides/notesSlide16.xml" Id="R2d4aef5571e4442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1387af7a70454aec" /><Relationship Type="http://schemas.openxmlformats.org/officeDocument/2006/relationships/image" Target="/ppt/media/image5.png" Id="Rba4ac886ad654efa" /><Relationship Type="http://schemas.openxmlformats.org/officeDocument/2006/relationships/notesSlide" Target="/ppt/notesSlides/notesSlide17.xml" Id="R1aa7726d393b44d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b395cfa708bf4fe2" /><Relationship Type="http://schemas.openxmlformats.org/officeDocument/2006/relationships/notesSlide" Target="/ppt/notesSlides/notesSlide18.xml" Id="Rbaa74e41f2a54c0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481aac3bad914f2a" /><Relationship Type="http://schemas.openxmlformats.org/officeDocument/2006/relationships/image" Target="/ppt/media/image6.png" Id="Rf1def12a42d2472d" /><Relationship Type="http://schemas.openxmlformats.org/officeDocument/2006/relationships/notesSlide" Target="/ppt/notesSlides/notesSlide19.xml" Id="Rde42770103c34e2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3fcdbb5bb6774be7" /><Relationship Type="http://schemas.openxmlformats.org/officeDocument/2006/relationships/notesSlide" Target="/ppt/notesSlides/notesSlide20.xml" Id="Rba67e09ec948431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48a6d35bc0c94f3c" /><Relationship Type="http://schemas.openxmlformats.org/officeDocument/2006/relationships/notesSlide" Target="/ppt/notesSlides/notesSlide21.xml" Id="Ra67d72cfc0e94fb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ee607667684d4d1c" /><Relationship Type="http://schemas.openxmlformats.org/officeDocument/2006/relationships/notesSlide" Target="/ppt/notesSlides/notesSlide22.xml" Id="Rc8dde4065005443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2a6bde8f6a2d4dbd" /><Relationship Type="http://schemas.openxmlformats.org/officeDocument/2006/relationships/notesSlide" Target="/ppt/notesSlides/notesSlide23.xml" Id="R00334033f48046e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0dddfb0694b34e8d" /><Relationship Type="http://schemas.openxmlformats.org/officeDocument/2006/relationships/notesSlide" Target="/ppt/notesSlides/notesSlide24.xml" Id="Rfe53e5379d4f4ea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b7a90779944a4e57" /><Relationship Type="http://schemas.openxmlformats.org/officeDocument/2006/relationships/notesSlide" Target="/ppt/notesSlides/notesSlide25.xml" Id="R537342d95009469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9525bf6f721a4c48" /><Relationship Type="http://schemas.openxmlformats.org/officeDocument/2006/relationships/notesSlide" Target="/ppt/notesSlides/notesSlide26.xml" Id="R44e2d7b956134e5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73c8007f35824999" /><Relationship Type="http://schemas.openxmlformats.org/officeDocument/2006/relationships/notesSlide" Target="/ppt/notesSlides/notesSlide27.xml" Id="R3e3f81b232cc45d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613a709390984352" /><Relationship Type="http://schemas.openxmlformats.org/officeDocument/2006/relationships/image" Target="/ppt/media/image7.png" Id="Ra59e215ac28d4da0" /><Relationship Type="http://schemas.openxmlformats.org/officeDocument/2006/relationships/notesSlide" Target="/ppt/notesSlides/notesSlide28.xml" Id="R23f2251d114a4176"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92eaeccdafaa4c4f" /><Relationship Type="http://schemas.openxmlformats.org/officeDocument/2006/relationships/notesSlide" Target="/ppt/notesSlides/notesSlide29.xml" Id="Rfc406d05c9e5426b"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f850d45d676f4146" /><Relationship Type="http://schemas.openxmlformats.org/officeDocument/2006/relationships/image" Target="/ppt/media/image8.png" Id="R19daac774eec4543" /><Relationship Type="http://schemas.openxmlformats.org/officeDocument/2006/relationships/notesSlide" Target="/ppt/notesSlides/notesSlide30.xml" Id="Rfe32fdc062ab475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ecf17a55069448ea" /><Relationship Type="http://schemas.openxmlformats.org/officeDocument/2006/relationships/notesSlide" Target="/ppt/notesSlides/notesSlide31.xml" Id="Rd344fd0bc877460c"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2a01e015a9b043a5" /><Relationship Type="http://schemas.openxmlformats.org/officeDocument/2006/relationships/image" Target="/ppt/media/image9.png" Id="R9f2b143361e24d68" /><Relationship Type="http://schemas.openxmlformats.org/officeDocument/2006/relationships/notesSlide" Target="/ppt/notesSlides/notesSlide32.xml" Id="Raf560a6ff1d142c8"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4013be0b44534f85" /><Relationship Type="http://schemas.openxmlformats.org/officeDocument/2006/relationships/notesSlide" Target="/ppt/notesSlides/notesSlide33.xml" Id="Rc12ea96a61e54d49"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2a53865d6722452d" /><Relationship Type="http://schemas.openxmlformats.org/officeDocument/2006/relationships/notesSlide" Target="/ppt/notesSlides/notesSlide34.xml" Id="R0a70443cfc254b46"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da65139898bf4883" /><Relationship Type="http://schemas.openxmlformats.org/officeDocument/2006/relationships/notesSlide" Target="/ppt/notesSlides/notesSlide35.xml" Id="R3e473453e8fc4569"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e3e529fe1b9d40c6" /><Relationship Type="http://schemas.openxmlformats.org/officeDocument/2006/relationships/notesSlide" Target="/ppt/notesSlides/notesSlide36.xml" Id="R22d0f0a1795848c5"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93f95b87f9094a68" /><Relationship Type="http://schemas.openxmlformats.org/officeDocument/2006/relationships/notesSlide" Target="/ppt/notesSlides/notesSlide37.xml" Id="R1646b132e65b4e6d"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23a5701d94b04142" /><Relationship Type="http://schemas.openxmlformats.org/officeDocument/2006/relationships/notesSlide" Target="/ppt/notesSlides/notesSlide38.xml" Id="Rc5f875d442e749a6" /></Relationships>
</file>

<file path=ppt/slides/slide1.xml><?xml version="1.0" encoding="utf-8"?>
<p:sld xmlns:p="http://schemas.openxmlformats.org/presentationml/2006/main">
  <p:cSld>
    <p:bg>
      <p:bgPr>
        <a:solidFill xmlns:a="http://schemas.openxmlformats.org/drawingml/2006/main">
          <a:srgbClr val="081A29"/>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A5E6C572-484E-4105-9A27-3921AA3810C8}"/>
              </a:ext>
            </a:extLst>
          </p:cNvPr>
          <p:cNvPicPr>
            <a:picLocks xmlns:a="http://schemas.openxmlformats.org/drawingml/2006/main" noChangeAspect="1"/>
          </p:cNvPicPr>
          <p:nvPr/>
        </p:nvPicPr>
        <p:blipFill>
          <a:blip xmlns:r="http://schemas.openxmlformats.org/officeDocument/2006/relationships" xmlns:a="http://schemas.openxmlformats.org/drawingml/2006/main" r:embed="Rfff4bf5b2f31414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diagram-boundary">
            <a:extLst xmlns:a="http://schemas.openxmlformats.org/drawingml/2006/main">
              <a:ext uri="{FF2B5EF4-FFF2-40B4-BE49-F238E27FC236}">
                <a16:creationId xmlns:a16="http://schemas.microsoft.com/office/drawing/2014/main" id="{5B0AB970-0812-4D8C-A419-E2EC4BB21DA0}"/>
              </a:ext>
            </a:extLst>
          </p:cNvPr>
          <p:cNvSpPr>
            <a:spLocks xmlns:a="http://schemas.openxmlformats.org/drawingml/2006/main" noGrp="1"/>
          </p:cNvSpPr>
          <p:nvPr/>
        </p:nvSpPr>
        <p:spPr>
          <a:xfrm xmlns:a="http://schemas.openxmlformats.org/drawingml/2006/main">
            <a:off x="0" y="0"/>
            <a:ext cx="6238875" cy="6858000"/>
          </a:xfrm>
          <a:prstGeom xmlns:a="http://schemas.openxmlformats.org/drawingml/2006/main" prst="rect">
            <a:avLst/>
          </a:prstGeom>
          <a:solidFill xmlns:a="http://schemas.openxmlformats.org/drawingml/2006/main">
            <a:srgbClr val="081A29"/>
          </a:solidFill>
          <a:ln xmlns:a="http://schemas.openxmlformats.org/drawingml/2006/main" w="0">
            <a:noFill/>
            <a:prstDash val="solid"/>
          </a:ln>
        </p:spPr>
      </p:sp>
      <p:sp>
        <p:nvSpPr>
          <p:cNvPr id="3" name="From intent&#10;to enforcement">
            <a:extLst xmlns:a="http://schemas.openxmlformats.org/drawingml/2006/main">
              <a:ext uri="{FF2B5EF4-FFF2-40B4-BE49-F238E27FC236}">
                <a16:creationId xmlns:a16="http://schemas.microsoft.com/office/drawing/2014/main" id="{0F49CE66-DB80-4AF1-9501-384411A54C51}"/>
              </a:ext>
            </a:extLst>
          </p:cNvPr>
          <p:cNvSpPr>
            <a:spLocks xmlns:a="http://schemas.openxmlformats.org/drawingml/2006/main" noGrp="1"/>
          </p:cNvSpPr>
          <p:nvPr/>
        </p:nvSpPr>
        <p:spPr>
          <a:xfrm xmlns:a="http://schemas.openxmlformats.org/drawingml/2006/main">
            <a:off x="628650" y="1104900"/>
            <a:ext cx="581025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4350" b="1">
                <a:solidFill>
                  <a:srgbClr val="FFFFFF"/>
                </a:solidFill>
                <a:latin typeface="Arial"/>
                <a:ea typeface="Arial"/>
                <a:cs typeface="Arial"/>
              </a:defRPr>
            </a:defPPr>
            <a:lvl1pPr algn="l">
              <a:defRPr sz="4350" b="1">
                <a:solidFill>
                  <a:srgbClr val="FFFFFF"/>
                </a:solidFill>
                <a:latin typeface="Arial"/>
                <a:ea typeface="Arial"/>
                <a:cs typeface="Arial"/>
              </a:defRPr>
            </a:lvl1pPr>
            <a:lvl2pPr algn="l">
              <a:defRPr sz="4350" b="1">
                <a:solidFill>
                  <a:srgbClr val="FFFFFF"/>
                </a:solidFill>
                <a:latin typeface="Arial"/>
                <a:ea typeface="Arial"/>
                <a:cs typeface="Arial"/>
              </a:defRPr>
            </a:lvl2pPr>
            <a:lvl3pPr algn="l">
              <a:defRPr sz="4350" b="1">
                <a:solidFill>
                  <a:srgbClr val="FFFFFF"/>
                </a:solidFill>
                <a:latin typeface="Arial"/>
                <a:ea typeface="Arial"/>
                <a:cs typeface="Arial"/>
              </a:defRPr>
            </a:lvl3pPr>
            <a:lvl4pPr algn="l">
              <a:defRPr sz="4350" b="1">
                <a:solidFill>
                  <a:srgbClr val="FFFFFF"/>
                </a:solidFill>
                <a:latin typeface="Arial"/>
                <a:ea typeface="Arial"/>
                <a:cs typeface="Arial"/>
              </a:defRPr>
            </a:lvl4pPr>
            <a:lvl5pPr algn="l">
              <a:defRPr sz="4350" b="1">
                <a:solidFill>
                  <a:srgbClr val="FFFFFF"/>
                </a:solidFill>
                <a:latin typeface="Arial"/>
                <a:ea typeface="Arial"/>
                <a:cs typeface="Arial"/>
              </a:defRPr>
            </a:lvl5pPr>
            <a:lvl6pPr algn="l">
              <a:defRPr sz="4350" b="1">
                <a:solidFill>
                  <a:srgbClr val="FFFFFF"/>
                </a:solidFill>
                <a:latin typeface="Arial"/>
                <a:ea typeface="Arial"/>
                <a:cs typeface="Arial"/>
              </a:defRPr>
            </a:lvl6pPr>
            <a:lvl7pPr algn="l">
              <a:defRPr sz="4350" b="1">
                <a:solidFill>
                  <a:srgbClr val="FFFFFF"/>
                </a:solidFill>
                <a:latin typeface="Arial"/>
                <a:ea typeface="Arial"/>
                <a:cs typeface="Arial"/>
              </a:defRPr>
            </a:lvl7pPr>
            <a:lvl8pPr algn="l">
              <a:defRPr sz="4350" b="1">
                <a:solidFill>
                  <a:srgbClr val="FFFFFF"/>
                </a:solidFill>
                <a:latin typeface="Arial"/>
                <a:ea typeface="Arial"/>
                <a:cs typeface="Arial"/>
              </a:defRPr>
            </a:lvl8pPr>
            <a:lvl9pPr algn="l">
              <a:defRPr sz="4350" b="1">
                <a:solidFill>
                  <a:srgbClr val="FFFFFF"/>
                </a:solidFill>
                <a:latin typeface="Arial"/>
                <a:ea typeface="Arial"/>
                <a:cs typeface="Arial"/>
              </a:defRPr>
            </a:lvl9pPr>
          </a:lstStyle>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From intent</a:t>
            </a:r>
          </a:p>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to enforcement</a:t>
            </a:r>
          </a:p>
        </p:txBody>
      </p:sp>
      <p:sp>
        <p:nvSpPr>
          <p:cNvPr id="4" name="Agentic Kubernetes guardrails&#10;with Quarantine">
            <a:extLst xmlns:a="http://schemas.openxmlformats.org/drawingml/2006/main">
              <a:ext uri="{FF2B5EF4-FFF2-40B4-BE49-F238E27FC236}">
                <a16:creationId xmlns:a16="http://schemas.microsoft.com/office/drawing/2014/main" id="{F356FE6C-2D9F-45E3-BA02-9BA309461C4D}"/>
              </a:ext>
            </a:extLst>
          </p:cNvPr>
          <p:cNvSpPr>
            <a:spLocks xmlns:a="http://schemas.openxmlformats.org/drawingml/2006/main" noGrp="1"/>
          </p:cNvSpPr>
          <p:nvPr/>
        </p:nvSpPr>
        <p:spPr>
          <a:xfrm xmlns:a="http://schemas.openxmlformats.org/drawingml/2006/main">
            <a:off x="666750" y="3067050"/>
            <a:ext cx="528637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37D5BE"/>
                </a:solidFill>
                <a:latin typeface="Arial"/>
                <a:ea typeface="Arial"/>
                <a:cs typeface="Arial"/>
              </a:defRPr>
            </a:defPPr>
            <a:lvl1pPr algn="l">
              <a:defRPr sz="2175" b="0">
                <a:solidFill>
                  <a:srgbClr val="37D5BE"/>
                </a:solidFill>
                <a:latin typeface="Arial"/>
                <a:ea typeface="Arial"/>
                <a:cs typeface="Arial"/>
              </a:defRPr>
            </a:lvl1pPr>
            <a:lvl2pPr algn="l">
              <a:defRPr sz="2175" b="0">
                <a:solidFill>
                  <a:srgbClr val="37D5BE"/>
                </a:solidFill>
                <a:latin typeface="Arial"/>
                <a:ea typeface="Arial"/>
                <a:cs typeface="Arial"/>
              </a:defRPr>
            </a:lvl2pPr>
            <a:lvl3pPr algn="l">
              <a:defRPr sz="2175" b="0">
                <a:solidFill>
                  <a:srgbClr val="37D5BE"/>
                </a:solidFill>
                <a:latin typeface="Arial"/>
                <a:ea typeface="Arial"/>
                <a:cs typeface="Arial"/>
              </a:defRPr>
            </a:lvl3pPr>
            <a:lvl4pPr algn="l">
              <a:defRPr sz="2175" b="0">
                <a:solidFill>
                  <a:srgbClr val="37D5BE"/>
                </a:solidFill>
                <a:latin typeface="Arial"/>
                <a:ea typeface="Arial"/>
                <a:cs typeface="Arial"/>
              </a:defRPr>
            </a:lvl4pPr>
            <a:lvl5pPr algn="l">
              <a:defRPr sz="2175" b="0">
                <a:solidFill>
                  <a:srgbClr val="37D5BE"/>
                </a:solidFill>
                <a:latin typeface="Arial"/>
                <a:ea typeface="Arial"/>
                <a:cs typeface="Arial"/>
              </a:defRPr>
            </a:lvl5pPr>
            <a:lvl6pPr algn="l">
              <a:defRPr sz="2175" b="0">
                <a:solidFill>
                  <a:srgbClr val="37D5BE"/>
                </a:solidFill>
                <a:latin typeface="Arial"/>
                <a:ea typeface="Arial"/>
                <a:cs typeface="Arial"/>
              </a:defRPr>
            </a:lvl6pPr>
            <a:lvl7pPr algn="l">
              <a:defRPr sz="2175" b="0">
                <a:solidFill>
                  <a:srgbClr val="37D5BE"/>
                </a:solidFill>
                <a:latin typeface="Arial"/>
                <a:ea typeface="Arial"/>
                <a:cs typeface="Arial"/>
              </a:defRPr>
            </a:lvl7pPr>
            <a:lvl8pPr algn="l">
              <a:defRPr sz="2175" b="0">
                <a:solidFill>
                  <a:srgbClr val="37D5BE"/>
                </a:solidFill>
                <a:latin typeface="Arial"/>
                <a:ea typeface="Arial"/>
                <a:cs typeface="Arial"/>
              </a:defRPr>
            </a:lvl8pPr>
            <a:lvl9pPr algn="l">
              <a:defRPr sz="2175" b="0">
                <a:solidFill>
                  <a:srgbClr val="37D5BE"/>
                </a:solidFill>
                <a:latin typeface="Arial"/>
                <a:ea typeface="Arial"/>
                <a:cs typeface="Arial"/>
              </a:defRPr>
            </a:lvl9pPr>
          </a:lstStyle>
          <a:p xmlns:a="http://schemas.openxmlformats.org/drawingml/2006/main">
            <a:pPr algn="l">
              <a:defRPr sz="2175" b="0">
                <a:solidFill>
                  <a:srgbClr val="37D5BE"/>
                </a:solidFill>
                <a:latin typeface="Arial"/>
                <a:ea typeface="Arial"/>
                <a:cs typeface="Arial"/>
              </a:defRPr>
            </a:pPr>
            <a:r>
              <a:rPr sz="2175" b="0">
                <a:solidFill>
                  <a:srgbClr val="37D5BE"/>
                </a:solidFill>
                <a:latin typeface="Arial"/>
                <a:ea typeface="Arial"/>
                <a:cs typeface="Arial"/>
              </a:rPr>
              <a:t>Agentic Kubernetes guardrails</a:t>
            </a:r>
          </a:p>
          <a:p xmlns:a="http://schemas.openxmlformats.org/drawingml/2006/main">
            <a:pPr algn="l">
              <a:defRPr sz="2175" b="0">
                <a:solidFill>
                  <a:srgbClr val="37D5BE"/>
                </a:solidFill>
                <a:latin typeface="Arial"/>
                <a:ea typeface="Arial"/>
                <a:cs typeface="Arial"/>
              </a:defRPr>
            </a:pPr>
            <a:r>
              <a:rPr sz="2175" b="0">
                <a:solidFill>
                  <a:srgbClr val="37D5BE"/>
                </a:solidFill>
                <a:latin typeface="Arial"/>
                <a:ea typeface="Arial"/>
                <a:cs typeface="Arial"/>
              </a:rPr>
              <a:t>with Quarantine Mode</a:t>
            </a:r>
          </a:p>
        </p:txBody>
      </p:sp>
      <p:sp>
        <p:nvSpPr>
          <p:cNvPr id="5" name="A 60-minute incident tabletop">
            <a:extLst xmlns:a="http://schemas.openxmlformats.org/drawingml/2006/main">
              <a:ext uri="{FF2B5EF4-FFF2-40B4-BE49-F238E27FC236}">
                <a16:creationId xmlns:a16="http://schemas.microsoft.com/office/drawing/2014/main" id="{605C6BC5-C18C-4AD6-8401-B268A08AC225}"/>
              </a:ext>
            </a:extLst>
          </p:cNvPr>
          <p:cNvSpPr>
            <a:spLocks xmlns:a="http://schemas.openxmlformats.org/drawingml/2006/main" noGrp="1"/>
          </p:cNvSpPr>
          <p:nvPr/>
        </p:nvSpPr>
        <p:spPr>
          <a:xfrm xmlns:a="http://schemas.openxmlformats.org/drawingml/2006/main">
            <a:off x="666750" y="4305300"/>
            <a:ext cx="5000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00" b="0">
                <a:solidFill>
                  <a:srgbClr val="FFFFFF"/>
                </a:solidFill>
                <a:latin typeface="Arial"/>
                <a:ea typeface="Arial"/>
                <a:cs typeface="Arial"/>
              </a:defRPr>
            </a:defPPr>
            <a:lvl1pPr algn="l">
              <a:defRPr sz="1800" b="0">
                <a:solidFill>
                  <a:srgbClr val="FFFFFF"/>
                </a:solidFill>
                <a:latin typeface="Arial"/>
                <a:ea typeface="Arial"/>
                <a:cs typeface="Arial"/>
              </a:defRPr>
            </a:lvl1pPr>
            <a:lvl2pPr algn="l">
              <a:defRPr sz="1800" b="0">
                <a:solidFill>
                  <a:srgbClr val="FFFFFF"/>
                </a:solidFill>
                <a:latin typeface="Arial"/>
                <a:ea typeface="Arial"/>
                <a:cs typeface="Arial"/>
              </a:defRPr>
            </a:lvl2pPr>
            <a:lvl3pPr algn="l">
              <a:defRPr sz="1800" b="0">
                <a:solidFill>
                  <a:srgbClr val="FFFFFF"/>
                </a:solidFill>
                <a:latin typeface="Arial"/>
                <a:ea typeface="Arial"/>
                <a:cs typeface="Arial"/>
              </a:defRPr>
            </a:lvl3pPr>
            <a:lvl4pPr algn="l">
              <a:defRPr sz="1800" b="0">
                <a:solidFill>
                  <a:srgbClr val="FFFFFF"/>
                </a:solidFill>
                <a:latin typeface="Arial"/>
                <a:ea typeface="Arial"/>
                <a:cs typeface="Arial"/>
              </a:defRPr>
            </a:lvl4pPr>
            <a:lvl5pPr algn="l">
              <a:defRPr sz="1800" b="0">
                <a:solidFill>
                  <a:srgbClr val="FFFFFF"/>
                </a:solidFill>
                <a:latin typeface="Arial"/>
                <a:ea typeface="Arial"/>
                <a:cs typeface="Arial"/>
              </a:defRPr>
            </a:lvl5pPr>
            <a:lvl6pPr algn="l">
              <a:defRPr sz="1800" b="0">
                <a:solidFill>
                  <a:srgbClr val="FFFFFF"/>
                </a:solidFill>
                <a:latin typeface="Arial"/>
                <a:ea typeface="Arial"/>
                <a:cs typeface="Arial"/>
              </a:defRPr>
            </a:lvl6pPr>
            <a:lvl7pPr algn="l">
              <a:defRPr sz="1800" b="0">
                <a:solidFill>
                  <a:srgbClr val="FFFFFF"/>
                </a:solidFill>
                <a:latin typeface="Arial"/>
                <a:ea typeface="Arial"/>
                <a:cs typeface="Arial"/>
              </a:defRPr>
            </a:lvl7pPr>
            <a:lvl8pPr algn="l">
              <a:defRPr sz="1800" b="0">
                <a:solidFill>
                  <a:srgbClr val="FFFFFF"/>
                </a:solidFill>
                <a:latin typeface="Arial"/>
                <a:ea typeface="Arial"/>
                <a:cs typeface="Arial"/>
              </a:defRPr>
            </a:lvl8pPr>
            <a:lvl9pPr algn="l">
              <a:defRPr sz="1800" b="0">
                <a:solidFill>
                  <a:srgbClr val="FFFFFF"/>
                </a:solidFill>
                <a:latin typeface="Arial"/>
                <a:ea typeface="Arial"/>
                <a:cs typeface="Arial"/>
              </a:defRPr>
            </a:lvl9pPr>
          </a:lstStyle>
          <a:p xmlns:a="http://schemas.openxmlformats.org/drawingml/2006/main">
            <a:pPr algn="l">
              <a:defRPr sz="1800" b="0">
                <a:solidFill>
                  <a:srgbClr val="FFFFFF"/>
                </a:solidFill>
                <a:latin typeface="Arial"/>
                <a:ea typeface="Arial"/>
                <a:cs typeface="Arial"/>
              </a:defRPr>
            </a:pPr>
            <a:r>
              <a:rPr sz="1800" b="0">
                <a:solidFill>
                  <a:srgbClr val="FFFFFF"/>
                </a:solidFill>
                <a:latin typeface="Arial"/>
                <a:ea typeface="Arial"/>
                <a:cs typeface="Arial"/>
              </a:rPr>
              <a:t>A 60-minute incident tabletop</a:t>
            </a:r>
          </a:p>
        </p:txBody>
      </p:sp>
      <p:sp>
        <p:nvSpPr>
          <p:cNvPr id="6" name="Milind Gunjan&#10;Vivek Mayuranathan">
            <a:extLst xmlns:a="http://schemas.openxmlformats.org/drawingml/2006/main">
              <a:ext uri="{FF2B5EF4-FFF2-40B4-BE49-F238E27FC236}">
                <a16:creationId xmlns:a16="http://schemas.microsoft.com/office/drawing/2014/main" id="{47341649-5BD0-453B-A7A8-B38841717CD5}"/>
              </a:ext>
            </a:extLst>
          </p:cNvPr>
          <p:cNvSpPr>
            <a:spLocks xmlns:a="http://schemas.openxmlformats.org/drawingml/2006/main" noGrp="1"/>
          </p:cNvSpPr>
          <p:nvPr/>
        </p:nvSpPr>
        <p:spPr>
          <a:xfrm xmlns:a="http://schemas.openxmlformats.org/drawingml/2006/main">
            <a:off x="666750" y="5362575"/>
            <a:ext cx="4667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0">
                <a:solidFill>
                  <a:srgbClr val="FFFFFF"/>
                </a:solidFill>
                <a:latin typeface="Arial"/>
                <a:ea typeface="Arial"/>
                <a:cs typeface="Arial"/>
              </a:defRPr>
            </a:defPPr>
            <a:lvl1pPr algn="l">
              <a:defRPr sz="1650" b="0">
                <a:solidFill>
                  <a:srgbClr val="FFFFFF"/>
                </a:solidFill>
                <a:latin typeface="Arial"/>
                <a:ea typeface="Arial"/>
                <a:cs typeface="Arial"/>
              </a:defRPr>
            </a:lvl1pPr>
            <a:lvl2pPr algn="l">
              <a:defRPr sz="1650" b="0">
                <a:solidFill>
                  <a:srgbClr val="FFFFFF"/>
                </a:solidFill>
                <a:latin typeface="Arial"/>
                <a:ea typeface="Arial"/>
                <a:cs typeface="Arial"/>
              </a:defRPr>
            </a:lvl2pPr>
            <a:lvl3pPr algn="l">
              <a:defRPr sz="1650" b="0">
                <a:solidFill>
                  <a:srgbClr val="FFFFFF"/>
                </a:solidFill>
                <a:latin typeface="Arial"/>
                <a:ea typeface="Arial"/>
                <a:cs typeface="Arial"/>
              </a:defRPr>
            </a:lvl3pPr>
            <a:lvl4pPr algn="l">
              <a:defRPr sz="1650" b="0">
                <a:solidFill>
                  <a:srgbClr val="FFFFFF"/>
                </a:solidFill>
                <a:latin typeface="Arial"/>
                <a:ea typeface="Arial"/>
                <a:cs typeface="Arial"/>
              </a:defRPr>
            </a:lvl4pPr>
            <a:lvl5pPr algn="l">
              <a:defRPr sz="1650" b="0">
                <a:solidFill>
                  <a:srgbClr val="FFFFFF"/>
                </a:solidFill>
                <a:latin typeface="Arial"/>
                <a:ea typeface="Arial"/>
                <a:cs typeface="Arial"/>
              </a:defRPr>
            </a:lvl5pPr>
            <a:lvl6pPr algn="l">
              <a:defRPr sz="1650" b="0">
                <a:solidFill>
                  <a:srgbClr val="FFFFFF"/>
                </a:solidFill>
                <a:latin typeface="Arial"/>
                <a:ea typeface="Arial"/>
                <a:cs typeface="Arial"/>
              </a:defRPr>
            </a:lvl6pPr>
            <a:lvl7pPr algn="l">
              <a:defRPr sz="1650" b="0">
                <a:solidFill>
                  <a:srgbClr val="FFFFFF"/>
                </a:solidFill>
                <a:latin typeface="Arial"/>
                <a:ea typeface="Arial"/>
                <a:cs typeface="Arial"/>
              </a:defRPr>
            </a:lvl7pPr>
            <a:lvl8pPr algn="l">
              <a:defRPr sz="1650" b="0">
                <a:solidFill>
                  <a:srgbClr val="FFFFFF"/>
                </a:solidFill>
                <a:latin typeface="Arial"/>
                <a:ea typeface="Arial"/>
                <a:cs typeface="Arial"/>
              </a:defRPr>
            </a:lvl8pPr>
            <a:lvl9pPr algn="l">
              <a:defRPr sz="1650" b="0">
                <a:solidFill>
                  <a:srgbClr val="FFFFFF"/>
                </a:solidFill>
                <a:latin typeface="Arial"/>
                <a:ea typeface="Arial"/>
                <a:cs typeface="Arial"/>
              </a:defRPr>
            </a:lvl9pPr>
          </a:lstStyle>
          <a:p xmlns:a="http://schemas.openxmlformats.org/drawingml/2006/main">
            <a:pPr algn="l">
              <a:defRPr sz="1650" b="0">
                <a:solidFill>
                  <a:srgbClr val="FFFFFF"/>
                </a:solidFill>
                <a:latin typeface="Arial"/>
                <a:ea typeface="Arial"/>
                <a:cs typeface="Arial"/>
              </a:defRPr>
            </a:pPr>
            <a:r>
              <a:rPr sz="1650" b="0">
                <a:solidFill>
                  <a:srgbClr val="FFFFFF"/>
                </a:solidFill>
                <a:latin typeface="Arial"/>
                <a:ea typeface="Arial"/>
                <a:cs typeface="Arial"/>
              </a:rPr>
              <a:t>Milind Gunjan</a:t>
            </a:r>
          </a:p>
          <a:p xmlns:a="http://schemas.openxmlformats.org/drawingml/2006/main">
            <a:pPr algn="l">
              <a:defRPr sz="1650" b="0">
                <a:solidFill>
                  <a:srgbClr val="FFFFFF"/>
                </a:solidFill>
                <a:latin typeface="Arial"/>
                <a:ea typeface="Arial"/>
                <a:cs typeface="Arial"/>
              </a:defRPr>
            </a:pPr>
            <a:r>
              <a:rPr sz="1650" b="0">
                <a:solidFill>
                  <a:srgbClr val="FFFFFF"/>
                </a:solidFill>
                <a:latin typeface="Arial"/>
                <a:ea typeface="Arial"/>
                <a:cs typeface="Arial"/>
              </a:rPr>
              <a:t>Vivek Mayuranathan</a:t>
            </a:r>
          </a:p>
        </p:txBody>
      </p:sp>
      <p:sp>
        <p:nvSpPr>
          <p:cNvPr id="7" name="26 October 2026">
            <a:extLst xmlns:a="http://schemas.openxmlformats.org/drawingml/2006/main">
              <a:ext uri="{FF2B5EF4-FFF2-40B4-BE49-F238E27FC236}">
                <a16:creationId xmlns:a16="http://schemas.microsoft.com/office/drawing/2014/main" id="{6DC46E84-2F41-4717-AB77-0F612B3C83FC}"/>
              </a:ext>
            </a:extLst>
          </p:cNvPr>
          <p:cNvSpPr>
            <a:spLocks xmlns:a="http://schemas.openxmlformats.org/drawingml/2006/main" noGrp="1"/>
          </p:cNvSpPr>
          <p:nvPr/>
        </p:nvSpPr>
        <p:spPr>
          <a:xfrm xmlns:a="http://schemas.openxmlformats.org/drawingml/2006/main">
            <a:off x="666750" y="6200775"/>
            <a:ext cx="466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0">
                <a:solidFill>
                  <a:srgbClr val="B5CAD2"/>
                </a:solidFill>
                <a:latin typeface="Arial"/>
                <a:ea typeface="Arial"/>
                <a:cs typeface="Arial"/>
              </a:defRPr>
            </a:defPPr>
            <a:lvl1pPr algn="l">
              <a:defRPr sz="1425" b="0">
                <a:solidFill>
                  <a:srgbClr val="B5CAD2"/>
                </a:solidFill>
                <a:latin typeface="Arial"/>
                <a:ea typeface="Arial"/>
                <a:cs typeface="Arial"/>
              </a:defRPr>
            </a:lvl1pPr>
            <a:lvl2pPr algn="l">
              <a:defRPr sz="1425" b="0">
                <a:solidFill>
                  <a:srgbClr val="B5CAD2"/>
                </a:solidFill>
                <a:latin typeface="Arial"/>
                <a:ea typeface="Arial"/>
                <a:cs typeface="Arial"/>
              </a:defRPr>
            </a:lvl2pPr>
            <a:lvl3pPr algn="l">
              <a:defRPr sz="1425" b="0">
                <a:solidFill>
                  <a:srgbClr val="B5CAD2"/>
                </a:solidFill>
                <a:latin typeface="Arial"/>
                <a:ea typeface="Arial"/>
                <a:cs typeface="Arial"/>
              </a:defRPr>
            </a:lvl3pPr>
            <a:lvl4pPr algn="l">
              <a:defRPr sz="1425" b="0">
                <a:solidFill>
                  <a:srgbClr val="B5CAD2"/>
                </a:solidFill>
                <a:latin typeface="Arial"/>
                <a:ea typeface="Arial"/>
                <a:cs typeface="Arial"/>
              </a:defRPr>
            </a:lvl4pPr>
            <a:lvl5pPr algn="l">
              <a:defRPr sz="1425" b="0">
                <a:solidFill>
                  <a:srgbClr val="B5CAD2"/>
                </a:solidFill>
                <a:latin typeface="Arial"/>
                <a:ea typeface="Arial"/>
                <a:cs typeface="Arial"/>
              </a:defRPr>
            </a:lvl5pPr>
            <a:lvl6pPr algn="l">
              <a:defRPr sz="1425" b="0">
                <a:solidFill>
                  <a:srgbClr val="B5CAD2"/>
                </a:solidFill>
                <a:latin typeface="Arial"/>
                <a:ea typeface="Arial"/>
                <a:cs typeface="Arial"/>
              </a:defRPr>
            </a:lvl6pPr>
            <a:lvl7pPr algn="l">
              <a:defRPr sz="1425" b="0">
                <a:solidFill>
                  <a:srgbClr val="B5CAD2"/>
                </a:solidFill>
                <a:latin typeface="Arial"/>
                <a:ea typeface="Arial"/>
                <a:cs typeface="Arial"/>
              </a:defRPr>
            </a:lvl7pPr>
            <a:lvl8pPr algn="l">
              <a:defRPr sz="1425" b="0">
                <a:solidFill>
                  <a:srgbClr val="B5CAD2"/>
                </a:solidFill>
                <a:latin typeface="Arial"/>
                <a:ea typeface="Arial"/>
                <a:cs typeface="Arial"/>
              </a:defRPr>
            </a:lvl8pPr>
            <a:lvl9pPr algn="l">
              <a:defRPr sz="1425" b="0">
                <a:solidFill>
                  <a:srgbClr val="B5CAD2"/>
                </a:solidFill>
                <a:latin typeface="Arial"/>
                <a:ea typeface="Arial"/>
                <a:cs typeface="Arial"/>
              </a:defRPr>
            </a:lvl9pPr>
          </a:lstStyle>
          <a:p xmlns:a="http://schemas.openxmlformats.org/drawingml/2006/main">
            <a:pPr algn="l">
              <a:defRPr sz="1425" b="0">
                <a:solidFill>
                  <a:srgbClr val="B5CAD2"/>
                </a:solidFill>
                <a:latin typeface="Arial"/>
                <a:ea typeface="Arial"/>
                <a:cs typeface="Arial"/>
              </a:defRPr>
            </a:pPr>
            <a:r>
              <a:rPr sz="1425" b="0">
                <a:solidFill>
                  <a:srgbClr val="B5CAD2"/>
                </a:solidFill>
                <a:latin typeface="Arial"/>
                <a:ea typeface="Arial"/>
                <a:cs typeface="Arial"/>
              </a:rPr>
              <a:t>26 October 2026</a:t>
            </a:r>
          </a:p>
        </p:txBody>
      </p:sp>
    </p:spTree>
    <p:extLst>
      <p:ext uri="{BB962C8B-B14F-4D97-AF65-F5344CB8AC3E}">
        <p14:creationId xmlns:p14="http://schemas.microsoft.com/office/powerpoint/2010/main" val="686798113"/>
      </p:ext>
    </p:extLst>
  </p:cSld>
</p:sld>
</file>

<file path=ppt/slides/slide2.xml><?xml version="1.0" encoding="utf-8"?>
<p:sld xmlns:p="http://schemas.openxmlformats.org/presentationml/2006/main">
  <p:cSld>
    <p:bg>
      <p:bgPr>
        <a:solidFill xmlns:a="http://schemas.openxmlformats.org/drawingml/2006/main">
          <a:srgbClr val="081A29"/>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8AB488D4-0532-44CD-BBE3-52485ED1187C}"/>
              </a:ext>
            </a:extLst>
          </p:cNvPr>
          <p:cNvPicPr>
            <a:picLocks xmlns:a="http://schemas.openxmlformats.org/drawingml/2006/main" noChangeAspect="1"/>
          </p:cNvPicPr>
          <p:nvPr/>
        </p:nvPicPr>
        <p:blipFill>
          <a:blip xmlns:r="http://schemas.openxmlformats.org/officeDocument/2006/relationships" xmlns:a="http://schemas.openxmlformats.org/drawingml/2006/main" r:embed="Rb8a933c05f8d42f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lide-2-title">
            <a:extLst xmlns:a="http://schemas.openxmlformats.org/drawingml/2006/main">
              <a:ext uri="{FF2B5EF4-FFF2-40B4-BE49-F238E27FC236}">
                <a16:creationId xmlns:a16="http://schemas.microsoft.com/office/drawing/2014/main" id="{9D4494DB-2983-4FE7-A2AE-1CFE09122F0A}"/>
              </a:ext>
            </a:extLst>
          </p:cNvPr>
          <p:cNvSpPr>
            <a:spLocks xmlns:a="http://schemas.openxmlformats.org/drawingml/2006/main" noGrp="1"/>
          </p:cNvSpPr>
          <p:nvPr/>
        </p:nvSpPr>
        <p:spPr>
          <a:xfrm xmlns:a="http://schemas.openxmlformats.org/drawingml/2006/main">
            <a:off x="609600" y="476250"/>
            <a:ext cx="50482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FFFFFF"/>
                </a:solidFill>
                <a:latin typeface="Arial"/>
                <a:ea typeface="Arial"/>
                <a:cs typeface="Arial"/>
              </a:defRPr>
            </a:defPPr>
            <a:lvl1pPr algn="l">
              <a:defRPr sz="3150" b="1">
                <a:solidFill>
                  <a:srgbClr val="FFFFFF"/>
                </a:solidFill>
                <a:latin typeface="Arial"/>
                <a:ea typeface="Arial"/>
                <a:cs typeface="Arial"/>
              </a:defRPr>
            </a:lvl1pPr>
            <a:lvl2pPr algn="l">
              <a:defRPr sz="3150" b="1">
                <a:solidFill>
                  <a:srgbClr val="FFFFFF"/>
                </a:solidFill>
                <a:latin typeface="Arial"/>
                <a:ea typeface="Arial"/>
                <a:cs typeface="Arial"/>
              </a:defRPr>
            </a:lvl2pPr>
            <a:lvl3pPr algn="l">
              <a:defRPr sz="3150" b="1">
                <a:solidFill>
                  <a:srgbClr val="FFFFFF"/>
                </a:solidFill>
                <a:latin typeface="Arial"/>
                <a:ea typeface="Arial"/>
                <a:cs typeface="Arial"/>
              </a:defRPr>
            </a:lvl3pPr>
            <a:lvl4pPr algn="l">
              <a:defRPr sz="3150" b="1">
                <a:solidFill>
                  <a:srgbClr val="FFFFFF"/>
                </a:solidFill>
                <a:latin typeface="Arial"/>
                <a:ea typeface="Arial"/>
                <a:cs typeface="Arial"/>
              </a:defRPr>
            </a:lvl4pPr>
            <a:lvl5pPr algn="l">
              <a:defRPr sz="3150" b="1">
                <a:solidFill>
                  <a:srgbClr val="FFFFFF"/>
                </a:solidFill>
                <a:latin typeface="Arial"/>
                <a:ea typeface="Arial"/>
                <a:cs typeface="Arial"/>
              </a:defRPr>
            </a:lvl5pPr>
            <a:lvl6pPr algn="l">
              <a:defRPr sz="3150" b="1">
                <a:solidFill>
                  <a:srgbClr val="FFFFFF"/>
                </a:solidFill>
                <a:latin typeface="Arial"/>
                <a:ea typeface="Arial"/>
                <a:cs typeface="Arial"/>
              </a:defRPr>
            </a:lvl6pPr>
            <a:lvl7pPr algn="l">
              <a:defRPr sz="3150" b="1">
                <a:solidFill>
                  <a:srgbClr val="FFFFFF"/>
                </a:solidFill>
                <a:latin typeface="Arial"/>
                <a:ea typeface="Arial"/>
                <a:cs typeface="Arial"/>
              </a:defRPr>
            </a:lvl7pPr>
            <a:lvl8pPr algn="l">
              <a:defRPr sz="3150" b="1">
                <a:solidFill>
                  <a:srgbClr val="FFFFFF"/>
                </a:solidFill>
                <a:latin typeface="Arial"/>
                <a:ea typeface="Arial"/>
                <a:cs typeface="Arial"/>
              </a:defRPr>
            </a:lvl8pPr>
            <a:lvl9pPr algn="l">
              <a:defRPr sz="3150" b="1">
                <a:solidFill>
                  <a:srgbClr val="FFFFFF"/>
                </a:solidFill>
                <a:latin typeface="Arial"/>
                <a:ea typeface="Arial"/>
                <a:cs typeface="Arial"/>
              </a:defRPr>
            </a:lvl9pPr>
          </a:lstStyle>
          <a:p xmlns:a="http://schemas.openxmlformats.org/drawingml/2006/main">
            <a:pPr algn="l">
              <a:defRPr sz="3150" b="1">
                <a:solidFill>
                  <a:srgbClr val="FFFFFF"/>
                </a:solidFill>
                <a:latin typeface="Arial"/>
                <a:ea typeface="Arial"/>
                <a:cs typeface="Arial"/>
              </a:defRPr>
            </a:pPr>
            <a:r>
              <a:rPr sz="3150" b="1">
                <a:solidFill>
                  <a:srgbClr val="FFFFFF"/>
                </a:solidFill>
                <a:latin typeface="Arial"/>
                <a:ea typeface="Arial"/>
                <a:cs typeface="Arial"/>
              </a:rPr>
              <a:t>AI workloads and</a:t>
            </a:r>
          </a:p>
          <a:p xmlns:a="http://schemas.openxmlformats.org/drawingml/2006/main">
            <a:pPr algn="l">
              <a:defRPr sz="3150" b="1">
                <a:solidFill>
                  <a:srgbClr val="FFFFFF"/>
                </a:solidFill>
                <a:latin typeface="Arial"/>
                <a:ea typeface="Arial"/>
                <a:cs typeface="Arial"/>
              </a:defRPr>
            </a:pPr>
            <a:r>
              <a:rPr sz="3150" b="1">
                <a:solidFill>
                  <a:srgbClr val="FFFFFF"/>
                </a:solidFill>
                <a:latin typeface="Arial"/>
                <a:ea typeface="Arial"/>
                <a:cs typeface="Arial"/>
              </a:rPr>
              <a:t>policy authors</a:t>
            </a:r>
          </a:p>
        </p:txBody>
      </p:sp>
      <p:sp>
        <p:nvSpPr>
          <p:cNvPr id="3" name="02">
            <a:extLst xmlns:a="http://schemas.openxmlformats.org/drawingml/2006/main">
              <a:ext uri="{FF2B5EF4-FFF2-40B4-BE49-F238E27FC236}">
                <a16:creationId xmlns:a16="http://schemas.microsoft.com/office/drawing/2014/main" id="{78277B49-098B-4E89-8211-4A4973B3558A}"/>
              </a:ext>
            </a:extLst>
          </p:cNvPr>
          <p:cNvSpPr>
            <a:spLocks xmlns:a="http://schemas.openxmlformats.org/drawingml/2006/main" noGrp="1"/>
          </p:cNvSpPr>
          <p:nvPr/>
        </p:nvSpPr>
        <p:spPr>
          <a:xfrm xmlns:a="http://schemas.openxmlformats.org/drawingml/2006/main">
            <a:off x="11172825" y="641032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0">
                <a:solidFill>
                  <a:srgbClr val="A8C1CA"/>
                </a:solidFill>
                <a:latin typeface="Arial"/>
                <a:ea typeface="Arial"/>
                <a:cs typeface="Arial"/>
              </a:defRPr>
            </a:defPPr>
            <a:lvl1pPr algn="r">
              <a:defRPr sz="975" b="0">
                <a:solidFill>
                  <a:srgbClr val="A8C1CA"/>
                </a:solidFill>
                <a:latin typeface="Arial"/>
                <a:ea typeface="Arial"/>
                <a:cs typeface="Arial"/>
              </a:defRPr>
            </a:lvl1pPr>
            <a:lvl2pPr algn="r">
              <a:defRPr sz="975" b="0">
                <a:solidFill>
                  <a:srgbClr val="A8C1CA"/>
                </a:solidFill>
                <a:latin typeface="Arial"/>
                <a:ea typeface="Arial"/>
                <a:cs typeface="Arial"/>
              </a:defRPr>
            </a:lvl2pPr>
            <a:lvl3pPr algn="r">
              <a:defRPr sz="975" b="0">
                <a:solidFill>
                  <a:srgbClr val="A8C1CA"/>
                </a:solidFill>
                <a:latin typeface="Arial"/>
                <a:ea typeface="Arial"/>
                <a:cs typeface="Arial"/>
              </a:defRPr>
            </a:lvl3pPr>
            <a:lvl4pPr algn="r">
              <a:defRPr sz="975" b="0">
                <a:solidFill>
                  <a:srgbClr val="A8C1CA"/>
                </a:solidFill>
                <a:latin typeface="Arial"/>
                <a:ea typeface="Arial"/>
                <a:cs typeface="Arial"/>
              </a:defRPr>
            </a:lvl4pPr>
            <a:lvl5pPr algn="r">
              <a:defRPr sz="975" b="0">
                <a:solidFill>
                  <a:srgbClr val="A8C1CA"/>
                </a:solidFill>
                <a:latin typeface="Arial"/>
                <a:ea typeface="Arial"/>
                <a:cs typeface="Arial"/>
              </a:defRPr>
            </a:lvl5pPr>
            <a:lvl6pPr algn="r">
              <a:defRPr sz="975" b="0">
                <a:solidFill>
                  <a:srgbClr val="A8C1CA"/>
                </a:solidFill>
                <a:latin typeface="Arial"/>
                <a:ea typeface="Arial"/>
                <a:cs typeface="Arial"/>
              </a:defRPr>
            </a:lvl6pPr>
            <a:lvl7pPr algn="r">
              <a:defRPr sz="975" b="0">
                <a:solidFill>
                  <a:srgbClr val="A8C1CA"/>
                </a:solidFill>
                <a:latin typeface="Arial"/>
                <a:ea typeface="Arial"/>
                <a:cs typeface="Arial"/>
              </a:defRPr>
            </a:lvl7pPr>
            <a:lvl8pPr algn="r">
              <a:defRPr sz="975" b="0">
                <a:solidFill>
                  <a:srgbClr val="A8C1CA"/>
                </a:solidFill>
                <a:latin typeface="Arial"/>
                <a:ea typeface="Arial"/>
                <a:cs typeface="Arial"/>
              </a:defRPr>
            </a:lvl8pPr>
            <a:lvl9pPr algn="r">
              <a:defRPr sz="975" b="0">
                <a:solidFill>
                  <a:srgbClr val="A8C1CA"/>
                </a:solidFill>
                <a:latin typeface="Arial"/>
                <a:ea typeface="Arial"/>
                <a:cs typeface="Arial"/>
              </a:defRPr>
            </a:lvl9pPr>
          </a:lstStyle>
          <a:p xmlns:a="http://schemas.openxmlformats.org/drawingml/2006/main">
            <a:pPr algn="r">
              <a:defRPr sz="975" b="0">
                <a:solidFill>
                  <a:srgbClr val="A8C1CA"/>
                </a:solidFill>
                <a:latin typeface="Arial"/>
                <a:ea typeface="Arial"/>
                <a:cs typeface="Arial"/>
              </a:defRPr>
            </a:pPr>
            <a:r>
              <a:rPr sz="975" b="0">
                <a:solidFill>
                  <a:srgbClr val="A8C1CA"/>
                </a:solidFill>
                <a:latin typeface="Arial"/>
                <a:ea typeface="Arial"/>
                <a:cs typeface="Arial"/>
              </a:rPr>
              <a:t>02</a:t>
            </a:r>
          </a:p>
        </p:txBody>
      </p:sp>
      <p:sp>
        <p:nvSpPr>
          <p:cNvPr id="4" name="Workload agents&#10;act in the cluster">
            <a:extLst xmlns:a="http://schemas.openxmlformats.org/drawingml/2006/main">
              <a:ext uri="{FF2B5EF4-FFF2-40B4-BE49-F238E27FC236}">
                <a16:creationId xmlns:a16="http://schemas.microsoft.com/office/drawing/2014/main" id="{D65A3A80-E297-4439-BB3C-3220CA2C4AF1}"/>
              </a:ext>
            </a:extLst>
          </p:cNvPr>
          <p:cNvSpPr>
            <a:spLocks xmlns:a="http://schemas.openxmlformats.org/drawingml/2006/main" noGrp="1"/>
          </p:cNvSpPr>
          <p:nvPr/>
        </p:nvSpPr>
        <p:spPr>
          <a:xfrm xmlns:a="http://schemas.openxmlformats.org/drawingml/2006/main">
            <a:off x="666750" y="2552700"/>
            <a:ext cx="3667125"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FFFFFF"/>
                </a:solidFill>
                <a:latin typeface="Arial"/>
                <a:ea typeface="Arial"/>
                <a:cs typeface="Arial"/>
              </a:defRPr>
            </a:defPPr>
            <a:lvl1pPr algn="l">
              <a:defRPr sz="1950" b="1">
                <a:solidFill>
                  <a:srgbClr val="FFFFFF"/>
                </a:solidFill>
                <a:latin typeface="Arial"/>
                <a:ea typeface="Arial"/>
                <a:cs typeface="Arial"/>
              </a:defRPr>
            </a:lvl1pPr>
            <a:lvl2pPr algn="l">
              <a:defRPr sz="1950" b="1">
                <a:solidFill>
                  <a:srgbClr val="FFFFFF"/>
                </a:solidFill>
                <a:latin typeface="Arial"/>
                <a:ea typeface="Arial"/>
                <a:cs typeface="Arial"/>
              </a:defRPr>
            </a:lvl2pPr>
            <a:lvl3pPr algn="l">
              <a:defRPr sz="1950" b="1">
                <a:solidFill>
                  <a:srgbClr val="FFFFFF"/>
                </a:solidFill>
                <a:latin typeface="Arial"/>
                <a:ea typeface="Arial"/>
                <a:cs typeface="Arial"/>
              </a:defRPr>
            </a:lvl3pPr>
            <a:lvl4pPr algn="l">
              <a:defRPr sz="1950" b="1">
                <a:solidFill>
                  <a:srgbClr val="FFFFFF"/>
                </a:solidFill>
                <a:latin typeface="Arial"/>
                <a:ea typeface="Arial"/>
                <a:cs typeface="Arial"/>
              </a:defRPr>
            </a:lvl4pPr>
            <a:lvl5pPr algn="l">
              <a:defRPr sz="1950" b="1">
                <a:solidFill>
                  <a:srgbClr val="FFFFFF"/>
                </a:solidFill>
                <a:latin typeface="Arial"/>
                <a:ea typeface="Arial"/>
                <a:cs typeface="Arial"/>
              </a:defRPr>
            </a:lvl5pPr>
            <a:lvl6pPr algn="l">
              <a:defRPr sz="1950" b="1">
                <a:solidFill>
                  <a:srgbClr val="FFFFFF"/>
                </a:solidFill>
                <a:latin typeface="Arial"/>
                <a:ea typeface="Arial"/>
                <a:cs typeface="Arial"/>
              </a:defRPr>
            </a:lvl6pPr>
            <a:lvl7pPr algn="l">
              <a:defRPr sz="1950" b="1">
                <a:solidFill>
                  <a:srgbClr val="FFFFFF"/>
                </a:solidFill>
                <a:latin typeface="Arial"/>
                <a:ea typeface="Arial"/>
                <a:cs typeface="Arial"/>
              </a:defRPr>
            </a:lvl7pPr>
            <a:lvl8pPr algn="l">
              <a:defRPr sz="1950" b="1">
                <a:solidFill>
                  <a:srgbClr val="FFFFFF"/>
                </a:solidFill>
                <a:latin typeface="Arial"/>
                <a:ea typeface="Arial"/>
                <a:cs typeface="Arial"/>
              </a:defRPr>
            </a:lvl8pPr>
            <a:lvl9pPr algn="l">
              <a:defRPr sz="1950" b="1">
                <a:solidFill>
                  <a:srgbClr val="FFFFFF"/>
                </a:solidFill>
                <a:latin typeface="Arial"/>
                <a:ea typeface="Arial"/>
                <a:cs typeface="Arial"/>
              </a:defRPr>
            </a:lvl9pPr>
          </a:lstStyle>
          <a:p xmlns:a="http://schemas.openxmlformats.org/drawingml/2006/main">
            <a:pPr algn="l">
              <a:defRPr sz="1950" b="1">
                <a:solidFill>
                  <a:srgbClr val="FFFFFF"/>
                </a:solidFill>
                <a:latin typeface="Arial"/>
                <a:ea typeface="Arial"/>
                <a:cs typeface="Arial"/>
              </a:defRPr>
            </a:pPr>
            <a:r>
              <a:rPr sz="1950" b="1">
                <a:solidFill>
                  <a:srgbClr val="FFFFFF"/>
                </a:solidFill>
                <a:latin typeface="Arial"/>
                <a:ea typeface="Arial"/>
                <a:cs typeface="Arial"/>
              </a:rPr>
              <a:t>Workload agents</a:t>
            </a:r>
          </a:p>
          <a:p xmlns:a="http://schemas.openxmlformats.org/drawingml/2006/main">
            <a:pPr algn="l">
              <a:defRPr sz="1950" b="1">
                <a:solidFill>
                  <a:srgbClr val="FFFFFF"/>
                </a:solidFill>
                <a:latin typeface="Arial"/>
                <a:ea typeface="Arial"/>
                <a:cs typeface="Arial"/>
              </a:defRPr>
            </a:pPr>
            <a:r>
              <a:rPr sz="1950" b="1">
                <a:solidFill>
                  <a:srgbClr val="FFFFFF"/>
                </a:solidFill>
                <a:latin typeface="Arial"/>
                <a:ea typeface="Arial"/>
                <a:cs typeface="Arial"/>
              </a:rPr>
              <a:t>act in the cluster</a:t>
            </a:r>
          </a:p>
        </p:txBody>
      </p:sp>
      <p:sp>
        <p:nvSpPr>
          <p:cNvPr id="5" name="A policy model&#10;proposes controls">
            <a:extLst xmlns:a="http://schemas.openxmlformats.org/drawingml/2006/main">
              <a:ext uri="{FF2B5EF4-FFF2-40B4-BE49-F238E27FC236}">
                <a16:creationId xmlns:a16="http://schemas.microsoft.com/office/drawing/2014/main" id="{4FB94E5B-FD5B-4EA5-AD9F-16D4F7773B0B}"/>
              </a:ext>
            </a:extLst>
          </p:cNvPr>
          <p:cNvSpPr>
            <a:spLocks xmlns:a="http://schemas.openxmlformats.org/drawingml/2006/main" noGrp="1"/>
          </p:cNvSpPr>
          <p:nvPr/>
        </p:nvSpPr>
        <p:spPr>
          <a:xfrm xmlns:a="http://schemas.openxmlformats.org/drawingml/2006/main">
            <a:off x="666750" y="3590925"/>
            <a:ext cx="3667125"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FFFFFF"/>
                </a:solidFill>
                <a:latin typeface="Arial"/>
                <a:ea typeface="Arial"/>
                <a:cs typeface="Arial"/>
              </a:defRPr>
            </a:defPPr>
            <a:lvl1pPr algn="l">
              <a:defRPr sz="1950" b="1">
                <a:solidFill>
                  <a:srgbClr val="FFFFFF"/>
                </a:solidFill>
                <a:latin typeface="Arial"/>
                <a:ea typeface="Arial"/>
                <a:cs typeface="Arial"/>
              </a:defRPr>
            </a:lvl1pPr>
            <a:lvl2pPr algn="l">
              <a:defRPr sz="1950" b="1">
                <a:solidFill>
                  <a:srgbClr val="FFFFFF"/>
                </a:solidFill>
                <a:latin typeface="Arial"/>
                <a:ea typeface="Arial"/>
                <a:cs typeface="Arial"/>
              </a:defRPr>
            </a:lvl2pPr>
            <a:lvl3pPr algn="l">
              <a:defRPr sz="1950" b="1">
                <a:solidFill>
                  <a:srgbClr val="FFFFFF"/>
                </a:solidFill>
                <a:latin typeface="Arial"/>
                <a:ea typeface="Arial"/>
                <a:cs typeface="Arial"/>
              </a:defRPr>
            </a:lvl3pPr>
            <a:lvl4pPr algn="l">
              <a:defRPr sz="1950" b="1">
                <a:solidFill>
                  <a:srgbClr val="FFFFFF"/>
                </a:solidFill>
                <a:latin typeface="Arial"/>
                <a:ea typeface="Arial"/>
                <a:cs typeface="Arial"/>
              </a:defRPr>
            </a:lvl4pPr>
            <a:lvl5pPr algn="l">
              <a:defRPr sz="1950" b="1">
                <a:solidFill>
                  <a:srgbClr val="FFFFFF"/>
                </a:solidFill>
                <a:latin typeface="Arial"/>
                <a:ea typeface="Arial"/>
                <a:cs typeface="Arial"/>
              </a:defRPr>
            </a:lvl5pPr>
            <a:lvl6pPr algn="l">
              <a:defRPr sz="1950" b="1">
                <a:solidFill>
                  <a:srgbClr val="FFFFFF"/>
                </a:solidFill>
                <a:latin typeface="Arial"/>
                <a:ea typeface="Arial"/>
                <a:cs typeface="Arial"/>
              </a:defRPr>
            </a:lvl6pPr>
            <a:lvl7pPr algn="l">
              <a:defRPr sz="1950" b="1">
                <a:solidFill>
                  <a:srgbClr val="FFFFFF"/>
                </a:solidFill>
                <a:latin typeface="Arial"/>
                <a:ea typeface="Arial"/>
                <a:cs typeface="Arial"/>
              </a:defRPr>
            </a:lvl7pPr>
            <a:lvl8pPr algn="l">
              <a:defRPr sz="1950" b="1">
                <a:solidFill>
                  <a:srgbClr val="FFFFFF"/>
                </a:solidFill>
                <a:latin typeface="Arial"/>
                <a:ea typeface="Arial"/>
                <a:cs typeface="Arial"/>
              </a:defRPr>
            </a:lvl8pPr>
            <a:lvl9pPr algn="l">
              <a:defRPr sz="1950" b="1">
                <a:solidFill>
                  <a:srgbClr val="FFFFFF"/>
                </a:solidFill>
                <a:latin typeface="Arial"/>
                <a:ea typeface="Arial"/>
                <a:cs typeface="Arial"/>
              </a:defRPr>
            </a:lvl9pPr>
          </a:lstStyle>
          <a:p xmlns:a="http://schemas.openxmlformats.org/drawingml/2006/main">
            <a:pPr algn="l">
              <a:defRPr sz="1950" b="1">
                <a:solidFill>
                  <a:srgbClr val="FFFFFF"/>
                </a:solidFill>
                <a:latin typeface="Arial"/>
                <a:ea typeface="Arial"/>
                <a:cs typeface="Arial"/>
              </a:defRPr>
            </a:pPr>
            <a:r>
              <a:rPr sz="1950" b="1">
                <a:solidFill>
                  <a:srgbClr val="FFFFFF"/>
                </a:solidFill>
                <a:latin typeface="Arial"/>
                <a:ea typeface="Arial"/>
                <a:cs typeface="Arial"/>
              </a:rPr>
              <a:t>A policy model</a:t>
            </a:r>
          </a:p>
          <a:p xmlns:a="http://schemas.openxmlformats.org/drawingml/2006/main">
            <a:pPr algn="l">
              <a:defRPr sz="1950" b="1">
                <a:solidFill>
                  <a:srgbClr val="FFFFFF"/>
                </a:solidFill>
                <a:latin typeface="Arial"/>
                <a:ea typeface="Arial"/>
                <a:cs typeface="Arial"/>
              </a:defRPr>
            </a:pPr>
            <a:r>
              <a:rPr sz="1950" b="1">
                <a:solidFill>
                  <a:srgbClr val="FFFFFF"/>
                </a:solidFill>
                <a:latin typeface="Arial"/>
                <a:ea typeface="Arial"/>
                <a:cs typeface="Arial"/>
              </a:rPr>
              <a:t>proposes controls</a:t>
            </a:r>
          </a:p>
        </p:txBody>
      </p:sp>
      <p:sp>
        <p:nvSpPr>
          <p:cNvPr id="6" name="People authorize&#10;containment">
            <a:extLst xmlns:a="http://schemas.openxmlformats.org/drawingml/2006/main">
              <a:ext uri="{FF2B5EF4-FFF2-40B4-BE49-F238E27FC236}">
                <a16:creationId xmlns:a16="http://schemas.microsoft.com/office/drawing/2014/main" id="{106FEF4A-DD94-49F4-AA7C-2824701F0723}"/>
              </a:ext>
            </a:extLst>
          </p:cNvPr>
          <p:cNvSpPr>
            <a:spLocks xmlns:a="http://schemas.openxmlformats.org/drawingml/2006/main" noGrp="1"/>
          </p:cNvSpPr>
          <p:nvPr/>
        </p:nvSpPr>
        <p:spPr>
          <a:xfrm xmlns:a="http://schemas.openxmlformats.org/drawingml/2006/main">
            <a:off x="666750" y="4619625"/>
            <a:ext cx="3667125"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1">
                <a:solidFill>
                  <a:srgbClr val="37D5BE"/>
                </a:solidFill>
                <a:latin typeface="Arial"/>
                <a:ea typeface="Arial"/>
                <a:cs typeface="Arial"/>
              </a:defRPr>
            </a:defPPr>
            <a:lvl1pPr algn="l">
              <a:defRPr sz="2100" b="1">
                <a:solidFill>
                  <a:srgbClr val="37D5BE"/>
                </a:solidFill>
                <a:latin typeface="Arial"/>
                <a:ea typeface="Arial"/>
                <a:cs typeface="Arial"/>
              </a:defRPr>
            </a:lvl1pPr>
            <a:lvl2pPr algn="l">
              <a:defRPr sz="2100" b="1">
                <a:solidFill>
                  <a:srgbClr val="37D5BE"/>
                </a:solidFill>
                <a:latin typeface="Arial"/>
                <a:ea typeface="Arial"/>
                <a:cs typeface="Arial"/>
              </a:defRPr>
            </a:lvl2pPr>
            <a:lvl3pPr algn="l">
              <a:defRPr sz="2100" b="1">
                <a:solidFill>
                  <a:srgbClr val="37D5BE"/>
                </a:solidFill>
                <a:latin typeface="Arial"/>
                <a:ea typeface="Arial"/>
                <a:cs typeface="Arial"/>
              </a:defRPr>
            </a:lvl3pPr>
            <a:lvl4pPr algn="l">
              <a:defRPr sz="2100" b="1">
                <a:solidFill>
                  <a:srgbClr val="37D5BE"/>
                </a:solidFill>
                <a:latin typeface="Arial"/>
                <a:ea typeface="Arial"/>
                <a:cs typeface="Arial"/>
              </a:defRPr>
            </a:lvl4pPr>
            <a:lvl5pPr algn="l">
              <a:defRPr sz="2100" b="1">
                <a:solidFill>
                  <a:srgbClr val="37D5BE"/>
                </a:solidFill>
                <a:latin typeface="Arial"/>
                <a:ea typeface="Arial"/>
                <a:cs typeface="Arial"/>
              </a:defRPr>
            </a:lvl5pPr>
            <a:lvl6pPr algn="l">
              <a:defRPr sz="2100" b="1">
                <a:solidFill>
                  <a:srgbClr val="37D5BE"/>
                </a:solidFill>
                <a:latin typeface="Arial"/>
                <a:ea typeface="Arial"/>
                <a:cs typeface="Arial"/>
              </a:defRPr>
            </a:lvl6pPr>
            <a:lvl7pPr algn="l">
              <a:defRPr sz="2100" b="1">
                <a:solidFill>
                  <a:srgbClr val="37D5BE"/>
                </a:solidFill>
                <a:latin typeface="Arial"/>
                <a:ea typeface="Arial"/>
                <a:cs typeface="Arial"/>
              </a:defRPr>
            </a:lvl7pPr>
            <a:lvl8pPr algn="l">
              <a:defRPr sz="2100" b="1">
                <a:solidFill>
                  <a:srgbClr val="37D5BE"/>
                </a:solidFill>
                <a:latin typeface="Arial"/>
                <a:ea typeface="Arial"/>
                <a:cs typeface="Arial"/>
              </a:defRPr>
            </a:lvl8pPr>
            <a:lvl9pPr algn="l">
              <a:defRPr sz="2100" b="1">
                <a:solidFill>
                  <a:srgbClr val="37D5BE"/>
                </a:solidFill>
                <a:latin typeface="Arial"/>
                <a:ea typeface="Arial"/>
                <a:cs typeface="Arial"/>
              </a:defRPr>
            </a:lvl9pPr>
          </a:lstStyle>
          <a:p xmlns:a="http://schemas.openxmlformats.org/drawingml/2006/main">
            <a:pPr algn="l">
              <a:defRPr sz="2100" b="1">
                <a:solidFill>
                  <a:srgbClr val="37D5BE"/>
                </a:solidFill>
                <a:latin typeface="Arial"/>
                <a:ea typeface="Arial"/>
                <a:cs typeface="Arial"/>
              </a:defRPr>
            </a:pPr>
            <a:r>
              <a:rPr sz="2100" b="1">
                <a:solidFill>
                  <a:srgbClr val="37D5BE"/>
                </a:solidFill>
                <a:latin typeface="Arial"/>
                <a:ea typeface="Arial"/>
                <a:cs typeface="Arial"/>
              </a:rPr>
              <a:t>People authorize</a:t>
            </a:r>
          </a:p>
          <a:p xmlns:a="http://schemas.openxmlformats.org/drawingml/2006/main">
            <a:pPr algn="l">
              <a:defRPr sz="2100" b="1">
                <a:solidFill>
                  <a:srgbClr val="37D5BE"/>
                </a:solidFill>
                <a:latin typeface="Arial"/>
                <a:ea typeface="Arial"/>
                <a:cs typeface="Arial"/>
              </a:defRPr>
            </a:pPr>
            <a:r>
              <a:rPr sz="2100" b="1">
                <a:solidFill>
                  <a:srgbClr val="37D5BE"/>
                </a:solidFill>
                <a:latin typeface="Arial"/>
                <a:ea typeface="Arial"/>
                <a:cs typeface="Arial"/>
              </a:rPr>
              <a:t>containment</a:t>
            </a:r>
          </a:p>
        </p:txBody>
      </p:sp>
      <p:sp>
        <p:nvSpPr>
          <p:cNvPr id="7" name="Fictional payment API&#10;3 copies, keep 2 Ready">
            <a:extLst xmlns:a="http://schemas.openxmlformats.org/drawingml/2006/main">
              <a:ext uri="{FF2B5EF4-FFF2-40B4-BE49-F238E27FC236}">
                <a16:creationId xmlns:a16="http://schemas.microsoft.com/office/drawing/2014/main" id="{A6BA017F-67DE-4F96-88C8-AB4128C262C4}"/>
              </a:ext>
            </a:extLst>
          </p:cNvPr>
          <p:cNvSpPr>
            <a:spLocks xmlns:a="http://schemas.openxmlformats.org/drawingml/2006/main" noGrp="1"/>
          </p:cNvSpPr>
          <p:nvPr/>
        </p:nvSpPr>
        <p:spPr>
          <a:xfrm xmlns:a="http://schemas.openxmlformats.org/drawingml/2006/main">
            <a:off x="666750" y="5619750"/>
            <a:ext cx="4381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75" b="0">
                <a:solidFill>
                  <a:srgbClr val="FFFFFF"/>
                </a:solidFill>
                <a:latin typeface="Arial"/>
                <a:ea typeface="Arial"/>
                <a:cs typeface="Arial"/>
              </a:defRPr>
            </a:defPPr>
            <a:lvl1pPr algn="l">
              <a:defRPr sz="1575" b="0">
                <a:solidFill>
                  <a:srgbClr val="FFFFFF"/>
                </a:solidFill>
                <a:latin typeface="Arial"/>
                <a:ea typeface="Arial"/>
                <a:cs typeface="Arial"/>
              </a:defRPr>
            </a:lvl1pPr>
            <a:lvl2pPr algn="l">
              <a:defRPr sz="1575" b="0">
                <a:solidFill>
                  <a:srgbClr val="FFFFFF"/>
                </a:solidFill>
                <a:latin typeface="Arial"/>
                <a:ea typeface="Arial"/>
                <a:cs typeface="Arial"/>
              </a:defRPr>
            </a:lvl2pPr>
            <a:lvl3pPr algn="l">
              <a:defRPr sz="1575" b="0">
                <a:solidFill>
                  <a:srgbClr val="FFFFFF"/>
                </a:solidFill>
                <a:latin typeface="Arial"/>
                <a:ea typeface="Arial"/>
                <a:cs typeface="Arial"/>
              </a:defRPr>
            </a:lvl3pPr>
            <a:lvl4pPr algn="l">
              <a:defRPr sz="1575" b="0">
                <a:solidFill>
                  <a:srgbClr val="FFFFFF"/>
                </a:solidFill>
                <a:latin typeface="Arial"/>
                <a:ea typeface="Arial"/>
                <a:cs typeface="Arial"/>
              </a:defRPr>
            </a:lvl4pPr>
            <a:lvl5pPr algn="l">
              <a:defRPr sz="1575" b="0">
                <a:solidFill>
                  <a:srgbClr val="FFFFFF"/>
                </a:solidFill>
                <a:latin typeface="Arial"/>
                <a:ea typeface="Arial"/>
                <a:cs typeface="Arial"/>
              </a:defRPr>
            </a:lvl5pPr>
            <a:lvl6pPr algn="l">
              <a:defRPr sz="1575" b="0">
                <a:solidFill>
                  <a:srgbClr val="FFFFFF"/>
                </a:solidFill>
                <a:latin typeface="Arial"/>
                <a:ea typeface="Arial"/>
                <a:cs typeface="Arial"/>
              </a:defRPr>
            </a:lvl6pPr>
            <a:lvl7pPr algn="l">
              <a:defRPr sz="1575" b="0">
                <a:solidFill>
                  <a:srgbClr val="FFFFFF"/>
                </a:solidFill>
                <a:latin typeface="Arial"/>
                <a:ea typeface="Arial"/>
                <a:cs typeface="Arial"/>
              </a:defRPr>
            </a:lvl7pPr>
            <a:lvl8pPr algn="l">
              <a:defRPr sz="1575" b="0">
                <a:solidFill>
                  <a:srgbClr val="FFFFFF"/>
                </a:solidFill>
                <a:latin typeface="Arial"/>
                <a:ea typeface="Arial"/>
                <a:cs typeface="Arial"/>
              </a:defRPr>
            </a:lvl8pPr>
            <a:lvl9pPr algn="l">
              <a:defRPr sz="1575" b="0">
                <a:solidFill>
                  <a:srgbClr val="FFFFFF"/>
                </a:solidFill>
                <a:latin typeface="Arial"/>
                <a:ea typeface="Arial"/>
                <a:cs typeface="Arial"/>
              </a:defRPr>
            </a:lvl9pPr>
          </a:lstStyle>
          <a:p xmlns:a="http://schemas.openxmlformats.org/drawingml/2006/main">
            <a:pPr algn="l">
              <a:defRPr sz="1575" b="0">
                <a:solidFill>
                  <a:srgbClr val="FFFFFF"/>
                </a:solidFill>
                <a:latin typeface="Arial"/>
                <a:ea typeface="Arial"/>
                <a:cs typeface="Arial"/>
              </a:defRPr>
            </a:pPr>
            <a:r>
              <a:rPr sz="1575" b="0">
                <a:solidFill>
                  <a:srgbClr val="FFFFFF"/>
                </a:solidFill>
                <a:latin typeface="Arial"/>
                <a:ea typeface="Arial"/>
                <a:cs typeface="Arial"/>
              </a:rPr>
              <a:t>Fictional payment API</a:t>
            </a:r>
          </a:p>
          <a:p xmlns:a="http://schemas.openxmlformats.org/drawingml/2006/main">
            <a:pPr algn="l">
              <a:defRPr sz="1575" b="0">
                <a:solidFill>
                  <a:srgbClr val="FFFFFF"/>
                </a:solidFill>
                <a:latin typeface="Arial"/>
                <a:ea typeface="Arial"/>
                <a:cs typeface="Arial"/>
              </a:defRPr>
            </a:pPr>
            <a:r>
              <a:rPr sz="1575" b="0">
                <a:solidFill>
                  <a:srgbClr val="FFFFFF"/>
                </a:solidFill>
                <a:latin typeface="Arial"/>
                <a:ea typeface="Arial"/>
                <a:cs typeface="Arial"/>
              </a:rPr>
              <a:t>3 copies, keep 2 Ready</a:t>
            </a:r>
          </a:p>
        </p:txBody>
      </p:sp>
    </p:spTree>
    <p:extLst>
      <p:ext uri="{BB962C8B-B14F-4D97-AF65-F5344CB8AC3E}">
        <p14:creationId xmlns:p14="http://schemas.microsoft.com/office/powerpoint/2010/main" val="890136931"/>
      </p:ext>
    </p:extLst>
  </p:cSld>
</p:sld>
</file>

<file path=ppt/slides/slide3.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20" name="slide-3-title">
            <a:extLst xmlns:a="http://schemas.openxmlformats.org/drawingml/2006/main">
              <a:ext uri="{FF2B5EF4-FFF2-40B4-BE49-F238E27FC236}">
                <a16:creationId xmlns:a16="http://schemas.microsoft.com/office/drawing/2014/main" id="{1D62ED38-6E5A-4C90-B166-CB42775724FF}"/>
              </a:ext>
            </a:extLst>
          </p:cNvPr>
          <p:cNvSpPr>
            <a:spLocks xmlns:a="http://schemas.openxmlformats.org/drawingml/2006/main" noGrp="1"/>
          </p:cNvSpPr>
          <p:nvPr/>
        </p:nvSpPr>
        <p:spPr>
          <a:xfrm xmlns:a="http://schemas.openxmlformats.org/drawingml/2006/main">
            <a:off x="609600" y="476250"/>
            <a:ext cx="10858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112B3A"/>
                </a:solidFill>
                <a:latin typeface="Arial"/>
                <a:ea typeface="Arial"/>
                <a:cs typeface="Arial"/>
              </a:defRPr>
            </a:defPPr>
            <a:lvl1pPr algn="l">
              <a:defRPr sz="3150" b="1">
                <a:solidFill>
                  <a:srgbClr val="112B3A"/>
                </a:solidFill>
                <a:latin typeface="Arial"/>
                <a:ea typeface="Arial"/>
                <a:cs typeface="Arial"/>
              </a:defRPr>
            </a:lvl1pPr>
            <a:lvl2pPr algn="l">
              <a:defRPr sz="3150" b="1">
                <a:solidFill>
                  <a:srgbClr val="112B3A"/>
                </a:solidFill>
                <a:latin typeface="Arial"/>
                <a:ea typeface="Arial"/>
                <a:cs typeface="Arial"/>
              </a:defRPr>
            </a:lvl2pPr>
            <a:lvl3pPr algn="l">
              <a:defRPr sz="3150" b="1">
                <a:solidFill>
                  <a:srgbClr val="112B3A"/>
                </a:solidFill>
                <a:latin typeface="Arial"/>
                <a:ea typeface="Arial"/>
                <a:cs typeface="Arial"/>
              </a:defRPr>
            </a:lvl3pPr>
            <a:lvl4pPr algn="l">
              <a:defRPr sz="3150" b="1">
                <a:solidFill>
                  <a:srgbClr val="112B3A"/>
                </a:solidFill>
                <a:latin typeface="Arial"/>
                <a:ea typeface="Arial"/>
                <a:cs typeface="Arial"/>
              </a:defRPr>
            </a:lvl4pPr>
            <a:lvl5pPr algn="l">
              <a:defRPr sz="3150" b="1">
                <a:solidFill>
                  <a:srgbClr val="112B3A"/>
                </a:solidFill>
                <a:latin typeface="Arial"/>
                <a:ea typeface="Arial"/>
                <a:cs typeface="Arial"/>
              </a:defRPr>
            </a:lvl5pPr>
            <a:lvl6pPr algn="l">
              <a:defRPr sz="3150" b="1">
                <a:solidFill>
                  <a:srgbClr val="112B3A"/>
                </a:solidFill>
                <a:latin typeface="Arial"/>
                <a:ea typeface="Arial"/>
                <a:cs typeface="Arial"/>
              </a:defRPr>
            </a:lvl6pPr>
            <a:lvl7pPr algn="l">
              <a:defRPr sz="3150" b="1">
                <a:solidFill>
                  <a:srgbClr val="112B3A"/>
                </a:solidFill>
                <a:latin typeface="Arial"/>
                <a:ea typeface="Arial"/>
                <a:cs typeface="Arial"/>
              </a:defRPr>
            </a:lvl7pPr>
            <a:lvl8pPr algn="l">
              <a:defRPr sz="3150" b="1">
                <a:solidFill>
                  <a:srgbClr val="112B3A"/>
                </a:solidFill>
                <a:latin typeface="Arial"/>
                <a:ea typeface="Arial"/>
                <a:cs typeface="Arial"/>
              </a:defRPr>
            </a:lvl8pPr>
            <a:lvl9pPr algn="l">
              <a:defRPr sz="3150" b="1">
                <a:solidFill>
                  <a:srgbClr val="112B3A"/>
                </a:solidFill>
                <a:latin typeface="Arial"/>
                <a:ea typeface="Arial"/>
                <a:cs typeface="Arial"/>
              </a:defRPr>
            </a:lvl9pPr>
          </a:lstStyle>
          <a:p xmlns:a="http://schemas.openxmlformats.org/drawingml/2006/main">
            <a:pPr algn="l">
              <a:defRPr sz="3150" b="1">
                <a:solidFill>
                  <a:srgbClr val="112B3A"/>
                </a:solidFill>
                <a:latin typeface="Arial"/>
                <a:ea typeface="Arial"/>
                <a:cs typeface="Arial"/>
              </a:defRPr>
            </a:pPr>
            <a:r>
              <a:rPr sz="3150" b="1">
                <a:solidFill>
                  <a:srgbClr val="112B3A"/>
                </a:solidFill>
                <a:latin typeface="Arial"/>
                <a:ea typeface="Arial"/>
                <a:cs typeface="Arial"/>
              </a:rPr>
              <a:t>The hour and your output</a:t>
            </a:r>
          </a:p>
        </p:txBody>
      </p:sp>
      <p:sp>
        <p:nvSpPr>
          <p:cNvPr id="2" name="03">
            <a:extLst xmlns:a="http://schemas.openxmlformats.org/drawingml/2006/main">
              <a:ext uri="{FF2B5EF4-FFF2-40B4-BE49-F238E27FC236}">
                <a16:creationId xmlns:a16="http://schemas.microsoft.com/office/drawing/2014/main" id="{327F34DB-DF3D-401C-803C-1EF575901700}"/>
              </a:ext>
            </a:extLst>
          </p:cNvPr>
          <p:cNvSpPr>
            <a:spLocks xmlns:a="http://schemas.openxmlformats.org/drawingml/2006/main" noGrp="1"/>
          </p:cNvSpPr>
          <p:nvPr/>
        </p:nvSpPr>
        <p:spPr>
          <a:xfrm xmlns:a="http://schemas.openxmlformats.org/drawingml/2006/main">
            <a:off x="11172825" y="641032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0">
                <a:solidFill>
                  <a:srgbClr val="526875"/>
                </a:solidFill>
                <a:latin typeface="Arial"/>
                <a:ea typeface="Arial"/>
                <a:cs typeface="Arial"/>
              </a:defRPr>
            </a:defPPr>
            <a:lvl1pPr algn="r">
              <a:defRPr sz="975" b="0">
                <a:solidFill>
                  <a:srgbClr val="526875"/>
                </a:solidFill>
                <a:latin typeface="Arial"/>
                <a:ea typeface="Arial"/>
                <a:cs typeface="Arial"/>
              </a:defRPr>
            </a:lvl1pPr>
            <a:lvl2pPr algn="r">
              <a:defRPr sz="975" b="0">
                <a:solidFill>
                  <a:srgbClr val="526875"/>
                </a:solidFill>
                <a:latin typeface="Arial"/>
                <a:ea typeface="Arial"/>
                <a:cs typeface="Arial"/>
              </a:defRPr>
            </a:lvl2pPr>
            <a:lvl3pPr algn="r">
              <a:defRPr sz="975" b="0">
                <a:solidFill>
                  <a:srgbClr val="526875"/>
                </a:solidFill>
                <a:latin typeface="Arial"/>
                <a:ea typeface="Arial"/>
                <a:cs typeface="Arial"/>
              </a:defRPr>
            </a:lvl3pPr>
            <a:lvl4pPr algn="r">
              <a:defRPr sz="975" b="0">
                <a:solidFill>
                  <a:srgbClr val="526875"/>
                </a:solidFill>
                <a:latin typeface="Arial"/>
                <a:ea typeface="Arial"/>
                <a:cs typeface="Arial"/>
              </a:defRPr>
            </a:lvl4pPr>
            <a:lvl5pPr algn="r">
              <a:defRPr sz="975" b="0">
                <a:solidFill>
                  <a:srgbClr val="526875"/>
                </a:solidFill>
                <a:latin typeface="Arial"/>
                <a:ea typeface="Arial"/>
                <a:cs typeface="Arial"/>
              </a:defRPr>
            </a:lvl5pPr>
            <a:lvl6pPr algn="r">
              <a:defRPr sz="975" b="0">
                <a:solidFill>
                  <a:srgbClr val="526875"/>
                </a:solidFill>
                <a:latin typeface="Arial"/>
                <a:ea typeface="Arial"/>
                <a:cs typeface="Arial"/>
              </a:defRPr>
            </a:lvl6pPr>
            <a:lvl7pPr algn="r">
              <a:defRPr sz="975" b="0">
                <a:solidFill>
                  <a:srgbClr val="526875"/>
                </a:solidFill>
                <a:latin typeface="Arial"/>
                <a:ea typeface="Arial"/>
                <a:cs typeface="Arial"/>
              </a:defRPr>
            </a:lvl7pPr>
            <a:lvl8pPr algn="r">
              <a:defRPr sz="975" b="0">
                <a:solidFill>
                  <a:srgbClr val="526875"/>
                </a:solidFill>
                <a:latin typeface="Arial"/>
                <a:ea typeface="Arial"/>
                <a:cs typeface="Arial"/>
              </a:defRPr>
            </a:lvl8pPr>
            <a:lvl9pPr algn="r">
              <a:defRPr sz="975" b="0">
                <a:solidFill>
                  <a:srgbClr val="526875"/>
                </a:solidFill>
                <a:latin typeface="Arial"/>
                <a:ea typeface="Arial"/>
                <a:cs typeface="Arial"/>
              </a:defRPr>
            </a:lvl9pPr>
          </a:lstStyle>
          <a:p xmlns:a="http://schemas.openxmlformats.org/drawingml/2006/main">
            <a:pPr algn="r">
              <a:defRPr sz="975" b="0">
                <a:solidFill>
                  <a:srgbClr val="526875"/>
                </a:solidFill>
                <a:latin typeface="Arial"/>
                <a:ea typeface="Arial"/>
                <a:cs typeface="Arial"/>
              </a:defRPr>
            </a:pPr>
            <a:r>
              <a:rPr sz="975" b="0">
                <a:solidFill>
                  <a:srgbClr val="526875"/>
                </a:solidFill>
                <a:latin typeface="Arial"/>
                <a:ea typeface="Arial"/>
                <a:cs typeface="Arial"/>
              </a:rPr>
              <a:t>03</a:t>
            </a:r>
          </a:p>
        </p:txBody>
      </p:sp>
      <p:sp>
        <p:nvSpPr>
          <p:cNvPr id="3" name="60">
            <a:extLst xmlns:a="http://schemas.openxmlformats.org/drawingml/2006/main">
              <a:ext uri="{FF2B5EF4-FFF2-40B4-BE49-F238E27FC236}">
                <a16:creationId xmlns:a16="http://schemas.microsoft.com/office/drawing/2014/main" id="{19F36FDA-147D-41DC-B1AC-CFA1FB652FA8}"/>
              </a:ext>
            </a:extLst>
          </p:cNvPr>
          <p:cNvSpPr>
            <a:spLocks xmlns:a="http://schemas.openxmlformats.org/drawingml/2006/main" noGrp="1"/>
          </p:cNvSpPr>
          <p:nvPr/>
        </p:nvSpPr>
        <p:spPr>
          <a:xfrm xmlns:a="http://schemas.openxmlformats.org/drawingml/2006/main">
            <a:off x="647700" y="2133600"/>
            <a:ext cx="3143250" cy="1752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450" b="1">
                <a:solidFill>
                  <a:srgbClr val="12846B"/>
                </a:solidFill>
                <a:latin typeface="Arial"/>
                <a:ea typeface="Arial"/>
                <a:cs typeface="Arial"/>
              </a:defRPr>
            </a:defPPr>
            <a:lvl1pPr algn="l">
              <a:defRPr sz="12450" b="1">
                <a:solidFill>
                  <a:srgbClr val="12846B"/>
                </a:solidFill>
                <a:latin typeface="Arial"/>
                <a:ea typeface="Arial"/>
                <a:cs typeface="Arial"/>
              </a:defRPr>
            </a:lvl1pPr>
            <a:lvl2pPr algn="l">
              <a:defRPr sz="12450" b="1">
                <a:solidFill>
                  <a:srgbClr val="12846B"/>
                </a:solidFill>
                <a:latin typeface="Arial"/>
                <a:ea typeface="Arial"/>
                <a:cs typeface="Arial"/>
              </a:defRPr>
            </a:lvl2pPr>
            <a:lvl3pPr algn="l">
              <a:defRPr sz="12450" b="1">
                <a:solidFill>
                  <a:srgbClr val="12846B"/>
                </a:solidFill>
                <a:latin typeface="Arial"/>
                <a:ea typeface="Arial"/>
                <a:cs typeface="Arial"/>
              </a:defRPr>
            </a:lvl3pPr>
            <a:lvl4pPr algn="l">
              <a:defRPr sz="12450" b="1">
                <a:solidFill>
                  <a:srgbClr val="12846B"/>
                </a:solidFill>
                <a:latin typeface="Arial"/>
                <a:ea typeface="Arial"/>
                <a:cs typeface="Arial"/>
              </a:defRPr>
            </a:lvl4pPr>
            <a:lvl5pPr algn="l">
              <a:defRPr sz="12450" b="1">
                <a:solidFill>
                  <a:srgbClr val="12846B"/>
                </a:solidFill>
                <a:latin typeface="Arial"/>
                <a:ea typeface="Arial"/>
                <a:cs typeface="Arial"/>
              </a:defRPr>
            </a:lvl5pPr>
            <a:lvl6pPr algn="l">
              <a:defRPr sz="12450" b="1">
                <a:solidFill>
                  <a:srgbClr val="12846B"/>
                </a:solidFill>
                <a:latin typeface="Arial"/>
                <a:ea typeface="Arial"/>
                <a:cs typeface="Arial"/>
              </a:defRPr>
            </a:lvl6pPr>
            <a:lvl7pPr algn="l">
              <a:defRPr sz="12450" b="1">
                <a:solidFill>
                  <a:srgbClr val="12846B"/>
                </a:solidFill>
                <a:latin typeface="Arial"/>
                <a:ea typeface="Arial"/>
                <a:cs typeface="Arial"/>
              </a:defRPr>
            </a:lvl7pPr>
            <a:lvl8pPr algn="l">
              <a:defRPr sz="12450" b="1">
                <a:solidFill>
                  <a:srgbClr val="12846B"/>
                </a:solidFill>
                <a:latin typeface="Arial"/>
                <a:ea typeface="Arial"/>
                <a:cs typeface="Arial"/>
              </a:defRPr>
            </a:lvl8pPr>
            <a:lvl9pPr algn="l">
              <a:defRPr sz="12450" b="1">
                <a:solidFill>
                  <a:srgbClr val="12846B"/>
                </a:solidFill>
                <a:latin typeface="Arial"/>
                <a:ea typeface="Arial"/>
                <a:cs typeface="Arial"/>
              </a:defRPr>
            </a:lvl9pPr>
          </a:lstStyle>
          <a:p xmlns:a="http://schemas.openxmlformats.org/drawingml/2006/main">
            <a:pPr algn="l">
              <a:defRPr sz="12450" b="1">
                <a:solidFill>
                  <a:srgbClr val="12846B"/>
                </a:solidFill>
                <a:latin typeface="Arial"/>
                <a:ea typeface="Arial"/>
                <a:cs typeface="Arial"/>
              </a:defRPr>
            </a:pPr>
            <a:r>
              <a:rPr sz="12450" b="1">
                <a:solidFill>
                  <a:srgbClr val="12846B"/>
                </a:solidFill>
                <a:latin typeface="Arial"/>
                <a:ea typeface="Arial"/>
                <a:cs typeface="Arial"/>
              </a:rPr>
              <a:t>60</a:t>
            </a:r>
          </a:p>
        </p:txBody>
      </p:sp>
      <p:sp>
        <p:nvSpPr>
          <p:cNvPr id="4" name="minutes">
            <a:extLst xmlns:a="http://schemas.openxmlformats.org/drawingml/2006/main">
              <a:ext uri="{FF2B5EF4-FFF2-40B4-BE49-F238E27FC236}">
                <a16:creationId xmlns:a16="http://schemas.microsoft.com/office/drawing/2014/main" id="{C0B2C1B4-D9F9-4A52-AA8B-CF56378C7144}"/>
              </a:ext>
            </a:extLst>
          </p:cNvPr>
          <p:cNvSpPr>
            <a:spLocks xmlns:a="http://schemas.openxmlformats.org/drawingml/2006/main" noGrp="1"/>
          </p:cNvSpPr>
          <p:nvPr/>
        </p:nvSpPr>
        <p:spPr>
          <a:xfrm xmlns:a="http://schemas.openxmlformats.org/drawingml/2006/main">
            <a:off x="742950" y="3952875"/>
            <a:ext cx="285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550" b="0">
                <a:solidFill>
                  <a:srgbClr val="526875"/>
                </a:solidFill>
                <a:latin typeface="Arial"/>
                <a:ea typeface="Arial"/>
                <a:cs typeface="Arial"/>
              </a:defRPr>
            </a:defPPr>
            <a:lvl1pPr algn="l">
              <a:defRPr sz="2550" b="0">
                <a:solidFill>
                  <a:srgbClr val="526875"/>
                </a:solidFill>
                <a:latin typeface="Arial"/>
                <a:ea typeface="Arial"/>
                <a:cs typeface="Arial"/>
              </a:defRPr>
            </a:lvl1pPr>
            <a:lvl2pPr algn="l">
              <a:defRPr sz="2550" b="0">
                <a:solidFill>
                  <a:srgbClr val="526875"/>
                </a:solidFill>
                <a:latin typeface="Arial"/>
                <a:ea typeface="Arial"/>
                <a:cs typeface="Arial"/>
              </a:defRPr>
            </a:lvl2pPr>
            <a:lvl3pPr algn="l">
              <a:defRPr sz="2550" b="0">
                <a:solidFill>
                  <a:srgbClr val="526875"/>
                </a:solidFill>
                <a:latin typeface="Arial"/>
                <a:ea typeface="Arial"/>
                <a:cs typeface="Arial"/>
              </a:defRPr>
            </a:lvl3pPr>
            <a:lvl4pPr algn="l">
              <a:defRPr sz="2550" b="0">
                <a:solidFill>
                  <a:srgbClr val="526875"/>
                </a:solidFill>
                <a:latin typeface="Arial"/>
                <a:ea typeface="Arial"/>
                <a:cs typeface="Arial"/>
              </a:defRPr>
            </a:lvl4pPr>
            <a:lvl5pPr algn="l">
              <a:defRPr sz="2550" b="0">
                <a:solidFill>
                  <a:srgbClr val="526875"/>
                </a:solidFill>
                <a:latin typeface="Arial"/>
                <a:ea typeface="Arial"/>
                <a:cs typeface="Arial"/>
              </a:defRPr>
            </a:lvl5pPr>
            <a:lvl6pPr algn="l">
              <a:defRPr sz="2550" b="0">
                <a:solidFill>
                  <a:srgbClr val="526875"/>
                </a:solidFill>
                <a:latin typeface="Arial"/>
                <a:ea typeface="Arial"/>
                <a:cs typeface="Arial"/>
              </a:defRPr>
            </a:lvl6pPr>
            <a:lvl7pPr algn="l">
              <a:defRPr sz="2550" b="0">
                <a:solidFill>
                  <a:srgbClr val="526875"/>
                </a:solidFill>
                <a:latin typeface="Arial"/>
                <a:ea typeface="Arial"/>
                <a:cs typeface="Arial"/>
              </a:defRPr>
            </a:lvl7pPr>
            <a:lvl8pPr algn="l">
              <a:defRPr sz="2550" b="0">
                <a:solidFill>
                  <a:srgbClr val="526875"/>
                </a:solidFill>
                <a:latin typeface="Arial"/>
                <a:ea typeface="Arial"/>
                <a:cs typeface="Arial"/>
              </a:defRPr>
            </a:lvl8pPr>
            <a:lvl9pPr algn="l">
              <a:defRPr sz="2550" b="0">
                <a:solidFill>
                  <a:srgbClr val="526875"/>
                </a:solidFill>
                <a:latin typeface="Arial"/>
                <a:ea typeface="Arial"/>
                <a:cs typeface="Arial"/>
              </a:defRPr>
            </a:lvl9pPr>
          </a:lstStyle>
          <a:p xmlns:a="http://schemas.openxmlformats.org/drawingml/2006/main">
            <a:pPr algn="l">
              <a:defRPr sz="2550" b="0">
                <a:solidFill>
                  <a:srgbClr val="526875"/>
                </a:solidFill>
                <a:latin typeface="Arial"/>
                <a:ea typeface="Arial"/>
                <a:cs typeface="Arial"/>
              </a:defRPr>
            </a:pPr>
            <a:r>
              <a:rPr sz="2550" b="0">
                <a:solidFill>
                  <a:srgbClr val="526875"/>
                </a:solidFill>
                <a:latin typeface="Arial"/>
                <a:ea typeface="Arial"/>
                <a:cs typeface="Arial"/>
              </a:rPr>
              <a:t>minutes</a:t>
            </a:r>
          </a:p>
        </p:txBody>
      </p:sp>
      <p:sp>
        <p:nvSpPr>
          <p:cNvPr id="5" name="00–12">
            <a:extLst xmlns:a="http://schemas.openxmlformats.org/drawingml/2006/main">
              <a:ext uri="{FF2B5EF4-FFF2-40B4-BE49-F238E27FC236}">
                <a16:creationId xmlns:a16="http://schemas.microsoft.com/office/drawing/2014/main" id="{C99FEABD-C4B3-4E3C-ADBC-0CF72B52DE06}"/>
              </a:ext>
            </a:extLst>
          </p:cNvPr>
          <p:cNvSpPr>
            <a:spLocks xmlns:a="http://schemas.openxmlformats.org/drawingml/2006/main" noGrp="1"/>
          </p:cNvSpPr>
          <p:nvPr/>
        </p:nvSpPr>
        <p:spPr>
          <a:xfrm xmlns:a="http://schemas.openxmlformats.org/drawingml/2006/main">
            <a:off x="4371975" y="1885950"/>
            <a:ext cx="14478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12846B"/>
                </a:solidFill>
                <a:latin typeface="Arial"/>
                <a:ea typeface="Arial"/>
                <a:cs typeface="Arial"/>
              </a:defRPr>
            </a:defPPr>
            <a:lvl1pPr algn="l">
              <a:defRPr sz="1950" b="1">
                <a:solidFill>
                  <a:srgbClr val="12846B"/>
                </a:solidFill>
                <a:latin typeface="Arial"/>
                <a:ea typeface="Arial"/>
                <a:cs typeface="Arial"/>
              </a:defRPr>
            </a:lvl1pPr>
            <a:lvl2pPr algn="l">
              <a:defRPr sz="1950" b="1">
                <a:solidFill>
                  <a:srgbClr val="12846B"/>
                </a:solidFill>
                <a:latin typeface="Arial"/>
                <a:ea typeface="Arial"/>
                <a:cs typeface="Arial"/>
              </a:defRPr>
            </a:lvl2pPr>
            <a:lvl3pPr algn="l">
              <a:defRPr sz="1950" b="1">
                <a:solidFill>
                  <a:srgbClr val="12846B"/>
                </a:solidFill>
                <a:latin typeface="Arial"/>
                <a:ea typeface="Arial"/>
                <a:cs typeface="Arial"/>
              </a:defRPr>
            </a:lvl3pPr>
            <a:lvl4pPr algn="l">
              <a:defRPr sz="1950" b="1">
                <a:solidFill>
                  <a:srgbClr val="12846B"/>
                </a:solidFill>
                <a:latin typeface="Arial"/>
                <a:ea typeface="Arial"/>
                <a:cs typeface="Arial"/>
              </a:defRPr>
            </a:lvl4pPr>
            <a:lvl5pPr algn="l">
              <a:defRPr sz="1950" b="1">
                <a:solidFill>
                  <a:srgbClr val="12846B"/>
                </a:solidFill>
                <a:latin typeface="Arial"/>
                <a:ea typeface="Arial"/>
                <a:cs typeface="Arial"/>
              </a:defRPr>
            </a:lvl5pPr>
            <a:lvl6pPr algn="l">
              <a:defRPr sz="1950" b="1">
                <a:solidFill>
                  <a:srgbClr val="12846B"/>
                </a:solidFill>
                <a:latin typeface="Arial"/>
                <a:ea typeface="Arial"/>
                <a:cs typeface="Arial"/>
              </a:defRPr>
            </a:lvl6pPr>
            <a:lvl7pPr algn="l">
              <a:defRPr sz="1950" b="1">
                <a:solidFill>
                  <a:srgbClr val="12846B"/>
                </a:solidFill>
                <a:latin typeface="Arial"/>
                <a:ea typeface="Arial"/>
                <a:cs typeface="Arial"/>
              </a:defRPr>
            </a:lvl7pPr>
            <a:lvl8pPr algn="l">
              <a:defRPr sz="1950" b="1">
                <a:solidFill>
                  <a:srgbClr val="12846B"/>
                </a:solidFill>
                <a:latin typeface="Arial"/>
                <a:ea typeface="Arial"/>
                <a:cs typeface="Arial"/>
              </a:defRPr>
            </a:lvl8pPr>
            <a:lvl9pPr algn="l">
              <a:defRPr sz="1950" b="1">
                <a:solidFill>
                  <a:srgbClr val="12846B"/>
                </a:solidFill>
                <a:latin typeface="Arial"/>
                <a:ea typeface="Arial"/>
                <a:cs typeface="Arial"/>
              </a:defRPr>
            </a:lvl9pPr>
          </a:lstStyle>
          <a:p xmlns:a="http://schemas.openxmlformats.org/drawingml/2006/main">
            <a:pPr algn="l">
              <a:defRPr sz="1950" b="1">
                <a:solidFill>
                  <a:srgbClr val="12846B"/>
                </a:solidFill>
                <a:latin typeface="Arial"/>
                <a:ea typeface="Arial"/>
                <a:cs typeface="Arial"/>
              </a:defRPr>
            </a:pPr>
            <a:r>
              <a:rPr sz="1950" b="1">
                <a:solidFill>
                  <a:srgbClr val="12846B"/>
                </a:solidFill>
                <a:latin typeface="Arial"/>
                <a:ea typeface="Arial"/>
                <a:cs typeface="Arial"/>
              </a:rPr>
              <a:t>00–12</a:t>
            </a:r>
          </a:p>
        </p:txBody>
      </p:sp>
      <p:sp>
        <p:nvSpPr>
          <p:cNvPr id="6" name="Briefing and case choice">
            <a:extLst xmlns:a="http://schemas.openxmlformats.org/drawingml/2006/main">
              <a:ext uri="{FF2B5EF4-FFF2-40B4-BE49-F238E27FC236}">
                <a16:creationId xmlns:a16="http://schemas.microsoft.com/office/drawing/2014/main" id="{64372293-D06C-4327-B146-49CBC60F3356}"/>
              </a:ext>
            </a:extLst>
          </p:cNvPr>
          <p:cNvSpPr>
            <a:spLocks xmlns:a="http://schemas.openxmlformats.org/drawingml/2006/main" noGrp="1"/>
          </p:cNvSpPr>
          <p:nvPr/>
        </p:nvSpPr>
        <p:spPr>
          <a:xfrm xmlns:a="http://schemas.openxmlformats.org/drawingml/2006/main">
            <a:off x="6115050" y="1885950"/>
            <a:ext cx="52768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0">
                <a:solidFill>
                  <a:srgbClr val="112B3A"/>
                </a:solidFill>
                <a:latin typeface="Arial"/>
                <a:ea typeface="Arial"/>
                <a:cs typeface="Arial"/>
              </a:defRPr>
            </a:defPPr>
            <a:lvl1pPr algn="l">
              <a:defRPr sz="1950" b="0">
                <a:solidFill>
                  <a:srgbClr val="112B3A"/>
                </a:solidFill>
                <a:latin typeface="Arial"/>
                <a:ea typeface="Arial"/>
                <a:cs typeface="Arial"/>
              </a:defRPr>
            </a:lvl1pPr>
            <a:lvl2pPr algn="l">
              <a:defRPr sz="1950" b="0">
                <a:solidFill>
                  <a:srgbClr val="112B3A"/>
                </a:solidFill>
                <a:latin typeface="Arial"/>
                <a:ea typeface="Arial"/>
                <a:cs typeface="Arial"/>
              </a:defRPr>
            </a:lvl2pPr>
            <a:lvl3pPr algn="l">
              <a:defRPr sz="1950" b="0">
                <a:solidFill>
                  <a:srgbClr val="112B3A"/>
                </a:solidFill>
                <a:latin typeface="Arial"/>
                <a:ea typeface="Arial"/>
                <a:cs typeface="Arial"/>
              </a:defRPr>
            </a:lvl3pPr>
            <a:lvl4pPr algn="l">
              <a:defRPr sz="1950" b="0">
                <a:solidFill>
                  <a:srgbClr val="112B3A"/>
                </a:solidFill>
                <a:latin typeface="Arial"/>
                <a:ea typeface="Arial"/>
                <a:cs typeface="Arial"/>
              </a:defRPr>
            </a:lvl4pPr>
            <a:lvl5pPr algn="l">
              <a:defRPr sz="1950" b="0">
                <a:solidFill>
                  <a:srgbClr val="112B3A"/>
                </a:solidFill>
                <a:latin typeface="Arial"/>
                <a:ea typeface="Arial"/>
                <a:cs typeface="Arial"/>
              </a:defRPr>
            </a:lvl5pPr>
            <a:lvl6pPr algn="l">
              <a:defRPr sz="1950" b="0">
                <a:solidFill>
                  <a:srgbClr val="112B3A"/>
                </a:solidFill>
                <a:latin typeface="Arial"/>
                <a:ea typeface="Arial"/>
                <a:cs typeface="Arial"/>
              </a:defRPr>
            </a:lvl6pPr>
            <a:lvl7pPr algn="l">
              <a:defRPr sz="1950" b="0">
                <a:solidFill>
                  <a:srgbClr val="112B3A"/>
                </a:solidFill>
                <a:latin typeface="Arial"/>
                <a:ea typeface="Arial"/>
                <a:cs typeface="Arial"/>
              </a:defRPr>
            </a:lvl7pPr>
            <a:lvl8pPr algn="l">
              <a:defRPr sz="1950" b="0">
                <a:solidFill>
                  <a:srgbClr val="112B3A"/>
                </a:solidFill>
                <a:latin typeface="Arial"/>
                <a:ea typeface="Arial"/>
                <a:cs typeface="Arial"/>
              </a:defRPr>
            </a:lvl8pPr>
            <a:lvl9pPr algn="l">
              <a:defRPr sz="1950" b="0">
                <a:solidFill>
                  <a:srgbClr val="112B3A"/>
                </a:solidFill>
                <a:latin typeface="Arial"/>
                <a:ea typeface="Arial"/>
                <a:cs typeface="Arial"/>
              </a:defRPr>
            </a:lvl9pPr>
          </a:lstStyle>
          <a:p xmlns:a="http://schemas.openxmlformats.org/drawingml/2006/main">
            <a:pPr algn="l">
              <a:defRPr sz="1950" b="0">
                <a:solidFill>
                  <a:srgbClr val="112B3A"/>
                </a:solidFill>
                <a:latin typeface="Arial"/>
                <a:ea typeface="Arial"/>
                <a:cs typeface="Arial"/>
              </a:defRPr>
            </a:pPr>
            <a:r>
              <a:rPr sz="1950" b="0">
                <a:solidFill>
                  <a:srgbClr val="112B3A"/>
                </a:solidFill>
                <a:latin typeface="Arial"/>
                <a:ea typeface="Arial"/>
                <a:cs typeface="Arial"/>
              </a:rPr>
              <a:t>Briefing and case choice</a:t>
            </a:r>
          </a:p>
        </p:txBody>
      </p:sp>
      <p:sp>
        <p:nvSpPr>
          <p:cNvPr id="7" name="diagram-boundary">
            <a:extLst xmlns:a="http://schemas.openxmlformats.org/drawingml/2006/main">
              <a:ext uri="{FF2B5EF4-FFF2-40B4-BE49-F238E27FC236}">
                <a16:creationId xmlns:a16="http://schemas.microsoft.com/office/drawing/2014/main" id="{DCDCA5FC-8B78-4A27-8E4B-B5B0896B1340}"/>
              </a:ext>
            </a:extLst>
          </p:cNvPr>
          <p:cNvSpPr>
            <a:spLocks xmlns:a="http://schemas.openxmlformats.org/drawingml/2006/main" noGrp="1"/>
          </p:cNvSpPr>
          <p:nvPr/>
        </p:nvSpPr>
        <p:spPr>
          <a:xfrm xmlns:a="http://schemas.openxmlformats.org/drawingml/2006/main">
            <a:off x="4371975" y="2447925"/>
            <a:ext cx="6953250" cy="19050"/>
          </a:xfrm>
          <a:prstGeom xmlns:a="http://schemas.openxmlformats.org/drawingml/2006/main" prst="rect">
            <a:avLst/>
          </a:prstGeom>
          <a:solidFill xmlns:a="http://schemas.openxmlformats.org/drawingml/2006/main">
            <a:srgbClr val="D7DCD8"/>
          </a:solidFill>
          <a:ln xmlns:a="http://schemas.openxmlformats.org/drawingml/2006/main" w="0">
            <a:noFill/>
            <a:prstDash val="solid"/>
          </a:ln>
        </p:spPr>
      </p:sp>
      <p:sp>
        <p:nvSpPr>
          <p:cNvPr id="8" name="12–28">
            <a:extLst xmlns:a="http://schemas.openxmlformats.org/drawingml/2006/main">
              <a:ext uri="{FF2B5EF4-FFF2-40B4-BE49-F238E27FC236}">
                <a16:creationId xmlns:a16="http://schemas.microsoft.com/office/drawing/2014/main" id="{68CFB58C-10FD-4095-B4A2-1CE6F9D77E28}"/>
              </a:ext>
            </a:extLst>
          </p:cNvPr>
          <p:cNvSpPr>
            <a:spLocks xmlns:a="http://schemas.openxmlformats.org/drawingml/2006/main" noGrp="1"/>
          </p:cNvSpPr>
          <p:nvPr/>
        </p:nvSpPr>
        <p:spPr>
          <a:xfrm xmlns:a="http://schemas.openxmlformats.org/drawingml/2006/main">
            <a:off x="4371975" y="2667000"/>
            <a:ext cx="14478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12846B"/>
                </a:solidFill>
                <a:latin typeface="Arial"/>
                <a:ea typeface="Arial"/>
                <a:cs typeface="Arial"/>
              </a:defRPr>
            </a:defPPr>
            <a:lvl1pPr algn="l">
              <a:defRPr sz="1950" b="1">
                <a:solidFill>
                  <a:srgbClr val="12846B"/>
                </a:solidFill>
                <a:latin typeface="Arial"/>
                <a:ea typeface="Arial"/>
                <a:cs typeface="Arial"/>
              </a:defRPr>
            </a:lvl1pPr>
            <a:lvl2pPr algn="l">
              <a:defRPr sz="1950" b="1">
                <a:solidFill>
                  <a:srgbClr val="12846B"/>
                </a:solidFill>
                <a:latin typeface="Arial"/>
                <a:ea typeface="Arial"/>
                <a:cs typeface="Arial"/>
              </a:defRPr>
            </a:lvl2pPr>
            <a:lvl3pPr algn="l">
              <a:defRPr sz="1950" b="1">
                <a:solidFill>
                  <a:srgbClr val="12846B"/>
                </a:solidFill>
                <a:latin typeface="Arial"/>
                <a:ea typeface="Arial"/>
                <a:cs typeface="Arial"/>
              </a:defRPr>
            </a:lvl3pPr>
            <a:lvl4pPr algn="l">
              <a:defRPr sz="1950" b="1">
                <a:solidFill>
                  <a:srgbClr val="12846B"/>
                </a:solidFill>
                <a:latin typeface="Arial"/>
                <a:ea typeface="Arial"/>
                <a:cs typeface="Arial"/>
              </a:defRPr>
            </a:lvl4pPr>
            <a:lvl5pPr algn="l">
              <a:defRPr sz="1950" b="1">
                <a:solidFill>
                  <a:srgbClr val="12846B"/>
                </a:solidFill>
                <a:latin typeface="Arial"/>
                <a:ea typeface="Arial"/>
                <a:cs typeface="Arial"/>
              </a:defRPr>
            </a:lvl5pPr>
            <a:lvl6pPr algn="l">
              <a:defRPr sz="1950" b="1">
                <a:solidFill>
                  <a:srgbClr val="12846B"/>
                </a:solidFill>
                <a:latin typeface="Arial"/>
                <a:ea typeface="Arial"/>
                <a:cs typeface="Arial"/>
              </a:defRPr>
            </a:lvl6pPr>
            <a:lvl7pPr algn="l">
              <a:defRPr sz="1950" b="1">
                <a:solidFill>
                  <a:srgbClr val="12846B"/>
                </a:solidFill>
                <a:latin typeface="Arial"/>
                <a:ea typeface="Arial"/>
                <a:cs typeface="Arial"/>
              </a:defRPr>
            </a:lvl7pPr>
            <a:lvl8pPr algn="l">
              <a:defRPr sz="1950" b="1">
                <a:solidFill>
                  <a:srgbClr val="12846B"/>
                </a:solidFill>
                <a:latin typeface="Arial"/>
                <a:ea typeface="Arial"/>
                <a:cs typeface="Arial"/>
              </a:defRPr>
            </a:lvl8pPr>
            <a:lvl9pPr algn="l">
              <a:defRPr sz="1950" b="1">
                <a:solidFill>
                  <a:srgbClr val="12846B"/>
                </a:solidFill>
                <a:latin typeface="Arial"/>
                <a:ea typeface="Arial"/>
                <a:cs typeface="Arial"/>
              </a:defRPr>
            </a:lvl9pPr>
          </a:lstStyle>
          <a:p xmlns:a="http://schemas.openxmlformats.org/drawingml/2006/main">
            <a:pPr algn="l">
              <a:defRPr sz="1950" b="1">
                <a:solidFill>
                  <a:srgbClr val="12846B"/>
                </a:solidFill>
                <a:latin typeface="Arial"/>
                <a:ea typeface="Arial"/>
                <a:cs typeface="Arial"/>
              </a:defRPr>
            </a:pPr>
            <a:r>
              <a:rPr sz="1950" b="1">
                <a:solidFill>
                  <a:srgbClr val="12846B"/>
                </a:solidFill>
                <a:latin typeface="Arial"/>
                <a:ea typeface="Arial"/>
                <a:cs typeface="Arial"/>
              </a:rPr>
              <a:t>12–28</a:t>
            </a:r>
          </a:p>
        </p:txBody>
      </p:sp>
      <p:sp>
        <p:nvSpPr>
          <p:cNvPr id="9" name="Intent, review and exceptions">
            <a:extLst xmlns:a="http://schemas.openxmlformats.org/drawingml/2006/main">
              <a:ext uri="{FF2B5EF4-FFF2-40B4-BE49-F238E27FC236}">
                <a16:creationId xmlns:a16="http://schemas.microsoft.com/office/drawing/2014/main" id="{93B0628F-867F-4F43-A475-B1A37566726B}"/>
              </a:ext>
            </a:extLst>
          </p:cNvPr>
          <p:cNvSpPr>
            <a:spLocks xmlns:a="http://schemas.openxmlformats.org/drawingml/2006/main" noGrp="1"/>
          </p:cNvSpPr>
          <p:nvPr/>
        </p:nvSpPr>
        <p:spPr>
          <a:xfrm xmlns:a="http://schemas.openxmlformats.org/drawingml/2006/main">
            <a:off x="6115050" y="2667000"/>
            <a:ext cx="52768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0">
                <a:solidFill>
                  <a:srgbClr val="112B3A"/>
                </a:solidFill>
                <a:latin typeface="Arial"/>
                <a:ea typeface="Arial"/>
                <a:cs typeface="Arial"/>
              </a:defRPr>
            </a:defPPr>
            <a:lvl1pPr algn="l">
              <a:defRPr sz="1950" b="0">
                <a:solidFill>
                  <a:srgbClr val="112B3A"/>
                </a:solidFill>
                <a:latin typeface="Arial"/>
                <a:ea typeface="Arial"/>
                <a:cs typeface="Arial"/>
              </a:defRPr>
            </a:lvl1pPr>
            <a:lvl2pPr algn="l">
              <a:defRPr sz="1950" b="0">
                <a:solidFill>
                  <a:srgbClr val="112B3A"/>
                </a:solidFill>
                <a:latin typeface="Arial"/>
                <a:ea typeface="Arial"/>
                <a:cs typeface="Arial"/>
              </a:defRPr>
            </a:lvl2pPr>
            <a:lvl3pPr algn="l">
              <a:defRPr sz="1950" b="0">
                <a:solidFill>
                  <a:srgbClr val="112B3A"/>
                </a:solidFill>
                <a:latin typeface="Arial"/>
                <a:ea typeface="Arial"/>
                <a:cs typeface="Arial"/>
              </a:defRPr>
            </a:lvl3pPr>
            <a:lvl4pPr algn="l">
              <a:defRPr sz="1950" b="0">
                <a:solidFill>
                  <a:srgbClr val="112B3A"/>
                </a:solidFill>
                <a:latin typeface="Arial"/>
                <a:ea typeface="Arial"/>
                <a:cs typeface="Arial"/>
              </a:defRPr>
            </a:lvl4pPr>
            <a:lvl5pPr algn="l">
              <a:defRPr sz="1950" b="0">
                <a:solidFill>
                  <a:srgbClr val="112B3A"/>
                </a:solidFill>
                <a:latin typeface="Arial"/>
                <a:ea typeface="Arial"/>
                <a:cs typeface="Arial"/>
              </a:defRPr>
            </a:lvl5pPr>
            <a:lvl6pPr algn="l">
              <a:defRPr sz="1950" b="0">
                <a:solidFill>
                  <a:srgbClr val="112B3A"/>
                </a:solidFill>
                <a:latin typeface="Arial"/>
                <a:ea typeface="Arial"/>
                <a:cs typeface="Arial"/>
              </a:defRPr>
            </a:lvl6pPr>
            <a:lvl7pPr algn="l">
              <a:defRPr sz="1950" b="0">
                <a:solidFill>
                  <a:srgbClr val="112B3A"/>
                </a:solidFill>
                <a:latin typeface="Arial"/>
                <a:ea typeface="Arial"/>
                <a:cs typeface="Arial"/>
              </a:defRPr>
            </a:lvl7pPr>
            <a:lvl8pPr algn="l">
              <a:defRPr sz="1950" b="0">
                <a:solidFill>
                  <a:srgbClr val="112B3A"/>
                </a:solidFill>
                <a:latin typeface="Arial"/>
                <a:ea typeface="Arial"/>
                <a:cs typeface="Arial"/>
              </a:defRPr>
            </a:lvl8pPr>
            <a:lvl9pPr algn="l">
              <a:defRPr sz="1950" b="0">
                <a:solidFill>
                  <a:srgbClr val="112B3A"/>
                </a:solidFill>
                <a:latin typeface="Arial"/>
                <a:ea typeface="Arial"/>
                <a:cs typeface="Arial"/>
              </a:defRPr>
            </a:lvl9pPr>
          </a:lstStyle>
          <a:p xmlns:a="http://schemas.openxmlformats.org/drawingml/2006/main">
            <a:pPr algn="l">
              <a:defRPr sz="1950" b="0">
                <a:solidFill>
                  <a:srgbClr val="112B3A"/>
                </a:solidFill>
                <a:latin typeface="Arial"/>
                <a:ea typeface="Arial"/>
                <a:cs typeface="Arial"/>
              </a:defRPr>
            </a:pPr>
            <a:r>
              <a:rPr sz="1950" b="0">
                <a:solidFill>
                  <a:srgbClr val="112B3A"/>
                </a:solidFill>
                <a:latin typeface="Arial"/>
                <a:ea typeface="Arial"/>
                <a:cs typeface="Arial"/>
              </a:rPr>
              <a:t>Intent, review and exceptions</a:t>
            </a:r>
          </a:p>
        </p:txBody>
      </p:sp>
      <p:sp>
        <p:nvSpPr>
          <p:cNvPr id="10" name="diagram-boundary">
            <a:extLst xmlns:a="http://schemas.openxmlformats.org/drawingml/2006/main">
              <a:ext uri="{FF2B5EF4-FFF2-40B4-BE49-F238E27FC236}">
                <a16:creationId xmlns:a16="http://schemas.microsoft.com/office/drawing/2014/main" id="{ED656AD4-D5A9-4F07-AE5A-9D3C5F983737}"/>
              </a:ext>
            </a:extLst>
          </p:cNvPr>
          <p:cNvSpPr>
            <a:spLocks xmlns:a="http://schemas.openxmlformats.org/drawingml/2006/main" noGrp="1"/>
          </p:cNvSpPr>
          <p:nvPr/>
        </p:nvSpPr>
        <p:spPr>
          <a:xfrm xmlns:a="http://schemas.openxmlformats.org/drawingml/2006/main">
            <a:off x="4371975" y="3228975"/>
            <a:ext cx="6953250" cy="19050"/>
          </a:xfrm>
          <a:prstGeom xmlns:a="http://schemas.openxmlformats.org/drawingml/2006/main" prst="rect">
            <a:avLst/>
          </a:prstGeom>
          <a:solidFill xmlns:a="http://schemas.openxmlformats.org/drawingml/2006/main">
            <a:srgbClr val="D7DCD8"/>
          </a:solidFill>
          <a:ln xmlns:a="http://schemas.openxmlformats.org/drawingml/2006/main" w="0">
            <a:noFill/>
            <a:prstDash val="solid"/>
          </a:ln>
        </p:spPr>
      </p:sp>
      <p:sp>
        <p:nvSpPr>
          <p:cNvPr id="11" name="28–45">
            <a:extLst xmlns:a="http://schemas.openxmlformats.org/drawingml/2006/main">
              <a:ext uri="{FF2B5EF4-FFF2-40B4-BE49-F238E27FC236}">
                <a16:creationId xmlns:a16="http://schemas.microsoft.com/office/drawing/2014/main" id="{F4AF0C6E-0ABB-4D92-8578-B6CE629B70F6}"/>
              </a:ext>
            </a:extLst>
          </p:cNvPr>
          <p:cNvSpPr>
            <a:spLocks xmlns:a="http://schemas.openxmlformats.org/drawingml/2006/main" noGrp="1"/>
          </p:cNvSpPr>
          <p:nvPr/>
        </p:nvSpPr>
        <p:spPr>
          <a:xfrm xmlns:a="http://schemas.openxmlformats.org/drawingml/2006/main">
            <a:off x="4371975" y="3448050"/>
            <a:ext cx="14478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12846B"/>
                </a:solidFill>
                <a:latin typeface="Arial"/>
                <a:ea typeface="Arial"/>
                <a:cs typeface="Arial"/>
              </a:defRPr>
            </a:defPPr>
            <a:lvl1pPr algn="l">
              <a:defRPr sz="1950" b="1">
                <a:solidFill>
                  <a:srgbClr val="12846B"/>
                </a:solidFill>
                <a:latin typeface="Arial"/>
                <a:ea typeface="Arial"/>
                <a:cs typeface="Arial"/>
              </a:defRPr>
            </a:lvl1pPr>
            <a:lvl2pPr algn="l">
              <a:defRPr sz="1950" b="1">
                <a:solidFill>
                  <a:srgbClr val="12846B"/>
                </a:solidFill>
                <a:latin typeface="Arial"/>
                <a:ea typeface="Arial"/>
                <a:cs typeface="Arial"/>
              </a:defRPr>
            </a:lvl2pPr>
            <a:lvl3pPr algn="l">
              <a:defRPr sz="1950" b="1">
                <a:solidFill>
                  <a:srgbClr val="12846B"/>
                </a:solidFill>
                <a:latin typeface="Arial"/>
                <a:ea typeface="Arial"/>
                <a:cs typeface="Arial"/>
              </a:defRPr>
            </a:lvl3pPr>
            <a:lvl4pPr algn="l">
              <a:defRPr sz="1950" b="1">
                <a:solidFill>
                  <a:srgbClr val="12846B"/>
                </a:solidFill>
                <a:latin typeface="Arial"/>
                <a:ea typeface="Arial"/>
                <a:cs typeface="Arial"/>
              </a:defRPr>
            </a:lvl4pPr>
            <a:lvl5pPr algn="l">
              <a:defRPr sz="1950" b="1">
                <a:solidFill>
                  <a:srgbClr val="12846B"/>
                </a:solidFill>
                <a:latin typeface="Arial"/>
                <a:ea typeface="Arial"/>
                <a:cs typeface="Arial"/>
              </a:defRPr>
            </a:lvl5pPr>
            <a:lvl6pPr algn="l">
              <a:defRPr sz="1950" b="1">
                <a:solidFill>
                  <a:srgbClr val="12846B"/>
                </a:solidFill>
                <a:latin typeface="Arial"/>
                <a:ea typeface="Arial"/>
                <a:cs typeface="Arial"/>
              </a:defRPr>
            </a:lvl6pPr>
            <a:lvl7pPr algn="l">
              <a:defRPr sz="1950" b="1">
                <a:solidFill>
                  <a:srgbClr val="12846B"/>
                </a:solidFill>
                <a:latin typeface="Arial"/>
                <a:ea typeface="Arial"/>
                <a:cs typeface="Arial"/>
              </a:defRPr>
            </a:lvl7pPr>
            <a:lvl8pPr algn="l">
              <a:defRPr sz="1950" b="1">
                <a:solidFill>
                  <a:srgbClr val="12846B"/>
                </a:solidFill>
                <a:latin typeface="Arial"/>
                <a:ea typeface="Arial"/>
                <a:cs typeface="Arial"/>
              </a:defRPr>
            </a:lvl8pPr>
            <a:lvl9pPr algn="l">
              <a:defRPr sz="1950" b="1">
                <a:solidFill>
                  <a:srgbClr val="12846B"/>
                </a:solidFill>
                <a:latin typeface="Arial"/>
                <a:ea typeface="Arial"/>
                <a:cs typeface="Arial"/>
              </a:defRPr>
            </a:lvl9pPr>
          </a:lstStyle>
          <a:p xmlns:a="http://schemas.openxmlformats.org/drawingml/2006/main">
            <a:pPr algn="l">
              <a:defRPr sz="1950" b="1">
                <a:solidFill>
                  <a:srgbClr val="12846B"/>
                </a:solidFill>
                <a:latin typeface="Arial"/>
                <a:ea typeface="Arial"/>
                <a:cs typeface="Arial"/>
              </a:defRPr>
            </a:pPr>
            <a:r>
              <a:rPr sz="1950" b="1">
                <a:solidFill>
                  <a:srgbClr val="12846B"/>
                </a:solidFill>
                <a:latin typeface="Arial"/>
                <a:ea typeface="Arial"/>
                <a:cs typeface="Arial"/>
              </a:rPr>
              <a:t>28–45</a:t>
            </a:r>
          </a:p>
        </p:txBody>
      </p:sp>
      <p:sp>
        <p:nvSpPr>
          <p:cNvPr id="12" name="Containment and evidence">
            <a:extLst xmlns:a="http://schemas.openxmlformats.org/drawingml/2006/main">
              <a:ext uri="{FF2B5EF4-FFF2-40B4-BE49-F238E27FC236}">
                <a16:creationId xmlns:a16="http://schemas.microsoft.com/office/drawing/2014/main" id="{19CA2453-4DA6-48C6-B486-D40902D3F566}"/>
              </a:ext>
            </a:extLst>
          </p:cNvPr>
          <p:cNvSpPr>
            <a:spLocks xmlns:a="http://schemas.openxmlformats.org/drawingml/2006/main" noGrp="1"/>
          </p:cNvSpPr>
          <p:nvPr/>
        </p:nvSpPr>
        <p:spPr>
          <a:xfrm xmlns:a="http://schemas.openxmlformats.org/drawingml/2006/main">
            <a:off x="6115050" y="3448050"/>
            <a:ext cx="52768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0">
                <a:solidFill>
                  <a:srgbClr val="112B3A"/>
                </a:solidFill>
                <a:latin typeface="Arial"/>
                <a:ea typeface="Arial"/>
                <a:cs typeface="Arial"/>
              </a:defRPr>
            </a:defPPr>
            <a:lvl1pPr algn="l">
              <a:defRPr sz="1950" b="0">
                <a:solidFill>
                  <a:srgbClr val="112B3A"/>
                </a:solidFill>
                <a:latin typeface="Arial"/>
                <a:ea typeface="Arial"/>
                <a:cs typeface="Arial"/>
              </a:defRPr>
            </a:lvl1pPr>
            <a:lvl2pPr algn="l">
              <a:defRPr sz="1950" b="0">
                <a:solidFill>
                  <a:srgbClr val="112B3A"/>
                </a:solidFill>
                <a:latin typeface="Arial"/>
                <a:ea typeface="Arial"/>
                <a:cs typeface="Arial"/>
              </a:defRPr>
            </a:lvl2pPr>
            <a:lvl3pPr algn="l">
              <a:defRPr sz="1950" b="0">
                <a:solidFill>
                  <a:srgbClr val="112B3A"/>
                </a:solidFill>
                <a:latin typeface="Arial"/>
                <a:ea typeface="Arial"/>
                <a:cs typeface="Arial"/>
              </a:defRPr>
            </a:lvl3pPr>
            <a:lvl4pPr algn="l">
              <a:defRPr sz="1950" b="0">
                <a:solidFill>
                  <a:srgbClr val="112B3A"/>
                </a:solidFill>
                <a:latin typeface="Arial"/>
                <a:ea typeface="Arial"/>
                <a:cs typeface="Arial"/>
              </a:defRPr>
            </a:lvl4pPr>
            <a:lvl5pPr algn="l">
              <a:defRPr sz="1950" b="0">
                <a:solidFill>
                  <a:srgbClr val="112B3A"/>
                </a:solidFill>
                <a:latin typeface="Arial"/>
                <a:ea typeface="Arial"/>
                <a:cs typeface="Arial"/>
              </a:defRPr>
            </a:lvl5pPr>
            <a:lvl6pPr algn="l">
              <a:defRPr sz="1950" b="0">
                <a:solidFill>
                  <a:srgbClr val="112B3A"/>
                </a:solidFill>
                <a:latin typeface="Arial"/>
                <a:ea typeface="Arial"/>
                <a:cs typeface="Arial"/>
              </a:defRPr>
            </a:lvl6pPr>
            <a:lvl7pPr algn="l">
              <a:defRPr sz="1950" b="0">
                <a:solidFill>
                  <a:srgbClr val="112B3A"/>
                </a:solidFill>
                <a:latin typeface="Arial"/>
                <a:ea typeface="Arial"/>
                <a:cs typeface="Arial"/>
              </a:defRPr>
            </a:lvl7pPr>
            <a:lvl8pPr algn="l">
              <a:defRPr sz="1950" b="0">
                <a:solidFill>
                  <a:srgbClr val="112B3A"/>
                </a:solidFill>
                <a:latin typeface="Arial"/>
                <a:ea typeface="Arial"/>
                <a:cs typeface="Arial"/>
              </a:defRPr>
            </a:lvl8pPr>
            <a:lvl9pPr algn="l">
              <a:defRPr sz="1950" b="0">
                <a:solidFill>
                  <a:srgbClr val="112B3A"/>
                </a:solidFill>
                <a:latin typeface="Arial"/>
                <a:ea typeface="Arial"/>
                <a:cs typeface="Arial"/>
              </a:defRPr>
            </a:lvl9pPr>
          </a:lstStyle>
          <a:p xmlns:a="http://schemas.openxmlformats.org/drawingml/2006/main">
            <a:pPr algn="l">
              <a:defRPr sz="1950" b="0">
                <a:solidFill>
                  <a:srgbClr val="112B3A"/>
                </a:solidFill>
                <a:latin typeface="Arial"/>
                <a:ea typeface="Arial"/>
                <a:cs typeface="Arial"/>
              </a:defRPr>
            </a:pPr>
            <a:r>
              <a:rPr sz="1950" b="0">
                <a:solidFill>
                  <a:srgbClr val="112B3A"/>
                </a:solidFill>
                <a:latin typeface="Arial"/>
                <a:ea typeface="Arial"/>
                <a:cs typeface="Arial"/>
              </a:rPr>
              <a:t>Containment and evidence</a:t>
            </a:r>
          </a:p>
        </p:txBody>
      </p:sp>
      <p:sp>
        <p:nvSpPr>
          <p:cNvPr id="13" name="diagram-boundary">
            <a:extLst xmlns:a="http://schemas.openxmlformats.org/drawingml/2006/main">
              <a:ext uri="{FF2B5EF4-FFF2-40B4-BE49-F238E27FC236}">
                <a16:creationId xmlns:a16="http://schemas.microsoft.com/office/drawing/2014/main" id="{606DE8FF-4205-46A1-8BC0-E643914AEC64}"/>
              </a:ext>
            </a:extLst>
          </p:cNvPr>
          <p:cNvSpPr>
            <a:spLocks xmlns:a="http://schemas.openxmlformats.org/drawingml/2006/main" noGrp="1"/>
          </p:cNvSpPr>
          <p:nvPr/>
        </p:nvSpPr>
        <p:spPr>
          <a:xfrm xmlns:a="http://schemas.openxmlformats.org/drawingml/2006/main">
            <a:off x="4371975" y="4010025"/>
            <a:ext cx="6953250" cy="19050"/>
          </a:xfrm>
          <a:prstGeom xmlns:a="http://schemas.openxmlformats.org/drawingml/2006/main" prst="rect">
            <a:avLst/>
          </a:prstGeom>
          <a:solidFill xmlns:a="http://schemas.openxmlformats.org/drawingml/2006/main">
            <a:srgbClr val="D7DCD8"/>
          </a:solidFill>
          <a:ln xmlns:a="http://schemas.openxmlformats.org/drawingml/2006/main" w="0">
            <a:noFill/>
            <a:prstDash val="solid"/>
          </a:ln>
        </p:spPr>
      </p:sp>
      <p:sp>
        <p:nvSpPr>
          <p:cNvPr id="14" name="45–51">
            <a:extLst xmlns:a="http://schemas.openxmlformats.org/drawingml/2006/main">
              <a:ext uri="{FF2B5EF4-FFF2-40B4-BE49-F238E27FC236}">
                <a16:creationId xmlns:a16="http://schemas.microsoft.com/office/drawing/2014/main" id="{A5CBDD76-4FCA-45D7-BCC0-587C7EF5E906}"/>
              </a:ext>
            </a:extLst>
          </p:cNvPr>
          <p:cNvSpPr>
            <a:spLocks xmlns:a="http://schemas.openxmlformats.org/drawingml/2006/main" noGrp="1"/>
          </p:cNvSpPr>
          <p:nvPr/>
        </p:nvSpPr>
        <p:spPr>
          <a:xfrm xmlns:a="http://schemas.openxmlformats.org/drawingml/2006/main">
            <a:off x="4371975" y="4229100"/>
            <a:ext cx="14478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12846B"/>
                </a:solidFill>
                <a:latin typeface="Arial"/>
                <a:ea typeface="Arial"/>
                <a:cs typeface="Arial"/>
              </a:defRPr>
            </a:defPPr>
            <a:lvl1pPr algn="l">
              <a:defRPr sz="1950" b="1">
                <a:solidFill>
                  <a:srgbClr val="12846B"/>
                </a:solidFill>
                <a:latin typeface="Arial"/>
                <a:ea typeface="Arial"/>
                <a:cs typeface="Arial"/>
              </a:defRPr>
            </a:lvl1pPr>
            <a:lvl2pPr algn="l">
              <a:defRPr sz="1950" b="1">
                <a:solidFill>
                  <a:srgbClr val="12846B"/>
                </a:solidFill>
                <a:latin typeface="Arial"/>
                <a:ea typeface="Arial"/>
                <a:cs typeface="Arial"/>
              </a:defRPr>
            </a:lvl2pPr>
            <a:lvl3pPr algn="l">
              <a:defRPr sz="1950" b="1">
                <a:solidFill>
                  <a:srgbClr val="12846B"/>
                </a:solidFill>
                <a:latin typeface="Arial"/>
                <a:ea typeface="Arial"/>
                <a:cs typeface="Arial"/>
              </a:defRPr>
            </a:lvl3pPr>
            <a:lvl4pPr algn="l">
              <a:defRPr sz="1950" b="1">
                <a:solidFill>
                  <a:srgbClr val="12846B"/>
                </a:solidFill>
                <a:latin typeface="Arial"/>
                <a:ea typeface="Arial"/>
                <a:cs typeface="Arial"/>
              </a:defRPr>
            </a:lvl4pPr>
            <a:lvl5pPr algn="l">
              <a:defRPr sz="1950" b="1">
                <a:solidFill>
                  <a:srgbClr val="12846B"/>
                </a:solidFill>
                <a:latin typeface="Arial"/>
                <a:ea typeface="Arial"/>
                <a:cs typeface="Arial"/>
              </a:defRPr>
            </a:lvl5pPr>
            <a:lvl6pPr algn="l">
              <a:defRPr sz="1950" b="1">
                <a:solidFill>
                  <a:srgbClr val="12846B"/>
                </a:solidFill>
                <a:latin typeface="Arial"/>
                <a:ea typeface="Arial"/>
                <a:cs typeface="Arial"/>
              </a:defRPr>
            </a:lvl6pPr>
            <a:lvl7pPr algn="l">
              <a:defRPr sz="1950" b="1">
                <a:solidFill>
                  <a:srgbClr val="12846B"/>
                </a:solidFill>
                <a:latin typeface="Arial"/>
                <a:ea typeface="Arial"/>
                <a:cs typeface="Arial"/>
              </a:defRPr>
            </a:lvl7pPr>
            <a:lvl8pPr algn="l">
              <a:defRPr sz="1950" b="1">
                <a:solidFill>
                  <a:srgbClr val="12846B"/>
                </a:solidFill>
                <a:latin typeface="Arial"/>
                <a:ea typeface="Arial"/>
                <a:cs typeface="Arial"/>
              </a:defRPr>
            </a:lvl8pPr>
            <a:lvl9pPr algn="l">
              <a:defRPr sz="1950" b="1">
                <a:solidFill>
                  <a:srgbClr val="12846B"/>
                </a:solidFill>
                <a:latin typeface="Arial"/>
                <a:ea typeface="Arial"/>
                <a:cs typeface="Arial"/>
              </a:defRPr>
            </a:lvl9pPr>
          </a:lstStyle>
          <a:p xmlns:a="http://schemas.openxmlformats.org/drawingml/2006/main">
            <a:pPr algn="l">
              <a:defRPr sz="1950" b="1">
                <a:solidFill>
                  <a:srgbClr val="12846B"/>
                </a:solidFill>
                <a:latin typeface="Arial"/>
                <a:ea typeface="Arial"/>
                <a:cs typeface="Arial"/>
              </a:defRPr>
            </a:pPr>
            <a:r>
              <a:rPr sz="1950" b="1">
                <a:solidFill>
                  <a:srgbClr val="12846B"/>
                </a:solidFill>
                <a:latin typeface="Arial"/>
                <a:ea typeface="Arial"/>
                <a:cs typeface="Arial"/>
              </a:rPr>
              <a:t>45–51</a:t>
            </a:r>
          </a:p>
        </p:txBody>
      </p:sp>
      <p:sp>
        <p:nvSpPr>
          <p:cNvPr id="15" name="Independent model review">
            <a:extLst xmlns:a="http://schemas.openxmlformats.org/drawingml/2006/main">
              <a:ext uri="{FF2B5EF4-FFF2-40B4-BE49-F238E27FC236}">
                <a16:creationId xmlns:a16="http://schemas.microsoft.com/office/drawing/2014/main" id="{C1633BE2-D334-4694-9A18-C47EDB06133E}"/>
              </a:ext>
            </a:extLst>
          </p:cNvPr>
          <p:cNvSpPr>
            <a:spLocks xmlns:a="http://schemas.openxmlformats.org/drawingml/2006/main" noGrp="1"/>
          </p:cNvSpPr>
          <p:nvPr/>
        </p:nvSpPr>
        <p:spPr>
          <a:xfrm xmlns:a="http://schemas.openxmlformats.org/drawingml/2006/main">
            <a:off x="6115050" y="4229100"/>
            <a:ext cx="52768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0">
                <a:solidFill>
                  <a:srgbClr val="112B3A"/>
                </a:solidFill>
                <a:latin typeface="Arial"/>
                <a:ea typeface="Arial"/>
                <a:cs typeface="Arial"/>
              </a:defRPr>
            </a:defPPr>
            <a:lvl1pPr algn="l">
              <a:defRPr sz="1950" b="0">
                <a:solidFill>
                  <a:srgbClr val="112B3A"/>
                </a:solidFill>
                <a:latin typeface="Arial"/>
                <a:ea typeface="Arial"/>
                <a:cs typeface="Arial"/>
              </a:defRPr>
            </a:lvl1pPr>
            <a:lvl2pPr algn="l">
              <a:defRPr sz="1950" b="0">
                <a:solidFill>
                  <a:srgbClr val="112B3A"/>
                </a:solidFill>
                <a:latin typeface="Arial"/>
                <a:ea typeface="Arial"/>
                <a:cs typeface="Arial"/>
              </a:defRPr>
            </a:lvl2pPr>
            <a:lvl3pPr algn="l">
              <a:defRPr sz="1950" b="0">
                <a:solidFill>
                  <a:srgbClr val="112B3A"/>
                </a:solidFill>
                <a:latin typeface="Arial"/>
                <a:ea typeface="Arial"/>
                <a:cs typeface="Arial"/>
              </a:defRPr>
            </a:lvl3pPr>
            <a:lvl4pPr algn="l">
              <a:defRPr sz="1950" b="0">
                <a:solidFill>
                  <a:srgbClr val="112B3A"/>
                </a:solidFill>
                <a:latin typeface="Arial"/>
                <a:ea typeface="Arial"/>
                <a:cs typeface="Arial"/>
              </a:defRPr>
            </a:lvl4pPr>
            <a:lvl5pPr algn="l">
              <a:defRPr sz="1950" b="0">
                <a:solidFill>
                  <a:srgbClr val="112B3A"/>
                </a:solidFill>
                <a:latin typeface="Arial"/>
                <a:ea typeface="Arial"/>
                <a:cs typeface="Arial"/>
              </a:defRPr>
            </a:lvl5pPr>
            <a:lvl6pPr algn="l">
              <a:defRPr sz="1950" b="0">
                <a:solidFill>
                  <a:srgbClr val="112B3A"/>
                </a:solidFill>
                <a:latin typeface="Arial"/>
                <a:ea typeface="Arial"/>
                <a:cs typeface="Arial"/>
              </a:defRPr>
            </a:lvl6pPr>
            <a:lvl7pPr algn="l">
              <a:defRPr sz="1950" b="0">
                <a:solidFill>
                  <a:srgbClr val="112B3A"/>
                </a:solidFill>
                <a:latin typeface="Arial"/>
                <a:ea typeface="Arial"/>
                <a:cs typeface="Arial"/>
              </a:defRPr>
            </a:lvl7pPr>
            <a:lvl8pPr algn="l">
              <a:defRPr sz="1950" b="0">
                <a:solidFill>
                  <a:srgbClr val="112B3A"/>
                </a:solidFill>
                <a:latin typeface="Arial"/>
                <a:ea typeface="Arial"/>
                <a:cs typeface="Arial"/>
              </a:defRPr>
            </a:lvl8pPr>
            <a:lvl9pPr algn="l">
              <a:defRPr sz="1950" b="0">
                <a:solidFill>
                  <a:srgbClr val="112B3A"/>
                </a:solidFill>
                <a:latin typeface="Arial"/>
                <a:ea typeface="Arial"/>
                <a:cs typeface="Arial"/>
              </a:defRPr>
            </a:lvl9pPr>
          </a:lstStyle>
          <a:p xmlns:a="http://schemas.openxmlformats.org/drawingml/2006/main">
            <a:pPr algn="l">
              <a:defRPr sz="1950" b="0">
                <a:solidFill>
                  <a:srgbClr val="112B3A"/>
                </a:solidFill>
                <a:latin typeface="Arial"/>
                <a:ea typeface="Arial"/>
                <a:cs typeface="Arial"/>
              </a:defRPr>
            </a:pPr>
            <a:r>
              <a:rPr sz="1950" b="0">
                <a:solidFill>
                  <a:srgbClr val="112B3A"/>
                </a:solidFill>
                <a:latin typeface="Arial"/>
                <a:ea typeface="Arial"/>
                <a:cs typeface="Arial"/>
              </a:rPr>
              <a:t>Independent model review</a:t>
            </a:r>
          </a:p>
        </p:txBody>
      </p:sp>
      <p:sp>
        <p:nvSpPr>
          <p:cNvPr id="16" name="diagram-boundary">
            <a:extLst xmlns:a="http://schemas.openxmlformats.org/drawingml/2006/main">
              <a:ext uri="{FF2B5EF4-FFF2-40B4-BE49-F238E27FC236}">
                <a16:creationId xmlns:a16="http://schemas.microsoft.com/office/drawing/2014/main" id="{3D6E3F61-BB35-40E6-B30A-7B0CF896195E}"/>
              </a:ext>
            </a:extLst>
          </p:cNvPr>
          <p:cNvSpPr>
            <a:spLocks xmlns:a="http://schemas.openxmlformats.org/drawingml/2006/main" noGrp="1"/>
          </p:cNvSpPr>
          <p:nvPr/>
        </p:nvSpPr>
        <p:spPr>
          <a:xfrm xmlns:a="http://schemas.openxmlformats.org/drawingml/2006/main">
            <a:off x="4371975" y="4791075"/>
            <a:ext cx="6953250" cy="19050"/>
          </a:xfrm>
          <a:prstGeom xmlns:a="http://schemas.openxmlformats.org/drawingml/2006/main" prst="rect">
            <a:avLst/>
          </a:prstGeom>
          <a:solidFill xmlns:a="http://schemas.openxmlformats.org/drawingml/2006/main">
            <a:srgbClr val="D7DCD8"/>
          </a:solidFill>
          <a:ln xmlns:a="http://schemas.openxmlformats.org/drawingml/2006/main" w="0">
            <a:noFill/>
            <a:prstDash val="solid"/>
          </a:ln>
        </p:spPr>
      </p:sp>
      <p:sp>
        <p:nvSpPr>
          <p:cNvPr id="17" name="51–60">
            <a:extLst xmlns:a="http://schemas.openxmlformats.org/drawingml/2006/main">
              <a:ext uri="{FF2B5EF4-FFF2-40B4-BE49-F238E27FC236}">
                <a16:creationId xmlns:a16="http://schemas.microsoft.com/office/drawing/2014/main" id="{ED3B4F89-961B-4582-A001-53636B8BAB2F}"/>
              </a:ext>
            </a:extLst>
          </p:cNvPr>
          <p:cNvSpPr>
            <a:spLocks xmlns:a="http://schemas.openxmlformats.org/drawingml/2006/main" noGrp="1"/>
          </p:cNvSpPr>
          <p:nvPr/>
        </p:nvSpPr>
        <p:spPr>
          <a:xfrm xmlns:a="http://schemas.openxmlformats.org/drawingml/2006/main">
            <a:off x="4371975" y="5010150"/>
            <a:ext cx="14478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12846B"/>
                </a:solidFill>
                <a:latin typeface="Arial"/>
                <a:ea typeface="Arial"/>
                <a:cs typeface="Arial"/>
              </a:defRPr>
            </a:defPPr>
            <a:lvl1pPr algn="l">
              <a:defRPr sz="1950" b="1">
                <a:solidFill>
                  <a:srgbClr val="12846B"/>
                </a:solidFill>
                <a:latin typeface="Arial"/>
                <a:ea typeface="Arial"/>
                <a:cs typeface="Arial"/>
              </a:defRPr>
            </a:lvl1pPr>
            <a:lvl2pPr algn="l">
              <a:defRPr sz="1950" b="1">
                <a:solidFill>
                  <a:srgbClr val="12846B"/>
                </a:solidFill>
                <a:latin typeface="Arial"/>
                <a:ea typeface="Arial"/>
                <a:cs typeface="Arial"/>
              </a:defRPr>
            </a:lvl2pPr>
            <a:lvl3pPr algn="l">
              <a:defRPr sz="1950" b="1">
                <a:solidFill>
                  <a:srgbClr val="12846B"/>
                </a:solidFill>
                <a:latin typeface="Arial"/>
                <a:ea typeface="Arial"/>
                <a:cs typeface="Arial"/>
              </a:defRPr>
            </a:lvl3pPr>
            <a:lvl4pPr algn="l">
              <a:defRPr sz="1950" b="1">
                <a:solidFill>
                  <a:srgbClr val="12846B"/>
                </a:solidFill>
                <a:latin typeface="Arial"/>
                <a:ea typeface="Arial"/>
                <a:cs typeface="Arial"/>
              </a:defRPr>
            </a:lvl4pPr>
            <a:lvl5pPr algn="l">
              <a:defRPr sz="1950" b="1">
                <a:solidFill>
                  <a:srgbClr val="12846B"/>
                </a:solidFill>
                <a:latin typeface="Arial"/>
                <a:ea typeface="Arial"/>
                <a:cs typeface="Arial"/>
              </a:defRPr>
            </a:lvl5pPr>
            <a:lvl6pPr algn="l">
              <a:defRPr sz="1950" b="1">
                <a:solidFill>
                  <a:srgbClr val="12846B"/>
                </a:solidFill>
                <a:latin typeface="Arial"/>
                <a:ea typeface="Arial"/>
                <a:cs typeface="Arial"/>
              </a:defRPr>
            </a:lvl6pPr>
            <a:lvl7pPr algn="l">
              <a:defRPr sz="1950" b="1">
                <a:solidFill>
                  <a:srgbClr val="12846B"/>
                </a:solidFill>
                <a:latin typeface="Arial"/>
                <a:ea typeface="Arial"/>
                <a:cs typeface="Arial"/>
              </a:defRPr>
            </a:lvl7pPr>
            <a:lvl8pPr algn="l">
              <a:defRPr sz="1950" b="1">
                <a:solidFill>
                  <a:srgbClr val="12846B"/>
                </a:solidFill>
                <a:latin typeface="Arial"/>
                <a:ea typeface="Arial"/>
                <a:cs typeface="Arial"/>
              </a:defRPr>
            </a:lvl8pPr>
            <a:lvl9pPr algn="l">
              <a:defRPr sz="1950" b="1">
                <a:solidFill>
                  <a:srgbClr val="12846B"/>
                </a:solidFill>
                <a:latin typeface="Arial"/>
                <a:ea typeface="Arial"/>
                <a:cs typeface="Arial"/>
              </a:defRPr>
            </a:lvl9pPr>
          </a:lstStyle>
          <a:p xmlns:a="http://schemas.openxmlformats.org/drawingml/2006/main">
            <a:pPr algn="l">
              <a:defRPr sz="1950" b="1">
                <a:solidFill>
                  <a:srgbClr val="12846B"/>
                </a:solidFill>
                <a:latin typeface="Arial"/>
                <a:ea typeface="Arial"/>
                <a:cs typeface="Arial"/>
              </a:defRPr>
            </a:pPr>
            <a:r>
              <a:rPr sz="1950" b="1">
                <a:solidFill>
                  <a:srgbClr val="12846B"/>
                </a:solidFill>
                <a:latin typeface="Arial"/>
                <a:ea typeface="Arial"/>
                <a:cs typeface="Arial"/>
              </a:rPr>
              <a:t>51–60</a:t>
            </a:r>
          </a:p>
        </p:txBody>
      </p:sp>
      <p:sp>
        <p:nvSpPr>
          <p:cNvPr id="18" name="Recovery and transfer">
            <a:extLst xmlns:a="http://schemas.openxmlformats.org/drawingml/2006/main">
              <a:ext uri="{FF2B5EF4-FFF2-40B4-BE49-F238E27FC236}">
                <a16:creationId xmlns:a16="http://schemas.microsoft.com/office/drawing/2014/main" id="{0D913D90-0CAA-4FC7-A107-E96C7009A209}"/>
              </a:ext>
            </a:extLst>
          </p:cNvPr>
          <p:cNvSpPr>
            <a:spLocks xmlns:a="http://schemas.openxmlformats.org/drawingml/2006/main" noGrp="1"/>
          </p:cNvSpPr>
          <p:nvPr/>
        </p:nvSpPr>
        <p:spPr>
          <a:xfrm xmlns:a="http://schemas.openxmlformats.org/drawingml/2006/main">
            <a:off x="6115050" y="5010150"/>
            <a:ext cx="52768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0">
                <a:solidFill>
                  <a:srgbClr val="112B3A"/>
                </a:solidFill>
                <a:latin typeface="Arial"/>
                <a:ea typeface="Arial"/>
                <a:cs typeface="Arial"/>
              </a:defRPr>
            </a:defPPr>
            <a:lvl1pPr algn="l">
              <a:defRPr sz="1950" b="0">
                <a:solidFill>
                  <a:srgbClr val="112B3A"/>
                </a:solidFill>
                <a:latin typeface="Arial"/>
                <a:ea typeface="Arial"/>
                <a:cs typeface="Arial"/>
              </a:defRPr>
            </a:lvl1pPr>
            <a:lvl2pPr algn="l">
              <a:defRPr sz="1950" b="0">
                <a:solidFill>
                  <a:srgbClr val="112B3A"/>
                </a:solidFill>
                <a:latin typeface="Arial"/>
                <a:ea typeface="Arial"/>
                <a:cs typeface="Arial"/>
              </a:defRPr>
            </a:lvl2pPr>
            <a:lvl3pPr algn="l">
              <a:defRPr sz="1950" b="0">
                <a:solidFill>
                  <a:srgbClr val="112B3A"/>
                </a:solidFill>
                <a:latin typeface="Arial"/>
                <a:ea typeface="Arial"/>
                <a:cs typeface="Arial"/>
              </a:defRPr>
            </a:lvl3pPr>
            <a:lvl4pPr algn="l">
              <a:defRPr sz="1950" b="0">
                <a:solidFill>
                  <a:srgbClr val="112B3A"/>
                </a:solidFill>
                <a:latin typeface="Arial"/>
                <a:ea typeface="Arial"/>
                <a:cs typeface="Arial"/>
              </a:defRPr>
            </a:lvl4pPr>
            <a:lvl5pPr algn="l">
              <a:defRPr sz="1950" b="0">
                <a:solidFill>
                  <a:srgbClr val="112B3A"/>
                </a:solidFill>
                <a:latin typeface="Arial"/>
                <a:ea typeface="Arial"/>
                <a:cs typeface="Arial"/>
              </a:defRPr>
            </a:lvl5pPr>
            <a:lvl6pPr algn="l">
              <a:defRPr sz="1950" b="0">
                <a:solidFill>
                  <a:srgbClr val="112B3A"/>
                </a:solidFill>
                <a:latin typeface="Arial"/>
                <a:ea typeface="Arial"/>
                <a:cs typeface="Arial"/>
              </a:defRPr>
            </a:lvl6pPr>
            <a:lvl7pPr algn="l">
              <a:defRPr sz="1950" b="0">
                <a:solidFill>
                  <a:srgbClr val="112B3A"/>
                </a:solidFill>
                <a:latin typeface="Arial"/>
                <a:ea typeface="Arial"/>
                <a:cs typeface="Arial"/>
              </a:defRPr>
            </a:lvl7pPr>
            <a:lvl8pPr algn="l">
              <a:defRPr sz="1950" b="0">
                <a:solidFill>
                  <a:srgbClr val="112B3A"/>
                </a:solidFill>
                <a:latin typeface="Arial"/>
                <a:ea typeface="Arial"/>
                <a:cs typeface="Arial"/>
              </a:defRPr>
            </a:lvl8pPr>
            <a:lvl9pPr algn="l">
              <a:defRPr sz="1950" b="0">
                <a:solidFill>
                  <a:srgbClr val="112B3A"/>
                </a:solidFill>
                <a:latin typeface="Arial"/>
                <a:ea typeface="Arial"/>
                <a:cs typeface="Arial"/>
              </a:defRPr>
            </a:lvl9pPr>
          </a:lstStyle>
          <a:p xmlns:a="http://schemas.openxmlformats.org/drawingml/2006/main">
            <a:pPr algn="l">
              <a:defRPr sz="1950" b="0">
                <a:solidFill>
                  <a:srgbClr val="112B3A"/>
                </a:solidFill>
                <a:latin typeface="Arial"/>
                <a:ea typeface="Arial"/>
                <a:cs typeface="Arial"/>
              </a:defRPr>
            </a:pPr>
            <a:r>
              <a:rPr sz="1950" b="0">
                <a:solidFill>
                  <a:srgbClr val="112B3A"/>
                </a:solidFill>
                <a:latin typeface="Arial"/>
                <a:ea typeface="Arial"/>
                <a:cs typeface="Arial"/>
              </a:rPr>
              <a:t>Recovery and transfer</a:t>
            </a:r>
          </a:p>
        </p:txBody>
      </p:sp>
      <p:sp>
        <p:nvSpPr>
          <p:cNvPr id="19" name="One decision record. One scoped recovery play">
            <a:extLst xmlns:a="http://schemas.openxmlformats.org/drawingml/2006/main">
              <a:ext uri="{FF2B5EF4-FFF2-40B4-BE49-F238E27FC236}">
                <a16:creationId xmlns:a16="http://schemas.microsoft.com/office/drawing/2014/main" id="{2E98E040-265E-4C75-89BF-DED1608B84AF}"/>
              </a:ext>
            </a:extLst>
          </p:cNvPr>
          <p:cNvSpPr>
            <a:spLocks xmlns:a="http://schemas.openxmlformats.org/drawingml/2006/main" noGrp="1"/>
          </p:cNvSpPr>
          <p:nvPr/>
        </p:nvSpPr>
        <p:spPr>
          <a:xfrm xmlns:a="http://schemas.openxmlformats.org/drawingml/2006/main">
            <a:off x="685800" y="5953125"/>
            <a:ext cx="1019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1">
                <a:solidFill>
                  <a:srgbClr val="112B3A"/>
                </a:solidFill>
                <a:latin typeface="Arial"/>
                <a:ea typeface="Arial"/>
                <a:cs typeface="Arial"/>
              </a:defRPr>
            </a:defPPr>
            <a:lvl1pPr algn="l">
              <a:defRPr sz="1875" b="1">
                <a:solidFill>
                  <a:srgbClr val="112B3A"/>
                </a:solidFill>
                <a:latin typeface="Arial"/>
                <a:ea typeface="Arial"/>
                <a:cs typeface="Arial"/>
              </a:defRPr>
            </a:lvl1pPr>
            <a:lvl2pPr algn="l">
              <a:defRPr sz="1875" b="1">
                <a:solidFill>
                  <a:srgbClr val="112B3A"/>
                </a:solidFill>
                <a:latin typeface="Arial"/>
                <a:ea typeface="Arial"/>
                <a:cs typeface="Arial"/>
              </a:defRPr>
            </a:lvl2pPr>
            <a:lvl3pPr algn="l">
              <a:defRPr sz="1875" b="1">
                <a:solidFill>
                  <a:srgbClr val="112B3A"/>
                </a:solidFill>
                <a:latin typeface="Arial"/>
                <a:ea typeface="Arial"/>
                <a:cs typeface="Arial"/>
              </a:defRPr>
            </a:lvl3pPr>
            <a:lvl4pPr algn="l">
              <a:defRPr sz="1875" b="1">
                <a:solidFill>
                  <a:srgbClr val="112B3A"/>
                </a:solidFill>
                <a:latin typeface="Arial"/>
                <a:ea typeface="Arial"/>
                <a:cs typeface="Arial"/>
              </a:defRPr>
            </a:lvl4pPr>
            <a:lvl5pPr algn="l">
              <a:defRPr sz="1875" b="1">
                <a:solidFill>
                  <a:srgbClr val="112B3A"/>
                </a:solidFill>
                <a:latin typeface="Arial"/>
                <a:ea typeface="Arial"/>
                <a:cs typeface="Arial"/>
              </a:defRPr>
            </a:lvl5pPr>
            <a:lvl6pPr algn="l">
              <a:defRPr sz="1875" b="1">
                <a:solidFill>
                  <a:srgbClr val="112B3A"/>
                </a:solidFill>
                <a:latin typeface="Arial"/>
                <a:ea typeface="Arial"/>
                <a:cs typeface="Arial"/>
              </a:defRPr>
            </a:lvl6pPr>
            <a:lvl7pPr algn="l">
              <a:defRPr sz="1875" b="1">
                <a:solidFill>
                  <a:srgbClr val="112B3A"/>
                </a:solidFill>
                <a:latin typeface="Arial"/>
                <a:ea typeface="Arial"/>
                <a:cs typeface="Arial"/>
              </a:defRPr>
            </a:lvl7pPr>
            <a:lvl8pPr algn="l">
              <a:defRPr sz="1875" b="1">
                <a:solidFill>
                  <a:srgbClr val="112B3A"/>
                </a:solidFill>
                <a:latin typeface="Arial"/>
                <a:ea typeface="Arial"/>
                <a:cs typeface="Arial"/>
              </a:defRPr>
            </a:lvl8pPr>
            <a:lvl9pPr algn="l">
              <a:defRPr sz="1875" b="1">
                <a:solidFill>
                  <a:srgbClr val="112B3A"/>
                </a:solidFill>
                <a:latin typeface="Arial"/>
                <a:ea typeface="Arial"/>
                <a:cs typeface="Arial"/>
              </a:defRPr>
            </a:lvl9pPr>
          </a:lstStyle>
          <a:p xmlns:a="http://schemas.openxmlformats.org/drawingml/2006/main">
            <a:pPr algn="l">
              <a:defRPr sz="1875" b="1">
                <a:solidFill>
                  <a:srgbClr val="112B3A"/>
                </a:solidFill>
                <a:latin typeface="Arial"/>
                <a:ea typeface="Arial"/>
                <a:cs typeface="Arial"/>
              </a:defRPr>
            </a:pPr>
            <a:r>
              <a:rPr sz="1875" b="1">
                <a:solidFill>
                  <a:srgbClr val="112B3A"/>
                </a:solidFill>
                <a:latin typeface="Arial"/>
                <a:ea typeface="Arial"/>
                <a:cs typeface="Arial"/>
              </a:rPr>
              <a:t>One decision record. One scoped recovery playbook.</a:t>
            </a:r>
          </a:p>
        </p:txBody>
      </p:sp>
    </p:spTree>
    <p:extLst>
      <p:ext uri="{BB962C8B-B14F-4D97-AF65-F5344CB8AC3E}">
        <p14:creationId xmlns:p14="http://schemas.microsoft.com/office/powerpoint/2010/main" val="1128095165"/>
      </p:ext>
    </p:extLst>
  </p:cSld>
</p:sld>
</file>

<file path=ppt/slides/slide4.xml><?xml version="1.0" encoding="utf-8"?>
<p:sld xmlns:p="http://schemas.openxmlformats.org/presentationml/2006/main" show="0">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6" name="slide-4-title">
            <a:extLst xmlns:a="http://schemas.openxmlformats.org/drawingml/2006/main">
              <a:ext uri="{FF2B5EF4-FFF2-40B4-BE49-F238E27FC236}">
                <a16:creationId xmlns:a16="http://schemas.microsoft.com/office/drawing/2014/main" id="{415DAA6C-94D4-42D4-A87D-90F28239FCDD}"/>
              </a:ext>
            </a:extLst>
          </p:cNvPr>
          <p:cNvSpPr>
            <a:spLocks xmlns:a="http://schemas.openxmlformats.org/drawingml/2006/main" noGrp="1"/>
          </p:cNvSpPr>
          <p:nvPr/>
        </p:nvSpPr>
        <p:spPr>
          <a:xfrm xmlns:a="http://schemas.openxmlformats.org/drawingml/2006/main">
            <a:off x="609600" y="476250"/>
            <a:ext cx="10858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112B3A"/>
                </a:solidFill>
                <a:latin typeface="Arial"/>
                <a:ea typeface="Arial"/>
                <a:cs typeface="Arial"/>
              </a:defRPr>
            </a:defPPr>
            <a:lvl1pPr algn="l">
              <a:defRPr sz="3150" b="1">
                <a:solidFill>
                  <a:srgbClr val="112B3A"/>
                </a:solidFill>
                <a:latin typeface="Arial"/>
                <a:ea typeface="Arial"/>
                <a:cs typeface="Arial"/>
              </a:defRPr>
            </a:lvl1pPr>
            <a:lvl2pPr algn="l">
              <a:defRPr sz="3150" b="1">
                <a:solidFill>
                  <a:srgbClr val="112B3A"/>
                </a:solidFill>
                <a:latin typeface="Arial"/>
                <a:ea typeface="Arial"/>
                <a:cs typeface="Arial"/>
              </a:defRPr>
            </a:lvl2pPr>
            <a:lvl3pPr algn="l">
              <a:defRPr sz="3150" b="1">
                <a:solidFill>
                  <a:srgbClr val="112B3A"/>
                </a:solidFill>
                <a:latin typeface="Arial"/>
                <a:ea typeface="Arial"/>
                <a:cs typeface="Arial"/>
              </a:defRPr>
            </a:lvl3pPr>
            <a:lvl4pPr algn="l">
              <a:defRPr sz="3150" b="1">
                <a:solidFill>
                  <a:srgbClr val="112B3A"/>
                </a:solidFill>
                <a:latin typeface="Arial"/>
                <a:ea typeface="Arial"/>
                <a:cs typeface="Arial"/>
              </a:defRPr>
            </a:lvl4pPr>
            <a:lvl5pPr algn="l">
              <a:defRPr sz="3150" b="1">
                <a:solidFill>
                  <a:srgbClr val="112B3A"/>
                </a:solidFill>
                <a:latin typeface="Arial"/>
                <a:ea typeface="Arial"/>
                <a:cs typeface="Arial"/>
              </a:defRPr>
            </a:lvl5pPr>
            <a:lvl6pPr algn="l">
              <a:defRPr sz="3150" b="1">
                <a:solidFill>
                  <a:srgbClr val="112B3A"/>
                </a:solidFill>
                <a:latin typeface="Arial"/>
                <a:ea typeface="Arial"/>
                <a:cs typeface="Arial"/>
              </a:defRPr>
            </a:lvl6pPr>
            <a:lvl7pPr algn="l">
              <a:defRPr sz="3150" b="1">
                <a:solidFill>
                  <a:srgbClr val="112B3A"/>
                </a:solidFill>
                <a:latin typeface="Arial"/>
                <a:ea typeface="Arial"/>
                <a:cs typeface="Arial"/>
              </a:defRPr>
            </a:lvl7pPr>
            <a:lvl8pPr algn="l">
              <a:defRPr sz="3150" b="1">
                <a:solidFill>
                  <a:srgbClr val="112B3A"/>
                </a:solidFill>
                <a:latin typeface="Arial"/>
                <a:ea typeface="Arial"/>
                <a:cs typeface="Arial"/>
              </a:defRPr>
            </a:lvl8pPr>
            <a:lvl9pPr algn="l">
              <a:defRPr sz="3150" b="1">
                <a:solidFill>
                  <a:srgbClr val="112B3A"/>
                </a:solidFill>
                <a:latin typeface="Arial"/>
                <a:ea typeface="Arial"/>
                <a:cs typeface="Arial"/>
              </a:defRPr>
            </a:lvl9pPr>
          </a:lstStyle>
          <a:p xmlns:a="http://schemas.openxmlformats.org/drawingml/2006/main">
            <a:pPr algn="l">
              <a:defRPr sz="3150" b="1">
                <a:solidFill>
                  <a:srgbClr val="112B3A"/>
                </a:solidFill>
                <a:latin typeface="Arial"/>
                <a:ea typeface="Arial"/>
                <a:cs typeface="Arial"/>
              </a:defRPr>
            </a:pPr>
            <a:r>
              <a:rPr sz="3150" b="1">
                <a:solidFill>
                  <a:srgbClr val="112B3A"/>
                </a:solidFill>
                <a:latin typeface="Arial"/>
                <a:ea typeface="Arial"/>
                <a:cs typeface="Arial"/>
              </a:rPr>
              <a:t>Two separate AI roles</a:t>
            </a:r>
          </a:p>
        </p:txBody>
      </p:sp>
      <p:sp>
        <p:nvSpPr>
          <p:cNvPr id="2" name="Hidden reference for slide 2">
            <a:extLst xmlns:a="http://schemas.openxmlformats.org/drawingml/2006/main">
              <a:ext uri="{FF2B5EF4-FFF2-40B4-BE49-F238E27FC236}">
                <a16:creationId xmlns:a16="http://schemas.microsoft.com/office/drawing/2014/main" id="{8E1B28FC-B927-4580-AFD6-92B5F63BFE6D}"/>
              </a:ext>
            </a:extLst>
          </p:cNvPr>
          <p:cNvSpPr>
            <a:spLocks xmlns:a="http://schemas.openxmlformats.org/drawingml/2006/main" noGrp="1"/>
          </p:cNvSpPr>
          <p:nvPr/>
        </p:nvSpPr>
        <p:spPr>
          <a:xfrm xmlns:a="http://schemas.openxmlformats.org/drawingml/2006/main">
            <a:off x="647700" y="1257300"/>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a:solidFill>
                  <a:srgbClr val="526875"/>
                </a:solidFill>
                <a:latin typeface="Arial"/>
                <a:ea typeface="Arial"/>
                <a:cs typeface="Arial"/>
              </a:defRPr>
            </a:defPPr>
            <a:lvl1pPr algn="l">
              <a:defRPr sz="1500" b="0">
                <a:solidFill>
                  <a:srgbClr val="526875"/>
                </a:solidFill>
                <a:latin typeface="Arial"/>
                <a:ea typeface="Arial"/>
                <a:cs typeface="Arial"/>
              </a:defRPr>
            </a:lvl1pPr>
            <a:lvl2pPr algn="l">
              <a:defRPr sz="1500" b="0">
                <a:solidFill>
                  <a:srgbClr val="526875"/>
                </a:solidFill>
                <a:latin typeface="Arial"/>
                <a:ea typeface="Arial"/>
                <a:cs typeface="Arial"/>
              </a:defRPr>
            </a:lvl2pPr>
            <a:lvl3pPr algn="l">
              <a:defRPr sz="1500" b="0">
                <a:solidFill>
                  <a:srgbClr val="526875"/>
                </a:solidFill>
                <a:latin typeface="Arial"/>
                <a:ea typeface="Arial"/>
                <a:cs typeface="Arial"/>
              </a:defRPr>
            </a:lvl3pPr>
            <a:lvl4pPr algn="l">
              <a:defRPr sz="1500" b="0">
                <a:solidFill>
                  <a:srgbClr val="526875"/>
                </a:solidFill>
                <a:latin typeface="Arial"/>
                <a:ea typeface="Arial"/>
                <a:cs typeface="Arial"/>
              </a:defRPr>
            </a:lvl4pPr>
            <a:lvl5pPr algn="l">
              <a:defRPr sz="1500" b="0">
                <a:solidFill>
                  <a:srgbClr val="526875"/>
                </a:solidFill>
                <a:latin typeface="Arial"/>
                <a:ea typeface="Arial"/>
                <a:cs typeface="Arial"/>
              </a:defRPr>
            </a:lvl5pPr>
            <a:lvl6pPr algn="l">
              <a:defRPr sz="1500" b="0">
                <a:solidFill>
                  <a:srgbClr val="526875"/>
                </a:solidFill>
                <a:latin typeface="Arial"/>
                <a:ea typeface="Arial"/>
                <a:cs typeface="Arial"/>
              </a:defRPr>
            </a:lvl6pPr>
            <a:lvl7pPr algn="l">
              <a:defRPr sz="1500" b="0">
                <a:solidFill>
                  <a:srgbClr val="526875"/>
                </a:solidFill>
                <a:latin typeface="Arial"/>
                <a:ea typeface="Arial"/>
                <a:cs typeface="Arial"/>
              </a:defRPr>
            </a:lvl7pPr>
            <a:lvl8pPr algn="l">
              <a:defRPr sz="1500" b="0">
                <a:solidFill>
                  <a:srgbClr val="526875"/>
                </a:solidFill>
                <a:latin typeface="Arial"/>
                <a:ea typeface="Arial"/>
                <a:cs typeface="Arial"/>
              </a:defRPr>
            </a:lvl8pPr>
            <a:lvl9pPr algn="l">
              <a:defRPr sz="1500" b="0">
                <a:solidFill>
                  <a:srgbClr val="526875"/>
                </a:solidFill>
                <a:latin typeface="Arial"/>
                <a:ea typeface="Arial"/>
                <a:cs typeface="Arial"/>
              </a:defRPr>
            </a:lvl9pPr>
          </a:lstStyle>
          <a:p xmlns:a="http://schemas.openxmlformats.org/drawingml/2006/main">
            <a:pPr algn="l">
              <a:defRPr sz="1500" b="0">
                <a:solidFill>
                  <a:srgbClr val="526875"/>
                </a:solidFill>
                <a:latin typeface="Arial"/>
                <a:ea typeface="Arial"/>
                <a:cs typeface="Arial"/>
              </a:defRPr>
            </a:pPr>
            <a:r>
              <a:rPr sz="1500" b="0">
                <a:solidFill>
                  <a:srgbClr val="526875"/>
                </a:solidFill>
                <a:latin typeface="Arial"/>
                <a:ea typeface="Arial"/>
                <a:cs typeface="Arial"/>
              </a:rPr>
              <a:t>Hidden reference for slide 2</a:t>
            </a:r>
          </a:p>
        </p:txBody>
      </p:sp>
      <p:sp>
        <p:nvSpPr>
          <p:cNvPr id="3" name="04">
            <a:extLst xmlns:a="http://schemas.openxmlformats.org/drawingml/2006/main">
              <a:ext uri="{FF2B5EF4-FFF2-40B4-BE49-F238E27FC236}">
                <a16:creationId xmlns:a16="http://schemas.microsoft.com/office/drawing/2014/main" id="{9032599F-145B-4CD0-BF5B-07AB93921A3E}"/>
              </a:ext>
            </a:extLst>
          </p:cNvPr>
          <p:cNvSpPr>
            <a:spLocks xmlns:a="http://schemas.openxmlformats.org/drawingml/2006/main" noGrp="1"/>
          </p:cNvSpPr>
          <p:nvPr/>
        </p:nvSpPr>
        <p:spPr>
          <a:xfrm xmlns:a="http://schemas.openxmlformats.org/drawingml/2006/main">
            <a:off x="11172825" y="641032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0">
                <a:solidFill>
                  <a:srgbClr val="526875"/>
                </a:solidFill>
                <a:latin typeface="Arial"/>
                <a:ea typeface="Arial"/>
                <a:cs typeface="Arial"/>
              </a:defRPr>
            </a:defPPr>
            <a:lvl1pPr algn="r">
              <a:defRPr sz="975" b="0">
                <a:solidFill>
                  <a:srgbClr val="526875"/>
                </a:solidFill>
                <a:latin typeface="Arial"/>
                <a:ea typeface="Arial"/>
                <a:cs typeface="Arial"/>
              </a:defRPr>
            </a:lvl1pPr>
            <a:lvl2pPr algn="r">
              <a:defRPr sz="975" b="0">
                <a:solidFill>
                  <a:srgbClr val="526875"/>
                </a:solidFill>
                <a:latin typeface="Arial"/>
                <a:ea typeface="Arial"/>
                <a:cs typeface="Arial"/>
              </a:defRPr>
            </a:lvl2pPr>
            <a:lvl3pPr algn="r">
              <a:defRPr sz="975" b="0">
                <a:solidFill>
                  <a:srgbClr val="526875"/>
                </a:solidFill>
                <a:latin typeface="Arial"/>
                <a:ea typeface="Arial"/>
                <a:cs typeface="Arial"/>
              </a:defRPr>
            </a:lvl3pPr>
            <a:lvl4pPr algn="r">
              <a:defRPr sz="975" b="0">
                <a:solidFill>
                  <a:srgbClr val="526875"/>
                </a:solidFill>
                <a:latin typeface="Arial"/>
                <a:ea typeface="Arial"/>
                <a:cs typeface="Arial"/>
              </a:defRPr>
            </a:lvl4pPr>
            <a:lvl5pPr algn="r">
              <a:defRPr sz="975" b="0">
                <a:solidFill>
                  <a:srgbClr val="526875"/>
                </a:solidFill>
                <a:latin typeface="Arial"/>
                <a:ea typeface="Arial"/>
                <a:cs typeface="Arial"/>
              </a:defRPr>
            </a:lvl5pPr>
            <a:lvl6pPr algn="r">
              <a:defRPr sz="975" b="0">
                <a:solidFill>
                  <a:srgbClr val="526875"/>
                </a:solidFill>
                <a:latin typeface="Arial"/>
                <a:ea typeface="Arial"/>
                <a:cs typeface="Arial"/>
              </a:defRPr>
            </a:lvl6pPr>
            <a:lvl7pPr algn="r">
              <a:defRPr sz="975" b="0">
                <a:solidFill>
                  <a:srgbClr val="526875"/>
                </a:solidFill>
                <a:latin typeface="Arial"/>
                <a:ea typeface="Arial"/>
                <a:cs typeface="Arial"/>
              </a:defRPr>
            </a:lvl7pPr>
            <a:lvl8pPr algn="r">
              <a:defRPr sz="975" b="0">
                <a:solidFill>
                  <a:srgbClr val="526875"/>
                </a:solidFill>
                <a:latin typeface="Arial"/>
                <a:ea typeface="Arial"/>
                <a:cs typeface="Arial"/>
              </a:defRPr>
            </a:lvl8pPr>
            <a:lvl9pPr algn="r">
              <a:defRPr sz="975" b="0">
                <a:solidFill>
                  <a:srgbClr val="526875"/>
                </a:solidFill>
                <a:latin typeface="Arial"/>
                <a:ea typeface="Arial"/>
                <a:cs typeface="Arial"/>
              </a:defRPr>
            </a:lvl9pPr>
          </a:lstStyle>
          <a:p xmlns:a="http://schemas.openxmlformats.org/drawingml/2006/main">
            <a:pPr algn="r">
              <a:defRPr sz="975" b="0">
                <a:solidFill>
                  <a:srgbClr val="526875"/>
                </a:solidFill>
                <a:latin typeface="Arial"/>
                <a:ea typeface="Arial"/>
                <a:cs typeface="Arial"/>
              </a:defRPr>
            </a:pPr>
            <a:r>
              <a:rPr sz="975" b="0">
                <a:solidFill>
                  <a:srgbClr val="526875"/>
                </a:solidFill>
                <a:latin typeface="Arial"/>
                <a:ea typeface="Arial"/>
                <a:cs typeface="Arial"/>
              </a:rPr>
              <a:t>04</a:t>
            </a:r>
          </a:p>
        </p:txBody>
      </p:sp>
      <p:graphicFrame>
        <p:nvGraphicFramePr>
          <p:cNvPr id="4" name="">
            <a:extLst xmlns:a="http://schemas.openxmlformats.org/drawingml/2006/main">
              <a:ext uri="{FF2B5EF4-FFF2-40B4-BE49-F238E27FC236}">
                <a16:creationId xmlns:a16="http://schemas.microsoft.com/office/drawing/2014/main" id="{C6AC32D0-F64A-4C35-B7A4-FAC47E771643}"/>
              </a:ext>
            </a:extLst>
          </p:cNvPr>
          <p:cNvGraphicFramePr/>
          <p:nvPr/>
        </p:nvGraphicFramePr>
        <p:xfrm>
          <a:off xmlns:a="http://schemas.openxmlformats.org/drawingml/2006/main" x="723900" y="2095500"/>
          <a:ext xmlns:a="http://schemas.openxmlformats.org/drawingml/2006/main" cx="10744200" cy="3190875"/>
        </p:xfrm>
        <a:graphic xmlns:a="http://schemas.openxmlformats.org/drawingml/2006/main">
          <a:graphicData uri="http://schemas.openxmlformats.org/drawingml/2006/table">
            <a:tbl>
              <a:tblPr firstRow="1" bandRow="0"/>
              <a:tblGrid>
                <a:gridCol w="5372100"/>
                <a:gridCol w="5372100"/>
              </a:tblGrid>
              <a:tr h="797719">
                <a:tc>
                  <a:txBody>
                    <a:bodyPr/>
                    <a:lstStyle/>
                    <a:p>
                      <a:r>
                        <a:rPr sz="1800" b="1">
                          <a:solidFill>
                            <a:srgbClr val="FFFFFF"/>
                          </a:solidFill>
                          <a:latin typeface="Arial"/>
                          <a:ea typeface="Arial"/>
                          <a:cs typeface="Arial"/>
                        </a:rPr>
                        <a:t>Workload AI</a:t>
                      </a:r>
                    </a:p>
                  </a:txBody>
                  <a:tcPr marL="91440" marR="91440" marT="45720" marB="45720">
                    <a:lnL w="9525">
                      <a:solidFill>
                        <a:srgbClr val="D7DCD8"/>
                      </a:solidFill>
                      <a:prstDash val="solid"/>
                    </a:lnL>
                    <a:lnR w="9525">
                      <a:solidFill>
                        <a:srgbClr val="D7DCD8"/>
                      </a:solidFill>
                      <a:prstDash val="solid"/>
                    </a:lnR>
                    <a:lnT w="9525">
                      <a:solidFill>
                        <a:srgbClr val="D7DCD8"/>
                      </a:solidFill>
                      <a:prstDash val="solid"/>
                    </a:lnT>
                    <a:lnB w="9525">
                      <a:solidFill>
                        <a:srgbClr val="D7DCD8"/>
                      </a:solidFill>
                      <a:prstDash val="solid"/>
                    </a:lnB>
                    <a:solidFill>
                      <a:srgbClr val="123148"/>
                    </a:solidFill>
                  </a:tcPr>
                </a:tc>
                <a:tc>
                  <a:txBody>
                    <a:bodyPr/>
                    <a:lstStyle/>
                    <a:p>
                      <a:r>
                        <a:rPr sz="1800" b="1">
                          <a:solidFill>
                            <a:srgbClr val="FFFFFF"/>
                          </a:solidFill>
                          <a:latin typeface="Arial"/>
                          <a:ea typeface="Arial"/>
                          <a:cs typeface="Arial"/>
                        </a:rPr>
                        <a:t>Policy-writing model</a:t>
                      </a:r>
                    </a:p>
                  </a:txBody>
                  <a:tcPr marL="91440" marR="91440" marT="45720" marB="45720">
                    <a:lnR w="9525">
                      <a:solidFill>
                        <a:srgbClr val="D7DCD8"/>
                      </a:solidFill>
                      <a:prstDash val="solid"/>
                    </a:lnR>
                    <a:lnT w="9525">
                      <a:solidFill>
                        <a:srgbClr val="D7DCD8"/>
                      </a:solidFill>
                      <a:prstDash val="solid"/>
                    </a:lnT>
                    <a:lnB w="9525">
                      <a:solidFill>
                        <a:srgbClr val="D7DCD8"/>
                      </a:solidFill>
                      <a:prstDash val="solid"/>
                    </a:lnB>
                    <a:solidFill>
                      <a:srgbClr val="123148"/>
                    </a:solidFill>
                  </a:tcPr>
                </a:tc>
              </a:tr>
              <a:tr h="797719">
                <a:tc>
                  <a:txBody>
                    <a:bodyPr/>
                    <a:lstStyle/>
                    <a:p>
                      <a:r>
                        <a:rPr sz="1875" b="1">
                          <a:solidFill>
                            <a:srgbClr val="112B3A"/>
                          </a:solidFill>
                          <a:latin typeface="Arial"/>
                          <a:ea typeface="Arial"/>
                          <a:cs typeface="Arial"/>
                        </a:rPr>
                        <a:t>Acts through application tools and API identity</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FFFFFF"/>
                    </a:solidFill>
                  </a:tcPr>
                </a:tc>
                <a:tc>
                  <a:txBody>
                    <a:bodyPr/>
                    <a:lstStyle/>
                    <a:p>
                      <a:r>
                        <a:rPr sz="1875" b="0">
                          <a:solidFill>
                            <a:srgbClr val="112B3A"/>
                          </a:solidFill>
                          <a:latin typeface="Arial"/>
                          <a:ea typeface="Arial"/>
                          <a:cs typeface="Arial"/>
                        </a:rPr>
                        <a:t>Selects from the control catalog</a:t>
                      </a:r>
                    </a:p>
                  </a:txBody>
                  <a:tcPr marL="91440" marR="91440" marT="45720" marB="45720">
                    <a:lnR w="9525">
                      <a:solidFill>
                        <a:srgbClr val="D7DCD8"/>
                      </a:solidFill>
                      <a:prstDash val="solid"/>
                    </a:lnR>
                    <a:lnB w="9525">
                      <a:solidFill>
                        <a:srgbClr val="D7DCD8"/>
                      </a:solidFill>
                      <a:prstDash val="solid"/>
                    </a:lnB>
                    <a:solidFill>
                      <a:srgbClr val="FFFFFF"/>
                    </a:solidFill>
                  </a:tcPr>
                </a:tc>
              </a:tr>
              <a:tr h="797719">
                <a:tc>
                  <a:txBody>
                    <a:bodyPr/>
                    <a:lstStyle/>
                    <a:p>
                      <a:r>
                        <a:rPr sz="1875" b="1">
                          <a:solidFill>
                            <a:srgbClr val="112B3A"/>
                          </a:solidFill>
                          <a:latin typeface="Arial"/>
                          <a:ea typeface="Arial"/>
                          <a:cs typeface="Arial"/>
                        </a:rPr>
                        <a:t>May receive untrusted input</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E2EDEB"/>
                    </a:solidFill>
                  </a:tcPr>
                </a:tc>
                <a:tc>
                  <a:txBody>
                    <a:bodyPr/>
                    <a:lstStyle/>
                    <a:p>
                      <a:r>
                        <a:rPr sz="1875" b="0">
                          <a:solidFill>
                            <a:srgbClr val="112B3A"/>
                          </a:solidFill>
                          <a:latin typeface="Arial"/>
                          <a:ea typeface="Arial"/>
                          <a:cs typeface="Arial"/>
                        </a:rPr>
                        <a:t>Proposes a review bundle</a:t>
                      </a:r>
                    </a:p>
                  </a:txBody>
                  <a:tcPr marL="91440" marR="91440" marT="45720" marB="45720">
                    <a:lnR w="9525">
                      <a:solidFill>
                        <a:srgbClr val="D7DCD8"/>
                      </a:solidFill>
                      <a:prstDash val="solid"/>
                    </a:lnR>
                    <a:lnB w="9525">
                      <a:solidFill>
                        <a:srgbClr val="D7DCD8"/>
                      </a:solidFill>
                      <a:prstDash val="solid"/>
                    </a:lnB>
                    <a:solidFill>
                      <a:srgbClr val="E2EDEB"/>
                    </a:solidFill>
                  </a:tcPr>
                </a:tc>
              </a:tr>
              <a:tr h="797719">
                <a:tc>
                  <a:txBody>
                    <a:bodyPr/>
                    <a:lstStyle/>
                    <a:p>
                      <a:r>
                        <a:rPr sz="1875" b="1">
                          <a:solidFill>
                            <a:srgbClr val="112B3A"/>
                          </a:solidFill>
                          <a:latin typeface="Arial"/>
                          <a:ea typeface="Arial"/>
                          <a:cs typeface="Arial"/>
                        </a:rPr>
                        <a:t>Incident scope varies by case</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FFFFFF"/>
                    </a:solidFill>
                  </a:tcPr>
                </a:tc>
                <a:tc>
                  <a:txBody>
                    <a:bodyPr/>
                    <a:lstStyle/>
                    <a:p>
                      <a:r>
                        <a:rPr sz="1875" b="0">
                          <a:solidFill>
                            <a:srgbClr val="112B3A"/>
                          </a:solidFill>
                          <a:latin typeface="Arial"/>
                          <a:ea typeface="Arial"/>
                          <a:cs typeface="Arial"/>
                        </a:rPr>
                        <a:t>Cannot authorize deployment</a:t>
                      </a:r>
                    </a:p>
                  </a:txBody>
                  <a:tcPr marL="91440" marR="91440" marT="45720" marB="45720">
                    <a:lnR w="9525">
                      <a:solidFill>
                        <a:srgbClr val="D7DCD8"/>
                      </a:solidFill>
                      <a:prstDash val="solid"/>
                    </a:lnR>
                    <a:lnB w="9525">
                      <a:solidFill>
                        <a:srgbClr val="D7DCD8"/>
                      </a:solidFill>
                      <a:prstDash val="solid"/>
                    </a:lnB>
                    <a:solidFill>
                      <a:srgbClr val="FFFFFF"/>
                    </a:solidFill>
                  </a:tcPr>
                </a:tc>
              </a:tr>
            </a:tbl>
          </a:graphicData>
        </a:graphic>
      </p:graphicFrame>
      <p:sp>
        <p:nvSpPr>
          <p:cNvPr id="5" name="Incident command owns the response decision">
            <a:extLst xmlns:a="http://schemas.openxmlformats.org/drawingml/2006/main">
              <a:ext uri="{FF2B5EF4-FFF2-40B4-BE49-F238E27FC236}">
                <a16:creationId xmlns:a16="http://schemas.microsoft.com/office/drawing/2014/main" id="{6528E3C7-0409-407C-9D44-5C752AC52C57}"/>
              </a:ext>
            </a:extLst>
          </p:cNvPr>
          <p:cNvSpPr>
            <a:spLocks xmlns:a="http://schemas.openxmlformats.org/drawingml/2006/main" noGrp="1"/>
          </p:cNvSpPr>
          <p:nvPr/>
        </p:nvSpPr>
        <p:spPr>
          <a:xfrm xmlns:a="http://schemas.openxmlformats.org/drawingml/2006/main">
            <a:off x="723900" y="5781675"/>
            <a:ext cx="10287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1">
                <a:solidFill>
                  <a:srgbClr val="12846B"/>
                </a:solidFill>
                <a:latin typeface="Arial"/>
                <a:ea typeface="Arial"/>
                <a:cs typeface="Arial"/>
              </a:defRPr>
            </a:defPPr>
            <a:lvl1pPr algn="l">
              <a:defRPr sz="2025" b="1">
                <a:solidFill>
                  <a:srgbClr val="12846B"/>
                </a:solidFill>
                <a:latin typeface="Arial"/>
                <a:ea typeface="Arial"/>
                <a:cs typeface="Arial"/>
              </a:defRPr>
            </a:lvl1pPr>
            <a:lvl2pPr algn="l">
              <a:defRPr sz="2025" b="1">
                <a:solidFill>
                  <a:srgbClr val="12846B"/>
                </a:solidFill>
                <a:latin typeface="Arial"/>
                <a:ea typeface="Arial"/>
                <a:cs typeface="Arial"/>
              </a:defRPr>
            </a:lvl2pPr>
            <a:lvl3pPr algn="l">
              <a:defRPr sz="2025" b="1">
                <a:solidFill>
                  <a:srgbClr val="12846B"/>
                </a:solidFill>
                <a:latin typeface="Arial"/>
                <a:ea typeface="Arial"/>
                <a:cs typeface="Arial"/>
              </a:defRPr>
            </a:lvl3pPr>
            <a:lvl4pPr algn="l">
              <a:defRPr sz="2025" b="1">
                <a:solidFill>
                  <a:srgbClr val="12846B"/>
                </a:solidFill>
                <a:latin typeface="Arial"/>
                <a:ea typeface="Arial"/>
                <a:cs typeface="Arial"/>
              </a:defRPr>
            </a:lvl4pPr>
            <a:lvl5pPr algn="l">
              <a:defRPr sz="2025" b="1">
                <a:solidFill>
                  <a:srgbClr val="12846B"/>
                </a:solidFill>
                <a:latin typeface="Arial"/>
                <a:ea typeface="Arial"/>
                <a:cs typeface="Arial"/>
              </a:defRPr>
            </a:lvl5pPr>
            <a:lvl6pPr algn="l">
              <a:defRPr sz="2025" b="1">
                <a:solidFill>
                  <a:srgbClr val="12846B"/>
                </a:solidFill>
                <a:latin typeface="Arial"/>
                <a:ea typeface="Arial"/>
                <a:cs typeface="Arial"/>
              </a:defRPr>
            </a:lvl6pPr>
            <a:lvl7pPr algn="l">
              <a:defRPr sz="2025" b="1">
                <a:solidFill>
                  <a:srgbClr val="12846B"/>
                </a:solidFill>
                <a:latin typeface="Arial"/>
                <a:ea typeface="Arial"/>
                <a:cs typeface="Arial"/>
              </a:defRPr>
            </a:lvl7pPr>
            <a:lvl8pPr algn="l">
              <a:defRPr sz="2025" b="1">
                <a:solidFill>
                  <a:srgbClr val="12846B"/>
                </a:solidFill>
                <a:latin typeface="Arial"/>
                <a:ea typeface="Arial"/>
                <a:cs typeface="Arial"/>
              </a:defRPr>
            </a:lvl8pPr>
            <a:lvl9pPr algn="l">
              <a:defRPr sz="2025" b="1">
                <a:solidFill>
                  <a:srgbClr val="12846B"/>
                </a:solidFill>
                <a:latin typeface="Arial"/>
                <a:ea typeface="Arial"/>
                <a:cs typeface="Arial"/>
              </a:defRPr>
            </a:lvl9pPr>
          </a:lstStyle>
          <a:p xmlns:a="http://schemas.openxmlformats.org/drawingml/2006/main">
            <a:pPr algn="l">
              <a:defRPr sz="2025" b="1">
                <a:solidFill>
                  <a:srgbClr val="12846B"/>
                </a:solidFill>
                <a:latin typeface="Arial"/>
                <a:ea typeface="Arial"/>
                <a:cs typeface="Arial"/>
              </a:defRPr>
            </a:pPr>
            <a:r>
              <a:rPr sz="2025" b="1">
                <a:solidFill>
                  <a:srgbClr val="12846B"/>
                </a:solidFill>
                <a:latin typeface="Arial"/>
                <a:ea typeface="Arial"/>
                <a:cs typeface="Arial"/>
              </a:rPr>
              <a:t>Incident command owns the response decision</a:t>
            </a:r>
          </a:p>
        </p:txBody>
      </p:sp>
    </p:spTree>
    <p:extLst>
      <p:ext uri="{BB962C8B-B14F-4D97-AF65-F5344CB8AC3E}">
        <p14:creationId xmlns:p14="http://schemas.microsoft.com/office/powerpoint/2010/main" val="1438002502"/>
      </p:ext>
    </p:extLst>
  </p:cSld>
</p:sld>
</file>

<file path=ppt/slides/slide5.xml><?xml version="1.0" encoding="utf-8"?>
<p:sld xmlns:p="http://schemas.openxmlformats.org/presentationml/2006/main">
  <p:cSld>
    <p:bg>
      <p:bgPr>
        <a:solidFill xmlns:a="http://schemas.openxmlformats.org/drawingml/2006/main">
          <a:srgbClr val="081A29"/>
        </a:solidFill>
      </p:bgPr>
    </p:bg>
    <p:spTree>
      <p:nvGrpSpPr>
        <p:cNvPr id="1" name=""/>
        <p:cNvGrpSpPr/>
        <p:nvPr/>
      </p:nvGrpSpPr>
      <p:grpSpPr>
        <a:xfrm xmlns:a="http://schemas.openxmlformats.org/drawingml/2006/main"/>
      </p:grpSpPr>
      <p:sp>
        <p:nvSpPr>
          <p:cNvPr id="18" name="slide-5-title">
            <a:extLst xmlns:a="http://schemas.openxmlformats.org/drawingml/2006/main">
              <a:ext uri="{FF2B5EF4-FFF2-40B4-BE49-F238E27FC236}">
                <a16:creationId xmlns:a16="http://schemas.microsoft.com/office/drawing/2014/main" id="{18AEDE8D-E745-421D-BA5D-215AD5259488}"/>
              </a:ext>
            </a:extLst>
          </p:cNvPr>
          <p:cNvSpPr>
            <a:spLocks xmlns:a="http://schemas.openxmlformats.org/drawingml/2006/main" noGrp="1"/>
          </p:cNvSpPr>
          <p:nvPr/>
        </p:nvSpPr>
        <p:spPr>
          <a:xfrm xmlns:a="http://schemas.openxmlformats.org/drawingml/2006/main">
            <a:off x="609600" y="476250"/>
            <a:ext cx="10858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FFFFFF"/>
                </a:solidFill>
                <a:latin typeface="Arial"/>
                <a:ea typeface="Arial"/>
                <a:cs typeface="Arial"/>
              </a:defRPr>
            </a:defPPr>
            <a:lvl1pPr algn="l">
              <a:defRPr sz="3150" b="1">
                <a:solidFill>
                  <a:srgbClr val="FFFFFF"/>
                </a:solidFill>
                <a:latin typeface="Arial"/>
                <a:ea typeface="Arial"/>
                <a:cs typeface="Arial"/>
              </a:defRPr>
            </a:lvl1pPr>
            <a:lvl2pPr algn="l">
              <a:defRPr sz="3150" b="1">
                <a:solidFill>
                  <a:srgbClr val="FFFFFF"/>
                </a:solidFill>
                <a:latin typeface="Arial"/>
                <a:ea typeface="Arial"/>
                <a:cs typeface="Arial"/>
              </a:defRPr>
            </a:lvl2pPr>
            <a:lvl3pPr algn="l">
              <a:defRPr sz="3150" b="1">
                <a:solidFill>
                  <a:srgbClr val="FFFFFF"/>
                </a:solidFill>
                <a:latin typeface="Arial"/>
                <a:ea typeface="Arial"/>
                <a:cs typeface="Arial"/>
              </a:defRPr>
            </a:lvl3pPr>
            <a:lvl4pPr algn="l">
              <a:defRPr sz="3150" b="1">
                <a:solidFill>
                  <a:srgbClr val="FFFFFF"/>
                </a:solidFill>
                <a:latin typeface="Arial"/>
                <a:ea typeface="Arial"/>
                <a:cs typeface="Arial"/>
              </a:defRPr>
            </a:lvl4pPr>
            <a:lvl5pPr algn="l">
              <a:defRPr sz="3150" b="1">
                <a:solidFill>
                  <a:srgbClr val="FFFFFF"/>
                </a:solidFill>
                <a:latin typeface="Arial"/>
                <a:ea typeface="Arial"/>
                <a:cs typeface="Arial"/>
              </a:defRPr>
            </a:lvl5pPr>
            <a:lvl6pPr algn="l">
              <a:defRPr sz="3150" b="1">
                <a:solidFill>
                  <a:srgbClr val="FFFFFF"/>
                </a:solidFill>
                <a:latin typeface="Arial"/>
                <a:ea typeface="Arial"/>
                <a:cs typeface="Arial"/>
              </a:defRPr>
            </a:lvl6pPr>
            <a:lvl7pPr algn="l">
              <a:defRPr sz="3150" b="1">
                <a:solidFill>
                  <a:srgbClr val="FFFFFF"/>
                </a:solidFill>
                <a:latin typeface="Arial"/>
                <a:ea typeface="Arial"/>
                <a:cs typeface="Arial"/>
              </a:defRPr>
            </a:lvl7pPr>
            <a:lvl8pPr algn="l">
              <a:defRPr sz="3150" b="1">
                <a:solidFill>
                  <a:srgbClr val="FFFFFF"/>
                </a:solidFill>
                <a:latin typeface="Arial"/>
                <a:ea typeface="Arial"/>
                <a:cs typeface="Arial"/>
              </a:defRPr>
            </a:lvl8pPr>
            <a:lvl9pPr algn="l">
              <a:defRPr sz="3150" b="1">
                <a:solidFill>
                  <a:srgbClr val="FFFFFF"/>
                </a:solidFill>
                <a:latin typeface="Arial"/>
                <a:ea typeface="Arial"/>
                <a:cs typeface="Arial"/>
              </a:defRPr>
            </a:lvl9pPr>
          </a:lstStyle>
          <a:p xmlns:a="http://schemas.openxmlformats.org/drawingml/2006/main">
            <a:pPr algn="l">
              <a:defRPr sz="3150" b="1">
                <a:solidFill>
                  <a:srgbClr val="FFFFFF"/>
                </a:solidFill>
                <a:latin typeface="Arial"/>
                <a:ea typeface="Arial"/>
                <a:cs typeface="Arial"/>
              </a:defRPr>
            </a:pPr>
            <a:r>
              <a:rPr sz="3150" b="1">
                <a:solidFill>
                  <a:srgbClr val="FFFFFF"/>
                </a:solidFill>
                <a:latin typeface="Arial"/>
                <a:ea typeface="Arial"/>
                <a:cs typeface="Arial"/>
              </a:rPr>
              <a:t>The shared Kubernetes platform</a:t>
            </a:r>
          </a:p>
        </p:txBody>
      </p:sp>
      <p:sp>
        <p:nvSpPr>
          <p:cNvPr id="2" name="Agent placement and identity sharing vary by ">
            <a:extLst xmlns:a="http://schemas.openxmlformats.org/drawingml/2006/main">
              <a:ext uri="{FF2B5EF4-FFF2-40B4-BE49-F238E27FC236}">
                <a16:creationId xmlns:a16="http://schemas.microsoft.com/office/drawing/2014/main" id="{4611241A-7230-4C85-B0FD-1DC352ADB5B3}"/>
              </a:ext>
            </a:extLst>
          </p:cNvPr>
          <p:cNvSpPr>
            <a:spLocks xmlns:a="http://schemas.openxmlformats.org/drawingml/2006/main" noGrp="1"/>
          </p:cNvSpPr>
          <p:nvPr/>
        </p:nvSpPr>
        <p:spPr>
          <a:xfrm xmlns:a="http://schemas.openxmlformats.org/drawingml/2006/main">
            <a:off x="647700" y="1257300"/>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a:solidFill>
                  <a:srgbClr val="37D5BE"/>
                </a:solidFill>
                <a:latin typeface="Arial"/>
                <a:ea typeface="Arial"/>
                <a:cs typeface="Arial"/>
              </a:defRPr>
            </a:defPPr>
            <a:lvl1pPr algn="l">
              <a:defRPr sz="1500" b="0">
                <a:solidFill>
                  <a:srgbClr val="37D5BE"/>
                </a:solidFill>
                <a:latin typeface="Arial"/>
                <a:ea typeface="Arial"/>
                <a:cs typeface="Arial"/>
              </a:defRPr>
            </a:lvl1pPr>
            <a:lvl2pPr algn="l">
              <a:defRPr sz="1500" b="0">
                <a:solidFill>
                  <a:srgbClr val="37D5BE"/>
                </a:solidFill>
                <a:latin typeface="Arial"/>
                <a:ea typeface="Arial"/>
                <a:cs typeface="Arial"/>
              </a:defRPr>
            </a:lvl2pPr>
            <a:lvl3pPr algn="l">
              <a:defRPr sz="1500" b="0">
                <a:solidFill>
                  <a:srgbClr val="37D5BE"/>
                </a:solidFill>
                <a:latin typeface="Arial"/>
                <a:ea typeface="Arial"/>
                <a:cs typeface="Arial"/>
              </a:defRPr>
            </a:lvl3pPr>
            <a:lvl4pPr algn="l">
              <a:defRPr sz="1500" b="0">
                <a:solidFill>
                  <a:srgbClr val="37D5BE"/>
                </a:solidFill>
                <a:latin typeface="Arial"/>
                <a:ea typeface="Arial"/>
                <a:cs typeface="Arial"/>
              </a:defRPr>
            </a:lvl4pPr>
            <a:lvl5pPr algn="l">
              <a:defRPr sz="1500" b="0">
                <a:solidFill>
                  <a:srgbClr val="37D5BE"/>
                </a:solidFill>
                <a:latin typeface="Arial"/>
                <a:ea typeface="Arial"/>
                <a:cs typeface="Arial"/>
              </a:defRPr>
            </a:lvl5pPr>
            <a:lvl6pPr algn="l">
              <a:defRPr sz="1500" b="0">
                <a:solidFill>
                  <a:srgbClr val="37D5BE"/>
                </a:solidFill>
                <a:latin typeface="Arial"/>
                <a:ea typeface="Arial"/>
                <a:cs typeface="Arial"/>
              </a:defRPr>
            </a:lvl6pPr>
            <a:lvl7pPr algn="l">
              <a:defRPr sz="1500" b="0">
                <a:solidFill>
                  <a:srgbClr val="37D5BE"/>
                </a:solidFill>
                <a:latin typeface="Arial"/>
                <a:ea typeface="Arial"/>
                <a:cs typeface="Arial"/>
              </a:defRPr>
            </a:lvl7pPr>
            <a:lvl8pPr algn="l">
              <a:defRPr sz="1500" b="0">
                <a:solidFill>
                  <a:srgbClr val="37D5BE"/>
                </a:solidFill>
                <a:latin typeface="Arial"/>
                <a:ea typeface="Arial"/>
                <a:cs typeface="Arial"/>
              </a:defRPr>
            </a:lvl8pPr>
            <a:lvl9pPr algn="l">
              <a:defRPr sz="1500" b="0">
                <a:solidFill>
                  <a:srgbClr val="37D5BE"/>
                </a:solidFill>
                <a:latin typeface="Arial"/>
                <a:ea typeface="Arial"/>
                <a:cs typeface="Arial"/>
              </a:defRPr>
            </a:lvl9pPr>
          </a:lstStyle>
          <a:p xmlns:a="http://schemas.openxmlformats.org/drawingml/2006/main">
            <a:pPr algn="l">
              <a:defRPr sz="1500" b="0">
                <a:solidFill>
                  <a:srgbClr val="37D5BE"/>
                </a:solidFill>
                <a:latin typeface="Arial"/>
                <a:ea typeface="Arial"/>
                <a:cs typeface="Arial"/>
              </a:defRPr>
            </a:pPr>
            <a:r>
              <a:rPr sz="1500" b="0">
                <a:solidFill>
                  <a:srgbClr val="37D5BE"/>
                </a:solidFill>
                <a:latin typeface="Arial"/>
                <a:ea typeface="Arial"/>
                <a:cs typeface="Arial"/>
              </a:rPr>
              <a:t>Agent placement and identity sharing vary by case</a:t>
            </a:r>
          </a:p>
        </p:txBody>
      </p:sp>
      <p:sp>
        <p:nvSpPr>
          <p:cNvPr id="3" name="05">
            <a:extLst xmlns:a="http://schemas.openxmlformats.org/drawingml/2006/main">
              <a:ext uri="{FF2B5EF4-FFF2-40B4-BE49-F238E27FC236}">
                <a16:creationId xmlns:a16="http://schemas.microsoft.com/office/drawing/2014/main" id="{E388F082-2E4B-4E95-B681-8A355A8885B7}"/>
              </a:ext>
            </a:extLst>
          </p:cNvPr>
          <p:cNvSpPr>
            <a:spLocks xmlns:a="http://schemas.openxmlformats.org/drawingml/2006/main" noGrp="1"/>
          </p:cNvSpPr>
          <p:nvPr/>
        </p:nvSpPr>
        <p:spPr>
          <a:xfrm xmlns:a="http://schemas.openxmlformats.org/drawingml/2006/main">
            <a:off x="11172825" y="641032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0">
                <a:solidFill>
                  <a:srgbClr val="A8C1CA"/>
                </a:solidFill>
                <a:latin typeface="Arial"/>
                <a:ea typeface="Arial"/>
                <a:cs typeface="Arial"/>
              </a:defRPr>
            </a:defPPr>
            <a:lvl1pPr algn="r">
              <a:defRPr sz="975" b="0">
                <a:solidFill>
                  <a:srgbClr val="A8C1CA"/>
                </a:solidFill>
                <a:latin typeface="Arial"/>
                <a:ea typeface="Arial"/>
                <a:cs typeface="Arial"/>
              </a:defRPr>
            </a:lvl1pPr>
            <a:lvl2pPr algn="r">
              <a:defRPr sz="975" b="0">
                <a:solidFill>
                  <a:srgbClr val="A8C1CA"/>
                </a:solidFill>
                <a:latin typeface="Arial"/>
                <a:ea typeface="Arial"/>
                <a:cs typeface="Arial"/>
              </a:defRPr>
            </a:lvl2pPr>
            <a:lvl3pPr algn="r">
              <a:defRPr sz="975" b="0">
                <a:solidFill>
                  <a:srgbClr val="A8C1CA"/>
                </a:solidFill>
                <a:latin typeface="Arial"/>
                <a:ea typeface="Arial"/>
                <a:cs typeface="Arial"/>
              </a:defRPr>
            </a:lvl3pPr>
            <a:lvl4pPr algn="r">
              <a:defRPr sz="975" b="0">
                <a:solidFill>
                  <a:srgbClr val="A8C1CA"/>
                </a:solidFill>
                <a:latin typeface="Arial"/>
                <a:ea typeface="Arial"/>
                <a:cs typeface="Arial"/>
              </a:defRPr>
            </a:lvl4pPr>
            <a:lvl5pPr algn="r">
              <a:defRPr sz="975" b="0">
                <a:solidFill>
                  <a:srgbClr val="A8C1CA"/>
                </a:solidFill>
                <a:latin typeface="Arial"/>
                <a:ea typeface="Arial"/>
                <a:cs typeface="Arial"/>
              </a:defRPr>
            </a:lvl5pPr>
            <a:lvl6pPr algn="r">
              <a:defRPr sz="975" b="0">
                <a:solidFill>
                  <a:srgbClr val="A8C1CA"/>
                </a:solidFill>
                <a:latin typeface="Arial"/>
                <a:ea typeface="Arial"/>
                <a:cs typeface="Arial"/>
              </a:defRPr>
            </a:lvl6pPr>
            <a:lvl7pPr algn="r">
              <a:defRPr sz="975" b="0">
                <a:solidFill>
                  <a:srgbClr val="A8C1CA"/>
                </a:solidFill>
                <a:latin typeface="Arial"/>
                <a:ea typeface="Arial"/>
                <a:cs typeface="Arial"/>
              </a:defRPr>
            </a:lvl7pPr>
            <a:lvl8pPr algn="r">
              <a:defRPr sz="975" b="0">
                <a:solidFill>
                  <a:srgbClr val="A8C1CA"/>
                </a:solidFill>
                <a:latin typeface="Arial"/>
                <a:ea typeface="Arial"/>
                <a:cs typeface="Arial"/>
              </a:defRPr>
            </a:lvl8pPr>
            <a:lvl9pPr algn="r">
              <a:defRPr sz="975" b="0">
                <a:solidFill>
                  <a:srgbClr val="A8C1CA"/>
                </a:solidFill>
                <a:latin typeface="Arial"/>
                <a:ea typeface="Arial"/>
                <a:cs typeface="Arial"/>
              </a:defRPr>
            </a:lvl9pPr>
          </a:lstStyle>
          <a:p xmlns:a="http://schemas.openxmlformats.org/drawingml/2006/main">
            <a:pPr algn="r">
              <a:defRPr sz="975" b="0">
                <a:solidFill>
                  <a:srgbClr val="A8C1CA"/>
                </a:solidFill>
                <a:latin typeface="Arial"/>
                <a:ea typeface="Arial"/>
                <a:cs typeface="Arial"/>
              </a:defRPr>
            </a:pPr>
            <a:r>
              <a:rPr sz="975" b="0">
                <a:solidFill>
                  <a:srgbClr val="A8C1CA"/>
                </a:solidFill>
                <a:latin typeface="Arial"/>
                <a:ea typeface="Arial"/>
                <a:cs typeface="Arial"/>
              </a:rPr>
              <a:t>05</a:t>
            </a:r>
          </a:p>
        </p:txBody>
      </p:sp>
      <p:sp>
        <p:nvSpPr>
          <p:cNvPr id="4" name="cluster-boundary">
            <a:extLst xmlns:a="http://schemas.openxmlformats.org/drawingml/2006/main">
              <a:ext uri="{FF2B5EF4-FFF2-40B4-BE49-F238E27FC236}">
                <a16:creationId xmlns:a16="http://schemas.microsoft.com/office/drawing/2014/main" id="{2F344C82-E9B9-4FF8-BBD9-C76551ED3844}"/>
              </a:ext>
            </a:extLst>
          </p:cNvPr>
          <p:cNvSpPr>
            <a:spLocks xmlns:a="http://schemas.openxmlformats.org/drawingml/2006/main" noGrp="1"/>
          </p:cNvSpPr>
          <p:nvPr/>
        </p:nvSpPr>
        <p:spPr>
          <a:xfrm xmlns:a="http://schemas.openxmlformats.org/drawingml/2006/main">
            <a:off x="657225" y="1971675"/>
            <a:ext cx="10839450" cy="3362325"/>
          </a:xfrm>
          <a:prstGeom xmlns:a="http://schemas.openxmlformats.org/drawingml/2006/main" prst="rect">
            <a:avLst/>
          </a:prstGeom>
          <a:noFill xmlns:a="http://schemas.openxmlformats.org/drawingml/2006/main"/>
          <a:ln xmlns:a="http://schemas.openxmlformats.org/drawingml/2006/main" w="19050">
            <a:solidFill>
              <a:srgbClr val="5C8391"/>
            </a:solidFill>
            <a:prstDash val="solid"/>
          </a:ln>
        </p:spPr>
      </p:sp>
      <p:sp>
        <p:nvSpPr>
          <p:cNvPr id="5" name="payments namespace">
            <a:extLst xmlns:a="http://schemas.openxmlformats.org/drawingml/2006/main">
              <a:ext uri="{FF2B5EF4-FFF2-40B4-BE49-F238E27FC236}">
                <a16:creationId xmlns:a16="http://schemas.microsoft.com/office/drawing/2014/main" id="{830BD282-D0B6-4BA1-83EC-F0B003CCC18D}"/>
              </a:ext>
            </a:extLst>
          </p:cNvPr>
          <p:cNvSpPr>
            <a:spLocks xmlns:a="http://schemas.openxmlformats.org/drawingml/2006/main" noGrp="1"/>
          </p:cNvSpPr>
          <p:nvPr/>
        </p:nvSpPr>
        <p:spPr>
          <a:xfrm xmlns:a="http://schemas.openxmlformats.org/drawingml/2006/main">
            <a:off x="866775" y="2124075"/>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1">
                <a:solidFill>
                  <a:srgbClr val="37D5BE"/>
                </a:solidFill>
                <a:latin typeface="Arial"/>
                <a:ea typeface="Arial"/>
                <a:cs typeface="Arial"/>
              </a:defRPr>
            </a:defPPr>
            <a:lvl1pPr algn="l">
              <a:defRPr sz="1875" b="1">
                <a:solidFill>
                  <a:srgbClr val="37D5BE"/>
                </a:solidFill>
                <a:latin typeface="Arial"/>
                <a:ea typeface="Arial"/>
                <a:cs typeface="Arial"/>
              </a:defRPr>
            </a:lvl1pPr>
            <a:lvl2pPr algn="l">
              <a:defRPr sz="1875" b="1">
                <a:solidFill>
                  <a:srgbClr val="37D5BE"/>
                </a:solidFill>
                <a:latin typeface="Arial"/>
                <a:ea typeface="Arial"/>
                <a:cs typeface="Arial"/>
              </a:defRPr>
            </a:lvl2pPr>
            <a:lvl3pPr algn="l">
              <a:defRPr sz="1875" b="1">
                <a:solidFill>
                  <a:srgbClr val="37D5BE"/>
                </a:solidFill>
                <a:latin typeface="Arial"/>
                <a:ea typeface="Arial"/>
                <a:cs typeface="Arial"/>
              </a:defRPr>
            </a:lvl3pPr>
            <a:lvl4pPr algn="l">
              <a:defRPr sz="1875" b="1">
                <a:solidFill>
                  <a:srgbClr val="37D5BE"/>
                </a:solidFill>
                <a:latin typeface="Arial"/>
                <a:ea typeface="Arial"/>
                <a:cs typeface="Arial"/>
              </a:defRPr>
            </a:lvl4pPr>
            <a:lvl5pPr algn="l">
              <a:defRPr sz="1875" b="1">
                <a:solidFill>
                  <a:srgbClr val="37D5BE"/>
                </a:solidFill>
                <a:latin typeface="Arial"/>
                <a:ea typeface="Arial"/>
                <a:cs typeface="Arial"/>
              </a:defRPr>
            </a:lvl5pPr>
            <a:lvl6pPr algn="l">
              <a:defRPr sz="1875" b="1">
                <a:solidFill>
                  <a:srgbClr val="37D5BE"/>
                </a:solidFill>
                <a:latin typeface="Arial"/>
                <a:ea typeface="Arial"/>
                <a:cs typeface="Arial"/>
              </a:defRPr>
            </a:lvl6pPr>
            <a:lvl7pPr algn="l">
              <a:defRPr sz="1875" b="1">
                <a:solidFill>
                  <a:srgbClr val="37D5BE"/>
                </a:solidFill>
                <a:latin typeface="Arial"/>
                <a:ea typeface="Arial"/>
                <a:cs typeface="Arial"/>
              </a:defRPr>
            </a:lvl7pPr>
            <a:lvl8pPr algn="l">
              <a:defRPr sz="1875" b="1">
                <a:solidFill>
                  <a:srgbClr val="37D5BE"/>
                </a:solidFill>
                <a:latin typeface="Arial"/>
                <a:ea typeface="Arial"/>
                <a:cs typeface="Arial"/>
              </a:defRPr>
            </a:lvl8pPr>
            <a:lvl9pPr algn="l">
              <a:defRPr sz="1875" b="1">
                <a:solidFill>
                  <a:srgbClr val="37D5BE"/>
                </a:solidFill>
                <a:latin typeface="Arial"/>
                <a:ea typeface="Arial"/>
                <a:cs typeface="Arial"/>
              </a:defRPr>
            </a:lvl9pPr>
          </a:lstStyle>
          <a:p xmlns:a="http://schemas.openxmlformats.org/drawingml/2006/main">
            <a:pPr algn="l">
              <a:defRPr sz="1875" b="1">
                <a:solidFill>
                  <a:srgbClr val="37D5BE"/>
                </a:solidFill>
                <a:latin typeface="Arial"/>
                <a:ea typeface="Arial"/>
                <a:cs typeface="Arial"/>
              </a:defRPr>
            </a:pPr>
            <a:r>
              <a:rPr sz="1875" b="1">
                <a:solidFill>
                  <a:srgbClr val="37D5BE"/>
                </a:solidFill>
                <a:latin typeface="Arial"/>
                <a:ea typeface="Arial"/>
                <a:cs typeface="Arial"/>
              </a:rPr>
              <a:t>payments namespace</a:t>
            </a:r>
          </a:p>
        </p:txBody>
      </p:sp>
      <p:sp>
        <p:nvSpPr>
          <p:cNvPr id="6" name="editable-diagram-node">
            <a:extLst xmlns:a="http://schemas.openxmlformats.org/drawingml/2006/main">
              <a:ext uri="{FF2B5EF4-FFF2-40B4-BE49-F238E27FC236}">
                <a16:creationId xmlns:a16="http://schemas.microsoft.com/office/drawing/2014/main" id="{67D7F909-A148-4F21-A3AE-94156AED70D9}"/>
              </a:ext>
            </a:extLst>
          </p:cNvPr>
          <p:cNvSpPr>
            <a:spLocks xmlns:a="http://schemas.openxmlformats.org/drawingml/2006/main" noGrp="1"/>
          </p:cNvSpPr>
          <p:nvPr/>
        </p:nvSpPr>
        <p:spPr>
          <a:xfrm xmlns:a="http://schemas.openxmlformats.org/drawingml/2006/main">
            <a:off x="952500" y="2771775"/>
            <a:ext cx="1847850" cy="819150"/>
          </a:xfrm>
          <a:prstGeom xmlns:a="http://schemas.openxmlformats.org/drawingml/2006/main" prst="rect">
            <a:avLst/>
          </a:prstGeom>
          <a:solidFill xmlns:a="http://schemas.openxmlformats.org/drawingml/2006/main">
            <a:srgbClr val="123148"/>
          </a:solidFill>
          <a:ln xmlns:a="http://schemas.openxmlformats.org/drawingml/2006/main" w="19050">
            <a:solidFill>
              <a:srgbClr val="37D5BE"/>
            </a:solidFill>
            <a:prstDash val="solid"/>
          </a:ln>
        </p:spPr>
      </p:sp>
      <p:sp>
        <p:nvSpPr>
          <p:cNvPr id="7" name="Pod 1">
            <a:extLst xmlns:a="http://schemas.openxmlformats.org/drawingml/2006/main">
              <a:ext uri="{FF2B5EF4-FFF2-40B4-BE49-F238E27FC236}">
                <a16:creationId xmlns:a16="http://schemas.microsoft.com/office/drawing/2014/main" id="{7EEF172F-A73C-4063-9C2E-93D12174165D}"/>
              </a:ext>
            </a:extLst>
          </p:cNvPr>
          <p:cNvSpPr>
            <a:spLocks xmlns:a="http://schemas.openxmlformats.org/drawingml/2006/main" noGrp="1"/>
          </p:cNvSpPr>
          <p:nvPr/>
        </p:nvSpPr>
        <p:spPr>
          <a:xfrm xmlns:a="http://schemas.openxmlformats.org/drawingml/2006/main">
            <a:off x="1066800" y="2933700"/>
            <a:ext cx="1619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Pod 1</a:t>
            </a:r>
          </a:p>
        </p:txBody>
      </p:sp>
      <p:sp>
        <p:nvSpPr>
          <p:cNvPr id="8" name="editable-diagram-node">
            <a:extLst xmlns:a="http://schemas.openxmlformats.org/drawingml/2006/main">
              <a:ext uri="{FF2B5EF4-FFF2-40B4-BE49-F238E27FC236}">
                <a16:creationId xmlns:a16="http://schemas.microsoft.com/office/drawing/2014/main" id="{97FA2ED6-2168-49F2-8DC9-C1F57F1A714E}"/>
              </a:ext>
            </a:extLst>
          </p:cNvPr>
          <p:cNvSpPr>
            <a:spLocks xmlns:a="http://schemas.openxmlformats.org/drawingml/2006/main" noGrp="1"/>
          </p:cNvSpPr>
          <p:nvPr/>
        </p:nvSpPr>
        <p:spPr>
          <a:xfrm xmlns:a="http://schemas.openxmlformats.org/drawingml/2006/main">
            <a:off x="3181350" y="2771775"/>
            <a:ext cx="1847850" cy="819150"/>
          </a:xfrm>
          <a:prstGeom xmlns:a="http://schemas.openxmlformats.org/drawingml/2006/main" prst="rect">
            <a:avLst/>
          </a:prstGeom>
          <a:solidFill xmlns:a="http://schemas.openxmlformats.org/drawingml/2006/main">
            <a:srgbClr val="123148"/>
          </a:solidFill>
          <a:ln xmlns:a="http://schemas.openxmlformats.org/drawingml/2006/main" w="19050">
            <a:solidFill>
              <a:srgbClr val="37D5BE"/>
            </a:solidFill>
            <a:prstDash val="solid"/>
          </a:ln>
        </p:spPr>
      </p:sp>
      <p:sp>
        <p:nvSpPr>
          <p:cNvPr id="9" name="Pod 2">
            <a:extLst xmlns:a="http://schemas.openxmlformats.org/drawingml/2006/main">
              <a:ext uri="{FF2B5EF4-FFF2-40B4-BE49-F238E27FC236}">
                <a16:creationId xmlns:a16="http://schemas.microsoft.com/office/drawing/2014/main" id="{F75DD0BC-EE1C-4401-8EAB-F8B1FB0A1876}"/>
              </a:ext>
            </a:extLst>
          </p:cNvPr>
          <p:cNvSpPr>
            <a:spLocks xmlns:a="http://schemas.openxmlformats.org/drawingml/2006/main" noGrp="1"/>
          </p:cNvSpPr>
          <p:nvPr/>
        </p:nvSpPr>
        <p:spPr>
          <a:xfrm xmlns:a="http://schemas.openxmlformats.org/drawingml/2006/main">
            <a:off x="3295650" y="2933700"/>
            <a:ext cx="1619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Pod 2</a:t>
            </a:r>
          </a:p>
        </p:txBody>
      </p:sp>
      <p:sp>
        <p:nvSpPr>
          <p:cNvPr id="10" name="editable-diagram-node">
            <a:extLst xmlns:a="http://schemas.openxmlformats.org/drawingml/2006/main">
              <a:ext uri="{FF2B5EF4-FFF2-40B4-BE49-F238E27FC236}">
                <a16:creationId xmlns:a16="http://schemas.microsoft.com/office/drawing/2014/main" id="{3C935CD5-6577-415A-BBB6-02270052CB9F}"/>
              </a:ext>
            </a:extLst>
          </p:cNvPr>
          <p:cNvSpPr>
            <a:spLocks xmlns:a="http://schemas.openxmlformats.org/drawingml/2006/main" noGrp="1"/>
          </p:cNvSpPr>
          <p:nvPr/>
        </p:nvSpPr>
        <p:spPr>
          <a:xfrm xmlns:a="http://schemas.openxmlformats.org/drawingml/2006/main">
            <a:off x="5410200" y="2771775"/>
            <a:ext cx="1847850" cy="819150"/>
          </a:xfrm>
          <a:prstGeom xmlns:a="http://schemas.openxmlformats.org/drawingml/2006/main" prst="rect">
            <a:avLst/>
          </a:prstGeom>
          <a:solidFill xmlns:a="http://schemas.openxmlformats.org/drawingml/2006/main">
            <a:srgbClr val="123148"/>
          </a:solidFill>
          <a:ln xmlns:a="http://schemas.openxmlformats.org/drawingml/2006/main" w="19050">
            <a:solidFill>
              <a:srgbClr val="37D5BE"/>
            </a:solidFill>
            <a:prstDash val="solid"/>
          </a:ln>
        </p:spPr>
      </p:sp>
      <p:sp>
        <p:nvSpPr>
          <p:cNvPr id="11" name="Pod 3">
            <a:extLst xmlns:a="http://schemas.openxmlformats.org/drawingml/2006/main">
              <a:ext uri="{FF2B5EF4-FFF2-40B4-BE49-F238E27FC236}">
                <a16:creationId xmlns:a16="http://schemas.microsoft.com/office/drawing/2014/main" id="{3F2006AD-B11D-4CA1-8A7D-69E9F3986FA9}"/>
              </a:ext>
            </a:extLst>
          </p:cNvPr>
          <p:cNvSpPr>
            <a:spLocks xmlns:a="http://schemas.openxmlformats.org/drawingml/2006/main" noGrp="1"/>
          </p:cNvSpPr>
          <p:nvPr/>
        </p:nvSpPr>
        <p:spPr>
          <a:xfrm xmlns:a="http://schemas.openxmlformats.org/drawingml/2006/main">
            <a:off x="5524500" y="2933700"/>
            <a:ext cx="1619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Pod 3</a:t>
            </a:r>
          </a:p>
        </p:txBody>
      </p:sp>
      <p:sp>
        <p:nvSpPr>
          <p:cNvPr id="12" name="Payment API: 3 copies, keep 2 Ready">
            <a:extLst xmlns:a="http://schemas.openxmlformats.org/drawingml/2006/main">
              <a:ext uri="{FF2B5EF4-FFF2-40B4-BE49-F238E27FC236}">
                <a16:creationId xmlns:a16="http://schemas.microsoft.com/office/drawing/2014/main" id="{D1E9508F-3F65-45B6-917F-F3B3738C5BEA}"/>
              </a:ext>
            </a:extLst>
          </p:cNvPr>
          <p:cNvSpPr>
            <a:spLocks xmlns:a="http://schemas.openxmlformats.org/drawingml/2006/main" noGrp="1"/>
          </p:cNvSpPr>
          <p:nvPr/>
        </p:nvSpPr>
        <p:spPr>
          <a:xfrm xmlns:a="http://schemas.openxmlformats.org/drawingml/2006/main">
            <a:off x="1000125" y="3867150"/>
            <a:ext cx="657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1">
                <a:solidFill>
                  <a:srgbClr val="FFFFFF"/>
                </a:solidFill>
                <a:latin typeface="Arial"/>
                <a:ea typeface="Arial"/>
                <a:cs typeface="Arial"/>
              </a:defRPr>
            </a:defPPr>
            <a:lvl1pPr algn="l">
              <a:defRPr sz="2025" b="1">
                <a:solidFill>
                  <a:srgbClr val="FFFFFF"/>
                </a:solidFill>
                <a:latin typeface="Arial"/>
                <a:ea typeface="Arial"/>
                <a:cs typeface="Arial"/>
              </a:defRPr>
            </a:lvl1pPr>
            <a:lvl2pPr algn="l">
              <a:defRPr sz="2025" b="1">
                <a:solidFill>
                  <a:srgbClr val="FFFFFF"/>
                </a:solidFill>
                <a:latin typeface="Arial"/>
                <a:ea typeface="Arial"/>
                <a:cs typeface="Arial"/>
              </a:defRPr>
            </a:lvl2pPr>
            <a:lvl3pPr algn="l">
              <a:defRPr sz="2025" b="1">
                <a:solidFill>
                  <a:srgbClr val="FFFFFF"/>
                </a:solidFill>
                <a:latin typeface="Arial"/>
                <a:ea typeface="Arial"/>
                <a:cs typeface="Arial"/>
              </a:defRPr>
            </a:lvl3pPr>
            <a:lvl4pPr algn="l">
              <a:defRPr sz="2025" b="1">
                <a:solidFill>
                  <a:srgbClr val="FFFFFF"/>
                </a:solidFill>
                <a:latin typeface="Arial"/>
                <a:ea typeface="Arial"/>
                <a:cs typeface="Arial"/>
              </a:defRPr>
            </a:lvl4pPr>
            <a:lvl5pPr algn="l">
              <a:defRPr sz="2025" b="1">
                <a:solidFill>
                  <a:srgbClr val="FFFFFF"/>
                </a:solidFill>
                <a:latin typeface="Arial"/>
                <a:ea typeface="Arial"/>
                <a:cs typeface="Arial"/>
              </a:defRPr>
            </a:lvl5pPr>
            <a:lvl6pPr algn="l">
              <a:defRPr sz="2025" b="1">
                <a:solidFill>
                  <a:srgbClr val="FFFFFF"/>
                </a:solidFill>
                <a:latin typeface="Arial"/>
                <a:ea typeface="Arial"/>
                <a:cs typeface="Arial"/>
              </a:defRPr>
            </a:lvl6pPr>
            <a:lvl7pPr algn="l">
              <a:defRPr sz="2025" b="1">
                <a:solidFill>
                  <a:srgbClr val="FFFFFF"/>
                </a:solidFill>
                <a:latin typeface="Arial"/>
                <a:ea typeface="Arial"/>
                <a:cs typeface="Arial"/>
              </a:defRPr>
            </a:lvl7pPr>
            <a:lvl8pPr algn="l">
              <a:defRPr sz="2025" b="1">
                <a:solidFill>
                  <a:srgbClr val="FFFFFF"/>
                </a:solidFill>
                <a:latin typeface="Arial"/>
                <a:ea typeface="Arial"/>
                <a:cs typeface="Arial"/>
              </a:defRPr>
            </a:lvl8pPr>
            <a:lvl9pPr algn="l">
              <a:defRPr sz="2025" b="1">
                <a:solidFill>
                  <a:srgbClr val="FFFFFF"/>
                </a:solidFill>
                <a:latin typeface="Arial"/>
                <a:ea typeface="Arial"/>
                <a:cs typeface="Arial"/>
              </a:defRPr>
            </a:lvl9pPr>
          </a:lstStyle>
          <a:p xmlns:a="http://schemas.openxmlformats.org/drawingml/2006/main">
            <a:pPr algn="l">
              <a:defRPr sz="2025" b="1">
                <a:solidFill>
                  <a:srgbClr val="FFFFFF"/>
                </a:solidFill>
                <a:latin typeface="Arial"/>
                <a:ea typeface="Arial"/>
                <a:cs typeface="Arial"/>
              </a:defRPr>
            </a:pPr>
            <a:r>
              <a:rPr sz="2025" b="1">
                <a:solidFill>
                  <a:srgbClr val="FFFFFF"/>
                </a:solidFill>
                <a:latin typeface="Arial"/>
                <a:ea typeface="Arial"/>
                <a:cs typeface="Arial"/>
              </a:rPr>
              <a:t>Payment API: 3 copies, keep 2 Ready</a:t>
            </a:r>
          </a:p>
        </p:txBody>
      </p:sp>
      <p:sp>
        <p:nvSpPr>
          <p:cNvPr id="13" name="editable-diagram-node">
            <a:extLst xmlns:a="http://schemas.openxmlformats.org/drawingml/2006/main">
              <a:ext uri="{FF2B5EF4-FFF2-40B4-BE49-F238E27FC236}">
                <a16:creationId xmlns:a16="http://schemas.microsoft.com/office/drawing/2014/main" id="{EF62B4CA-E1FC-4E6E-AED3-DE4299E99E7C}"/>
              </a:ext>
            </a:extLst>
          </p:cNvPr>
          <p:cNvSpPr>
            <a:spLocks xmlns:a="http://schemas.openxmlformats.org/drawingml/2006/main" noGrp="1"/>
          </p:cNvSpPr>
          <p:nvPr/>
        </p:nvSpPr>
        <p:spPr>
          <a:xfrm xmlns:a="http://schemas.openxmlformats.org/drawingml/2006/main">
            <a:off x="8372475" y="2809875"/>
            <a:ext cx="2457450" cy="781050"/>
          </a:xfrm>
          <a:prstGeom xmlns:a="http://schemas.openxmlformats.org/drawingml/2006/main" prst="rect">
            <a:avLst/>
          </a:prstGeom>
          <a:solidFill xmlns:a="http://schemas.openxmlformats.org/drawingml/2006/main">
            <a:srgbClr val="123148"/>
          </a:solidFill>
          <a:ln xmlns:a="http://schemas.openxmlformats.org/drawingml/2006/main" w="19050">
            <a:solidFill>
              <a:srgbClr val="D99524"/>
            </a:solidFill>
            <a:prstDash val="solid"/>
          </a:ln>
        </p:spPr>
      </p:sp>
      <p:sp>
        <p:nvSpPr>
          <p:cNvPr id="14" name="Required DB">
            <a:extLst xmlns:a="http://schemas.openxmlformats.org/drawingml/2006/main">
              <a:ext uri="{FF2B5EF4-FFF2-40B4-BE49-F238E27FC236}">
                <a16:creationId xmlns:a16="http://schemas.microsoft.com/office/drawing/2014/main" id="{C1C0108A-C45C-415D-B114-AA2A1C0B46A7}"/>
              </a:ext>
            </a:extLst>
          </p:cNvPr>
          <p:cNvSpPr>
            <a:spLocks xmlns:a="http://schemas.openxmlformats.org/drawingml/2006/main" noGrp="1"/>
          </p:cNvSpPr>
          <p:nvPr/>
        </p:nvSpPr>
        <p:spPr>
          <a:xfrm xmlns:a="http://schemas.openxmlformats.org/drawingml/2006/main">
            <a:off x="8486775" y="2971800"/>
            <a:ext cx="2228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Required DB</a:t>
            </a:r>
          </a:p>
        </p:txBody>
      </p:sp>
      <p:sp>
        <p:nvSpPr>
          <p:cNvPr id="15" name="→">
            <a:extLst xmlns:a="http://schemas.openxmlformats.org/drawingml/2006/main">
              <a:ext uri="{FF2B5EF4-FFF2-40B4-BE49-F238E27FC236}">
                <a16:creationId xmlns:a16="http://schemas.microsoft.com/office/drawing/2014/main" id="{67EA0B41-85F5-4CAC-A44D-B1CB7D648537}"/>
              </a:ext>
            </a:extLst>
          </p:cNvPr>
          <p:cNvSpPr>
            <a:spLocks xmlns:a="http://schemas.openxmlformats.org/drawingml/2006/main" noGrp="1"/>
          </p:cNvSpPr>
          <p:nvPr/>
        </p:nvSpPr>
        <p:spPr>
          <a:xfrm xmlns:a="http://schemas.openxmlformats.org/drawingml/2006/main">
            <a:off x="7572375" y="2943225"/>
            <a:ext cx="685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850" b="1">
                <a:solidFill>
                  <a:srgbClr val="D99524"/>
                </a:solidFill>
                <a:latin typeface="Arial"/>
                <a:ea typeface="Arial"/>
                <a:cs typeface="Arial"/>
              </a:defRPr>
            </a:defPPr>
            <a:lvl1pPr algn="ctr">
              <a:defRPr sz="2850" b="1">
                <a:solidFill>
                  <a:srgbClr val="D99524"/>
                </a:solidFill>
                <a:latin typeface="Arial"/>
                <a:ea typeface="Arial"/>
                <a:cs typeface="Arial"/>
              </a:defRPr>
            </a:lvl1pPr>
            <a:lvl2pPr algn="ctr">
              <a:defRPr sz="2850" b="1">
                <a:solidFill>
                  <a:srgbClr val="D99524"/>
                </a:solidFill>
                <a:latin typeface="Arial"/>
                <a:ea typeface="Arial"/>
                <a:cs typeface="Arial"/>
              </a:defRPr>
            </a:lvl2pPr>
            <a:lvl3pPr algn="ctr">
              <a:defRPr sz="2850" b="1">
                <a:solidFill>
                  <a:srgbClr val="D99524"/>
                </a:solidFill>
                <a:latin typeface="Arial"/>
                <a:ea typeface="Arial"/>
                <a:cs typeface="Arial"/>
              </a:defRPr>
            </a:lvl3pPr>
            <a:lvl4pPr algn="ctr">
              <a:defRPr sz="2850" b="1">
                <a:solidFill>
                  <a:srgbClr val="D99524"/>
                </a:solidFill>
                <a:latin typeface="Arial"/>
                <a:ea typeface="Arial"/>
                <a:cs typeface="Arial"/>
              </a:defRPr>
            </a:lvl4pPr>
            <a:lvl5pPr algn="ctr">
              <a:defRPr sz="2850" b="1">
                <a:solidFill>
                  <a:srgbClr val="D99524"/>
                </a:solidFill>
                <a:latin typeface="Arial"/>
                <a:ea typeface="Arial"/>
                <a:cs typeface="Arial"/>
              </a:defRPr>
            </a:lvl5pPr>
            <a:lvl6pPr algn="ctr">
              <a:defRPr sz="2850" b="1">
                <a:solidFill>
                  <a:srgbClr val="D99524"/>
                </a:solidFill>
                <a:latin typeface="Arial"/>
                <a:ea typeface="Arial"/>
                <a:cs typeface="Arial"/>
              </a:defRPr>
            </a:lvl6pPr>
            <a:lvl7pPr algn="ctr">
              <a:defRPr sz="2850" b="1">
                <a:solidFill>
                  <a:srgbClr val="D99524"/>
                </a:solidFill>
                <a:latin typeface="Arial"/>
                <a:ea typeface="Arial"/>
                <a:cs typeface="Arial"/>
              </a:defRPr>
            </a:lvl7pPr>
            <a:lvl8pPr algn="ctr">
              <a:defRPr sz="2850" b="1">
                <a:solidFill>
                  <a:srgbClr val="D99524"/>
                </a:solidFill>
                <a:latin typeface="Arial"/>
                <a:ea typeface="Arial"/>
                <a:cs typeface="Arial"/>
              </a:defRPr>
            </a:lvl8pPr>
            <a:lvl9pPr algn="ctr">
              <a:defRPr sz="2850" b="1">
                <a:solidFill>
                  <a:srgbClr val="D99524"/>
                </a:solidFill>
                <a:latin typeface="Arial"/>
                <a:ea typeface="Arial"/>
                <a:cs typeface="Arial"/>
              </a:defRPr>
            </a:lvl9pPr>
          </a:lstStyle>
          <a:p xmlns:a="http://schemas.openxmlformats.org/drawingml/2006/main">
            <a:pPr algn="ctr">
              <a:defRPr sz="2850" b="1">
                <a:solidFill>
                  <a:srgbClr val="D99524"/>
                </a:solidFill>
                <a:latin typeface="Arial"/>
                <a:ea typeface="Arial"/>
                <a:cs typeface="Arial"/>
              </a:defRPr>
            </a:pPr>
            <a:r>
              <a:rPr sz="2850" b="1">
                <a:solidFill>
                  <a:srgbClr val="D99524"/>
                </a:solidFill>
                <a:latin typeface="Arial"/>
                <a:ea typeface="Arial"/>
                <a:cs typeface="Arial"/>
              </a:rPr>
              <a:t>→</a:t>
            </a:r>
          </a:p>
        </p:txBody>
      </p:sp>
      <p:sp>
        <p:nvSpPr>
          <p:cNvPr id="16" name="Shared API plane and agent identities">
            <a:extLst xmlns:a="http://schemas.openxmlformats.org/drawingml/2006/main">
              <a:ext uri="{FF2B5EF4-FFF2-40B4-BE49-F238E27FC236}">
                <a16:creationId xmlns:a16="http://schemas.microsoft.com/office/drawing/2014/main" id="{1B96620F-7C66-4FD6-8C89-BB04018D633B}"/>
              </a:ext>
            </a:extLst>
          </p:cNvPr>
          <p:cNvSpPr>
            <a:spLocks xmlns:a="http://schemas.openxmlformats.org/drawingml/2006/main" noGrp="1"/>
          </p:cNvSpPr>
          <p:nvPr/>
        </p:nvSpPr>
        <p:spPr>
          <a:xfrm xmlns:a="http://schemas.openxmlformats.org/drawingml/2006/main">
            <a:off x="1000125" y="4600575"/>
            <a:ext cx="933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0">
                <a:solidFill>
                  <a:srgbClr val="FFFFFF"/>
                </a:solidFill>
                <a:latin typeface="Arial"/>
                <a:ea typeface="Arial"/>
                <a:cs typeface="Arial"/>
              </a:defRPr>
            </a:defPPr>
            <a:lvl1pPr algn="l">
              <a:defRPr sz="1950" b="0">
                <a:solidFill>
                  <a:srgbClr val="FFFFFF"/>
                </a:solidFill>
                <a:latin typeface="Arial"/>
                <a:ea typeface="Arial"/>
                <a:cs typeface="Arial"/>
              </a:defRPr>
            </a:lvl1pPr>
            <a:lvl2pPr algn="l">
              <a:defRPr sz="1950" b="0">
                <a:solidFill>
                  <a:srgbClr val="FFFFFF"/>
                </a:solidFill>
                <a:latin typeface="Arial"/>
                <a:ea typeface="Arial"/>
                <a:cs typeface="Arial"/>
              </a:defRPr>
            </a:lvl2pPr>
            <a:lvl3pPr algn="l">
              <a:defRPr sz="1950" b="0">
                <a:solidFill>
                  <a:srgbClr val="FFFFFF"/>
                </a:solidFill>
                <a:latin typeface="Arial"/>
                <a:ea typeface="Arial"/>
                <a:cs typeface="Arial"/>
              </a:defRPr>
            </a:lvl3pPr>
            <a:lvl4pPr algn="l">
              <a:defRPr sz="1950" b="0">
                <a:solidFill>
                  <a:srgbClr val="FFFFFF"/>
                </a:solidFill>
                <a:latin typeface="Arial"/>
                <a:ea typeface="Arial"/>
                <a:cs typeface="Arial"/>
              </a:defRPr>
            </a:lvl4pPr>
            <a:lvl5pPr algn="l">
              <a:defRPr sz="1950" b="0">
                <a:solidFill>
                  <a:srgbClr val="FFFFFF"/>
                </a:solidFill>
                <a:latin typeface="Arial"/>
                <a:ea typeface="Arial"/>
                <a:cs typeface="Arial"/>
              </a:defRPr>
            </a:lvl5pPr>
            <a:lvl6pPr algn="l">
              <a:defRPr sz="1950" b="0">
                <a:solidFill>
                  <a:srgbClr val="FFFFFF"/>
                </a:solidFill>
                <a:latin typeface="Arial"/>
                <a:ea typeface="Arial"/>
                <a:cs typeface="Arial"/>
              </a:defRPr>
            </a:lvl6pPr>
            <a:lvl7pPr algn="l">
              <a:defRPr sz="1950" b="0">
                <a:solidFill>
                  <a:srgbClr val="FFFFFF"/>
                </a:solidFill>
                <a:latin typeface="Arial"/>
                <a:ea typeface="Arial"/>
                <a:cs typeface="Arial"/>
              </a:defRPr>
            </a:lvl7pPr>
            <a:lvl8pPr algn="l">
              <a:defRPr sz="1950" b="0">
                <a:solidFill>
                  <a:srgbClr val="FFFFFF"/>
                </a:solidFill>
                <a:latin typeface="Arial"/>
                <a:ea typeface="Arial"/>
                <a:cs typeface="Arial"/>
              </a:defRPr>
            </a:lvl8pPr>
            <a:lvl9pPr algn="l">
              <a:defRPr sz="1950" b="0">
                <a:solidFill>
                  <a:srgbClr val="FFFFFF"/>
                </a:solidFill>
                <a:latin typeface="Arial"/>
                <a:ea typeface="Arial"/>
                <a:cs typeface="Arial"/>
              </a:defRPr>
            </a:lvl9pPr>
          </a:lstStyle>
          <a:p xmlns:a="http://schemas.openxmlformats.org/drawingml/2006/main">
            <a:pPr algn="l">
              <a:defRPr sz="1950" b="0">
                <a:solidFill>
                  <a:srgbClr val="FFFFFF"/>
                </a:solidFill>
                <a:latin typeface="Arial"/>
                <a:ea typeface="Arial"/>
                <a:cs typeface="Arial"/>
              </a:defRPr>
            </a:pPr>
            <a:r>
              <a:rPr sz="1950" b="0">
                <a:solidFill>
                  <a:srgbClr val="FFFFFF"/>
                </a:solidFill>
                <a:latin typeface="Arial"/>
                <a:ea typeface="Arial"/>
                <a:cs typeface="Arial"/>
              </a:rPr>
              <a:t>Shared API plane and agent identities</a:t>
            </a:r>
          </a:p>
        </p:txBody>
      </p:sp>
      <p:sp>
        <p:nvSpPr>
          <p:cNvPr id="17" name="Pod = running unit&#10;Namespace = resource group">
            <a:extLst xmlns:a="http://schemas.openxmlformats.org/drawingml/2006/main">
              <a:ext uri="{FF2B5EF4-FFF2-40B4-BE49-F238E27FC236}">
                <a16:creationId xmlns:a16="http://schemas.microsoft.com/office/drawing/2014/main" id="{A840941F-729D-434F-BF22-D137A61F81FD}"/>
              </a:ext>
            </a:extLst>
          </p:cNvPr>
          <p:cNvSpPr>
            <a:spLocks xmlns:a="http://schemas.openxmlformats.org/drawingml/2006/main" noGrp="1"/>
          </p:cNvSpPr>
          <p:nvPr/>
        </p:nvSpPr>
        <p:spPr>
          <a:xfrm xmlns:a="http://schemas.openxmlformats.org/drawingml/2006/main">
            <a:off x="714375" y="561975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75" b="0">
                <a:solidFill>
                  <a:srgbClr val="FFFFFF"/>
                </a:solidFill>
                <a:latin typeface="Arial"/>
                <a:ea typeface="Arial"/>
                <a:cs typeface="Arial"/>
              </a:defRPr>
            </a:defPPr>
            <a:lvl1pPr algn="l">
              <a:defRPr sz="1575" b="0">
                <a:solidFill>
                  <a:srgbClr val="FFFFFF"/>
                </a:solidFill>
                <a:latin typeface="Arial"/>
                <a:ea typeface="Arial"/>
                <a:cs typeface="Arial"/>
              </a:defRPr>
            </a:lvl1pPr>
            <a:lvl2pPr algn="l">
              <a:defRPr sz="1575" b="0">
                <a:solidFill>
                  <a:srgbClr val="FFFFFF"/>
                </a:solidFill>
                <a:latin typeface="Arial"/>
                <a:ea typeface="Arial"/>
                <a:cs typeface="Arial"/>
              </a:defRPr>
            </a:lvl2pPr>
            <a:lvl3pPr algn="l">
              <a:defRPr sz="1575" b="0">
                <a:solidFill>
                  <a:srgbClr val="FFFFFF"/>
                </a:solidFill>
                <a:latin typeface="Arial"/>
                <a:ea typeface="Arial"/>
                <a:cs typeface="Arial"/>
              </a:defRPr>
            </a:lvl3pPr>
            <a:lvl4pPr algn="l">
              <a:defRPr sz="1575" b="0">
                <a:solidFill>
                  <a:srgbClr val="FFFFFF"/>
                </a:solidFill>
                <a:latin typeface="Arial"/>
                <a:ea typeface="Arial"/>
                <a:cs typeface="Arial"/>
              </a:defRPr>
            </a:lvl4pPr>
            <a:lvl5pPr algn="l">
              <a:defRPr sz="1575" b="0">
                <a:solidFill>
                  <a:srgbClr val="FFFFFF"/>
                </a:solidFill>
                <a:latin typeface="Arial"/>
                <a:ea typeface="Arial"/>
                <a:cs typeface="Arial"/>
              </a:defRPr>
            </a:lvl5pPr>
            <a:lvl6pPr algn="l">
              <a:defRPr sz="1575" b="0">
                <a:solidFill>
                  <a:srgbClr val="FFFFFF"/>
                </a:solidFill>
                <a:latin typeface="Arial"/>
                <a:ea typeface="Arial"/>
                <a:cs typeface="Arial"/>
              </a:defRPr>
            </a:lvl6pPr>
            <a:lvl7pPr algn="l">
              <a:defRPr sz="1575" b="0">
                <a:solidFill>
                  <a:srgbClr val="FFFFFF"/>
                </a:solidFill>
                <a:latin typeface="Arial"/>
                <a:ea typeface="Arial"/>
                <a:cs typeface="Arial"/>
              </a:defRPr>
            </a:lvl7pPr>
            <a:lvl8pPr algn="l">
              <a:defRPr sz="1575" b="0">
                <a:solidFill>
                  <a:srgbClr val="FFFFFF"/>
                </a:solidFill>
                <a:latin typeface="Arial"/>
                <a:ea typeface="Arial"/>
                <a:cs typeface="Arial"/>
              </a:defRPr>
            </a:lvl8pPr>
            <a:lvl9pPr algn="l">
              <a:defRPr sz="1575" b="0">
                <a:solidFill>
                  <a:srgbClr val="FFFFFF"/>
                </a:solidFill>
                <a:latin typeface="Arial"/>
                <a:ea typeface="Arial"/>
                <a:cs typeface="Arial"/>
              </a:defRPr>
            </a:lvl9pPr>
          </a:lstStyle>
          <a:p xmlns:a="http://schemas.openxmlformats.org/drawingml/2006/main">
            <a:pPr algn="l">
              <a:defRPr sz="1575" b="0">
                <a:solidFill>
                  <a:srgbClr val="FFFFFF"/>
                </a:solidFill>
                <a:latin typeface="Arial"/>
                <a:ea typeface="Arial"/>
                <a:cs typeface="Arial"/>
              </a:defRPr>
            </a:pPr>
            <a:r>
              <a:rPr sz="1575" b="0">
                <a:solidFill>
                  <a:srgbClr val="FFFFFF"/>
                </a:solidFill>
                <a:latin typeface="Arial"/>
                <a:ea typeface="Arial"/>
                <a:cs typeface="Arial"/>
              </a:rPr>
              <a:t>Pod = running unit</a:t>
            </a:r>
          </a:p>
          <a:p xmlns:a="http://schemas.openxmlformats.org/drawingml/2006/main">
            <a:pPr algn="l">
              <a:defRPr sz="1575" b="0">
                <a:solidFill>
                  <a:srgbClr val="FFFFFF"/>
                </a:solidFill>
                <a:latin typeface="Arial"/>
                <a:ea typeface="Arial"/>
                <a:cs typeface="Arial"/>
              </a:defRPr>
            </a:pPr>
            <a:r>
              <a:rPr sz="1575" b="0">
                <a:solidFill>
                  <a:srgbClr val="FFFFFF"/>
                </a:solidFill>
                <a:latin typeface="Arial"/>
                <a:ea typeface="Arial"/>
                <a:cs typeface="Arial"/>
              </a:rPr>
              <a:t>Namespace = resource group</a:t>
            </a:r>
          </a:p>
          <a:p xmlns:a="http://schemas.openxmlformats.org/drawingml/2006/main">
            <a:pPr algn="l">
              <a:defRPr sz="1575" b="0">
                <a:solidFill>
                  <a:srgbClr val="FFFFFF"/>
                </a:solidFill>
                <a:latin typeface="Arial"/>
                <a:ea typeface="Arial"/>
                <a:cs typeface="Arial"/>
              </a:defRPr>
            </a:pPr>
            <a:r>
              <a:rPr sz="1575" b="0">
                <a:solidFill>
                  <a:srgbClr val="FFFFFF"/>
                </a:solidFill>
                <a:latin typeface="Arial"/>
                <a:ea typeface="Arial"/>
                <a:cs typeface="Arial"/>
              </a:rPr>
              <a:t>ServiceAccount = API identity</a:t>
            </a:r>
          </a:p>
        </p:txBody>
      </p:sp>
    </p:spTree>
    <p:extLst>
      <p:ext uri="{BB962C8B-B14F-4D97-AF65-F5344CB8AC3E}">
        <p14:creationId xmlns:p14="http://schemas.microsoft.com/office/powerpoint/2010/main" val="311851272"/>
      </p:ext>
    </p:extLst>
  </p:cSld>
</p:sld>
</file>

<file path=ppt/slides/slide6.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19" name="slide-6-title">
            <a:extLst xmlns:a="http://schemas.openxmlformats.org/drawingml/2006/main">
              <a:ext uri="{FF2B5EF4-FFF2-40B4-BE49-F238E27FC236}">
                <a16:creationId xmlns:a16="http://schemas.microsoft.com/office/drawing/2014/main" id="{8764A868-03F3-4EF9-AF34-3839D87B7DC4}"/>
              </a:ext>
            </a:extLst>
          </p:cNvPr>
          <p:cNvSpPr>
            <a:spLocks xmlns:a="http://schemas.openxmlformats.org/drawingml/2006/main" noGrp="1"/>
          </p:cNvSpPr>
          <p:nvPr/>
        </p:nvSpPr>
        <p:spPr>
          <a:xfrm xmlns:a="http://schemas.openxmlformats.org/drawingml/2006/main">
            <a:off x="609600" y="476250"/>
            <a:ext cx="10858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112B3A"/>
                </a:solidFill>
                <a:latin typeface="Arial"/>
                <a:ea typeface="Arial"/>
                <a:cs typeface="Arial"/>
              </a:defRPr>
            </a:defPPr>
            <a:lvl1pPr algn="l">
              <a:defRPr sz="3150" b="1">
                <a:solidFill>
                  <a:srgbClr val="112B3A"/>
                </a:solidFill>
                <a:latin typeface="Arial"/>
                <a:ea typeface="Arial"/>
                <a:cs typeface="Arial"/>
              </a:defRPr>
            </a:lvl1pPr>
            <a:lvl2pPr algn="l">
              <a:defRPr sz="3150" b="1">
                <a:solidFill>
                  <a:srgbClr val="112B3A"/>
                </a:solidFill>
                <a:latin typeface="Arial"/>
                <a:ea typeface="Arial"/>
                <a:cs typeface="Arial"/>
              </a:defRPr>
            </a:lvl2pPr>
            <a:lvl3pPr algn="l">
              <a:defRPr sz="3150" b="1">
                <a:solidFill>
                  <a:srgbClr val="112B3A"/>
                </a:solidFill>
                <a:latin typeface="Arial"/>
                <a:ea typeface="Arial"/>
                <a:cs typeface="Arial"/>
              </a:defRPr>
            </a:lvl3pPr>
            <a:lvl4pPr algn="l">
              <a:defRPr sz="3150" b="1">
                <a:solidFill>
                  <a:srgbClr val="112B3A"/>
                </a:solidFill>
                <a:latin typeface="Arial"/>
                <a:ea typeface="Arial"/>
                <a:cs typeface="Arial"/>
              </a:defRPr>
            </a:lvl4pPr>
            <a:lvl5pPr algn="l">
              <a:defRPr sz="3150" b="1">
                <a:solidFill>
                  <a:srgbClr val="112B3A"/>
                </a:solidFill>
                <a:latin typeface="Arial"/>
                <a:ea typeface="Arial"/>
                <a:cs typeface="Arial"/>
              </a:defRPr>
            </a:lvl5pPr>
            <a:lvl6pPr algn="l">
              <a:defRPr sz="3150" b="1">
                <a:solidFill>
                  <a:srgbClr val="112B3A"/>
                </a:solidFill>
                <a:latin typeface="Arial"/>
                <a:ea typeface="Arial"/>
                <a:cs typeface="Arial"/>
              </a:defRPr>
            </a:lvl6pPr>
            <a:lvl7pPr algn="l">
              <a:defRPr sz="3150" b="1">
                <a:solidFill>
                  <a:srgbClr val="112B3A"/>
                </a:solidFill>
                <a:latin typeface="Arial"/>
                <a:ea typeface="Arial"/>
                <a:cs typeface="Arial"/>
              </a:defRPr>
            </a:lvl7pPr>
            <a:lvl8pPr algn="l">
              <a:defRPr sz="3150" b="1">
                <a:solidFill>
                  <a:srgbClr val="112B3A"/>
                </a:solidFill>
                <a:latin typeface="Arial"/>
                <a:ea typeface="Arial"/>
                <a:cs typeface="Arial"/>
              </a:defRPr>
            </a:lvl8pPr>
            <a:lvl9pPr algn="l">
              <a:defRPr sz="3150" b="1">
                <a:solidFill>
                  <a:srgbClr val="112B3A"/>
                </a:solidFill>
                <a:latin typeface="Arial"/>
                <a:ea typeface="Arial"/>
                <a:cs typeface="Arial"/>
              </a:defRPr>
            </a:lvl9pPr>
          </a:lstStyle>
          <a:p xmlns:a="http://schemas.openxmlformats.org/drawingml/2006/main">
            <a:pPr algn="l">
              <a:defRPr sz="3150" b="1">
                <a:solidFill>
                  <a:srgbClr val="112B3A"/>
                </a:solidFill>
                <a:latin typeface="Arial"/>
                <a:ea typeface="Arial"/>
                <a:cs typeface="Arial"/>
              </a:defRPr>
            </a:pPr>
            <a:r>
              <a:rPr sz="3150" b="1">
                <a:solidFill>
                  <a:srgbClr val="112B3A"/>
                </a:solidFill>
                <a:latin typeface="Arial"/>
                <a:ea typeface="Arial"/>
                <a:cs typeface="Arial"/>
              </a:rPr>
              <a:t>Four control boundaries</a:t>
            </a:r>
          </a:p>
        </p:txBody>
      </p:sp>
      <p:sp>
        <p:nvSpPr>
          <p:cNvPr id="2" name="06">
            <a:extLst xmlns:a="http://schemas.openxmlformats.org/drawingml/2006/main">
              <a:ext uri="{FF2B5EF4-FFF2-40B4-BE49-F238E27FC236}">
                <a16:creationId xmlns:a16="http://schemas.microsoft.com/office/drawing/2014/main" id="{B43C2589-6811-433A-B513-96282DF17461}"/>
              </a:ext>
            </a:extLst>
          </p:cNvPr>
          <p:cNvSpPr>
            <a:spLocks xmlns:a="http://schemas.openxmlformats.org/drawingml/2006/main" noGrp="1"/>
          </p:cNvSpPr>
          <p:nvPr/>
        </p:nvSpPr>
        <p:spPr>
          <a:xfrm xmlns:a="http://schemas.openxmlformats.org/drawingml/2006/main">
            <a:off x="11172825" y="641032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0">
                <a:solidFill>
                  <a:srgbClr val="526875"/>
                </a:solidFill>
                <a:latin typeface="Arial"/>
                <a:ea typeface="Arial"/>
                <a:cs typeface="Arial"/>
              </a:defRPr>
            </a:defPPr>
            <a:lvl1pPr algn="r">
              <a:defRPr sz="975" b="0">
                <a:solidFill>
                  <a:srgbClr val="526875"/>
                </a:solidFill>
                <a:latin typeface="Arial"/>
                <a:ea typeface="Arial"/>
                <a:cs typeface="Arial"/>
              </a:defRPr>
            </a:lvl1pPr>
            <a:lvl2pPr algn="r">
              <a:defRPr sz="975" b="0">
                <a:solidFill>
                  <a:srgbClr val="526875"/>
                </a:solidFill>
                <a:latin typeface="Arial"/>
                <a:ea typeface="Arial"/>
                <a:cs typeface="Arial"/>
              </a:defRPr>
            </a:lvl2pPr>
            <a:lvl3pPr algn="r">
              <a:defRPr sz="975" b="0">
                <a:solidFill>
                  <a:srgbClr val="526875"/>
                </a:solidFill>
                <a:latin typeface="Arial"/>
                <a:ea typeface="Arial"/>
                <a:cs typeface="Arial"/>
              </a:defRPr>
            </a:lvl3pPr>
            <a:lvl4pPr algn="r">
              <a:defRPr sz="975" b="0">
                <a:solidFill>
                  <a:srgbClr val="526875"/>
                </a:solidFill>
                <a:latin typeface="Arial"/>
                <a:ea typeface="Arial"/>
                <a:cs typeface="Arial"/>
              </a:defRPr>
            </a:lvl4pPr>
            <a:lvl5pPr algn="r">
              <a:defRPr sz="975" b="0">
                <a:solidFill>
                  <a:srgbClr val="526875"/>
                </a:solidFill>
                <a:latin typeface="Arial"/>
                <a:ea typeface="Arial"/>
                <a:cs typeface="Arial"/>
              </a:defRPr>
            </a:lvl5pPr>
            <a:lvl6pPr algn="r">
              <a:defRPr sz="975" b="0">
                <a:solidFill>
                  <a:srgbClr val="526875"/>
                </a:solidFill>
                <a:latin typeface="Arial"/>
                <a:ea typeface="Arial"/>
                <a:cs typeface="Arial"/>
              </a:defRPr>
            </a:lvl6pPr>
            <a:lvl7pPr algn="r">
              <a:defRPr sz="975" b="0">
                <a:solidFill>
                  <a:srgbClr val="526875"/>
                </a:solidFill>
                <a:latin typeface="Arial"/>
                <a:ea typeface="Arial"/>
                <a:cs typeface="Arial"/>
              </a:defRPr>
            </a:lvl7pPr>
            <a:lvl8pPr algn="r">
              <a:defRPr sz="975" b="0">
                <a:solidFill>
                  <a:srgbClr val="526875"/>
                </a:solidFill>
                <a:latin typeface="Arial"/>
                <a:ea typeface="Arial"/>
                <a:cs typeface="Arial"/>
              </a:defRPr>
            </a:lvl8pPr>
            <a:lvl9pPr algn="r">
              <a:defRPr sz="975" b="0">
                <a:solidFill>
                  <a:srgbClr val="526875"/>
                </a:solidFill>
                <a:latin typeface="Arial"/>
                <a:ea typeface="Arial"/>
                <a:cs typeface="Arial"/>
              </a:defRPr>
            </a:lvl9pPr>
          </a:lstStyle>
          <a:p xmlns:a="http://schemas.openxmlformats.org/drawingml/2006/main">
            <a:pPr algn="r">
              <a:defRPr sz="975" b="0">
                <a:solidFill>
                  <a:srgbClr val="526875"/>
                </a:solidFill>
                <a:latin typeface="Arial"/>
                <a:ea typeface="Arial"/>
                <a:cs typeface="Arial"/>
              </a:defRPr>
            </a:pPr>
            <a:r>
              <a:rPr sz="975" b="0">
                <a:solidFill>
                  <a:srgbClr val="526875"/>
                </a:solidFill>
                <a:latin typeface="Arial"/>
                <a:ea typeface="Arial"/>
                <a:cs typeface="Arial"/>
              </a:rPr>
              <a:t>06</a:t>
            </a:r>
          </a:p>
        </p:txBody>
      </p:sp>
      <p:sp>
        <p:nvSpPr>
          <p:cNvPr id="3" name="DETECT">
            <a:extLst xmlns:a="http://schemas.openxmlformats.org/drawingml/2006/main">
              <a:ext uri="{FF2B5EF4-FFF2-40B4-BE49-F238E27FC236}">
                <a16:creationId xmlns:a16="http://schemas.microsoft.com/office/drawing/2014/main" id="{9910F89B-2384-4C10-A561-C7D39EE39209}"/>
              </a:ext>
            </a:extLst>
          </p:cNvPr>
          <p:cNvSpPr>
            <a:spLocks xmlns:a="http://schemas.openxmlformats.org/drawingml/2006/main" noGrp="1"/>
          </p:cNvSpPr>
          <p:nvPr/>
        </p:nvSpPr>
        <p:spPr>
          <a:xfrm xmlns:a="http://schemas.openxmlformats.org/drawingml/2006/main">
            <a:off x="695325" y="18478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1">
                <a:solidFill>
                  <a:srgbClr val="12846B"/>
                </a:solidFill>
                <a:latin typeface="Arial"/>
                <a:ea typeface="Arial"/>
                <a:cs typeface="Arial"/>
              </a:defRPr>
            </a:defPPr>
            <a:lvl1pPr algn="l">
              <a:defRPr sz="1650" b="1">
                <a:solidFill>
                  <a:srgbClr val="12846B"/>
                </a:solidFill>
                <a:latin typeface="Arial"/>
                <a:ea typeface="Arial"/>
                <a:cs typeface="Arial"/>
              </a:defRPr>
            </a:lvl1pPr>
            <a:lvl2pPr algn="l">
              <a:defRPr sz="1650" b="1">
                <a:solidFill>
                  <a:srgbClr val="12846B"/>
                </a:solidFill>
                <a:latin typeface="Arial"/>
                <a:ea typeface="Arial"/>
                <a:cs typeface="Arial"/>
              </a:defRPr>
            </a:lvl2pPr>
            <a:lvl3pPr algn="l">
              <a:defRPr sz="1650" b="1">
                <a:solidFill>
                  <a:srgbClr val="12846B"/>
                </a:solidFill>
                <a:latin typeface="Arial"/>
                <a:ea typeface="Arial"/>
                <a:cs typeface="Arial"/>
              </a:defRPr>
            </a:lvl3pPr>
            <a:lvl4pPr algn="l">
              <a:defRPr sz="1650" b="1">
                <a:solidFill>
                  <a:srgbClr val="12846B"/>
                </a:solidFill>
                <a:latin typeface="Arial"/>
                <a:ea typeface="Arial"/>
                <a:cs typeface="Arial"/>
              </a:defRPr>
            </a:lvl4pPr>
            <a:lvl5pPr algn="l">
              <a:defRPr sz="1650" b="1">
                <a:solidFill>
                  <a:srgbClr val="12846B"/>
                </a:solidFill>
                <a:latin typeface="Arial"/>
                <a:ea typeface="Arial"/>
                <a:cs typeface="Arial"/>
              </a:defRPr>
            </a:lvl5pPr>
            <a:lvl6pPr algn="l">
              <a:defRPr sz="1650" b="1">
                <a:solidFill>
                  <a:srgbClr val="12846B"/>
                </a:solidFill>
                <a:latin typeface="Arial"/>
                <a:ea typeface="Arial"/>
                <a:cs typeface="Arial"/>
              </a:defRPr>
            </a:lvl6pPr>
            <a:lvl7pPr algn="l">
              <a:defRPr sz="1650" b="1">
                <a:solidFill>
                  <a:srgbClr val="12846B"/>
                </a:solidFill>
                <a:latin typeface="Arial"/>
                <a:ea typeface="Arial"/>
                <a:cs typeface="Arial"/>
              </a:defRPr>
            </a:lvl7pPr>
            <a:lvl8pPr algn="l">
              <a:defRPr sz="1650" b="1">
                <a:solidFill>
                  <a:srgbClr val="12846B"/>
                </a:solidFill>
                <a:latin typeface="Arial"/>
                <a:ea typeface="Arial"/>
                <a:cs typeface="Arial"/>
              </a:defRPr>
            </a:lvl8pPr>
            <a:lvl9pPr algn="l">
              <a:defRPr sz="1650" b="1">
                <a:solidFill>
                  <a:srgbClr val="12846B"/>
                </a:solidFill>
                <a:latin typeface="Arial"/>
                <a:ea typeface="Arial"/>
                <a:cs typeface="Arial"/>
              </a:defRPr>
            </a:lvl9pPr>
          </a:lstStyle>
          <a:p xmlns:a="http://schemas.openxmlformats.org/drawingml/2006/main">
            <a:pPr algn="l">
              <a:defRPr sz="1650" b="1">
                <a:solidFill>
                  <a:srgbClr val="12846B"/>
                </a:solidFill>
                <a:latin typeface="Arial"/>
                <a:ea typeface="Arial"/>
                <a:cs typeface="Arial"/>
              </a:defRPr>
            </a:pPr>
            <a:r>
              <a:rPr sz="1650" b="1">
                <a:solidFill>
                  <a:srgbClr val="12846B"/>
                </a:solidFill>
                <a:latin typeface="Arial"/>
                <a:ea typeface="Arial"/>
                <a:cs typeface="Arial"/>
              </a:rPr>
              <a:t>DETECT</a:t>
            </a:r>
          </a:p>
        </p:txBody>
      </p:sp>
      <p:sp>
        <p:nvSpPr>
          <p:cNvPr id="4" name="Falco and audit">
            <a:extLst xmlns:a="http://schemas.openxmlformats.org/drawingml/2006/main">
              <a:ext uri="{FF2B5EF4-FFF2-40B4-BE49-F238E27FC236}">
                <a16:creationId xmlns:a16="http://schemas.microsoft.com/office/drawing/2014/main" id="{AEB5AE01-C02E-42DE-94E0-91544A06453F}"/>
              </a:ext>
            </a:extLst>
          </p:cNvPr>
          <p:cNvSpPr>
            <a:spLocks xmlns:a="http://schemas.openxmlformats.org/drawingml/2006/main" noGrp="1"/>
          </p:cNvSpPr>
          <p:nvPr/>
        </p:nvSpPr>
        <p:spPr>
          <a:xfrm xmlns:a="http://schemas.openxmlformats.org/drawingml/2006/main">
            <a:off x="2924175" y="18478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1">
                <a:solidFill>
                  <a:srgbClr val="112B3A"/>
                </a:solidFill>
                <a:latin typeface="Arial"/>
                <a:ea typeface="Arial"/>
                <a:cs typeface="Arial"/>
              </a:defRPr>
            </a:defPPr>
            <a:lvl1pPr algn="l">
              <a:defRPr sz="2175" b="1">
                <a:solidFill>
                  <a:srgbClr val="112B3A"/>
                </a:solidFill>
                <a:latin typeface="Arial"/>
                <a:ea typeface="Arial"/>
                <a:cs typeface="Arial"/>
              </a:defRPr>
            </a:lvl1pPr>
            <a:lvl2pPr algn="l">
              <a:defRPr sz="2175" b="1">
                <a:solidFill>
                  <a:srgbClr val="112B3A"/>
                </a:solidFill>
                <a:latin typeface="Arial"/>
                <a:ea typeface="Arial"/>
                <a:cs typeface="Arial"/>
              </a:defRPr>
            </a:lvl2pPr>
            <a:lvl3pPr algn="l">
              <a:defRPr sz="2175" b="1">
                <a:solidFill>
                  <a:srgbClr val="112B3A"/>
                </a:solidFill>
                <a:latin typeface="Arial"/>
                <a:ea typeface="Arial"/>
                <a:cs typeface="Arial"/>
              </a:defRPr>
            </a:lvl3pPr>
            <a:lvl4pPr algn="l">
              <a:defRPr sz="2175" b="1">
                <a:solidFill>
                  <a:srgbClr val="112B3A"/>
                </a:solidFill>
                <a:latin typeface="Arial"/>
                <a:ea typeface="Arial"/>
                <a:cs typeface="Arial"/>
              </a:defRPr>
            </a:lvl4pPr>
            <a:lvl5pPr algn="l">
              <a:defRPr sz="2175" b="1">
                <a:solidFill>
                  <a:srgbClr val="112B3A"/>
                </a:solidFill>
                <a:latin typeface="Arial"/>
                <a:ea typeface="Arial"/>
                <a:cs typeface="Arial"/>
              </a:defRPr>
            </a:lvl5pPr>
            <a:lvl6pPr algn="l">
              <a:defRPr sz="2175" b="1">
                <a:solidFill>
                  <a:srgbClr val="112B3A"/>
                </a:solidFill>
                <a:latin typeface="Arial"/>
                <a:ea typeface="Arial"/>
                <a:cs typeface="Arial"/>
              </a:defRPr>
            </a:lvl6pPr>
            <a:lvl7pPr algn="l">
              <a:defRPr sz="2175" b="1">
                <a:solidFill>
                  <a:srgbClr val="112B3A"/>
                </a:solidFill>
                <a:latin typeface="Arial"/>
                <a:ea typeface="Arial"/>
                <a:cs typeface="Arial"/>
              </a:defRPr>
            </a:lvl7pPr>
            <a:lvl8pPr algn="l">
              <a:defRPr sz="2175" b="1">
                <a:solidFill>
                  <a:srgbClr val="112B3A"/>
                </a:solidFill>
                <a:latin typeface="Arial"/>
                <a:ea typeface="Arial"/>
                <a:cs typeface="Arial"/>
              </a:defRPr>
            </a:lvl8pPr>
            <a:lvl9pPr algn="l">
              <a:defRPr sz="2175" b="1">
                <a:solidFill>
                  <a:srgbClr val="112B3A"/>
                </a:solidFill>
                <a:latin typeface="Arial"/>
                <a:ea typeface="Arial"/>
                <a:cs typeface="Arial"/>
              </a:defRPr>
            </a:lvl9pPr>
          </a:lstStyle>
          <a:p xmlns:a="http://schemas.openxmlformats.org/drawingml/2006/main">
            <a:pPr algn="l">
              <a:defRPr sz="2175" b="1">
                <a:solidFill>
                  <a:srgbClr val="112B3A"/>
                </a:solidFill>
                <a:latin typeface="Arial"/>
                <a:ea typeface="Arial"/>
                <a:cs typeface="Arial"/>
              </a:defRPr>
            </a:pPr>
            <a:r>
              <a:rPr sz="2175" b="1">
                <a:solidFill>
                  <a:srgbClr val="112B3A"/>
                </a:solidFill>
                <a:latin typeface="Arial"/>
                <a:ea typeface="Arial"/>
                <a:cs typeface="Arial"/>
              </a:rPr>
              <a:t>Falco and audit</a:t>
            </a:r>
          </a:p>
        </p:txBody>
      </p:sp>
      <p:sp>
        <p:nvSpPr>
          <p:cNvPr id="5" name="Observe runtime / API activity">
            <a:extLst xmlns:a="http://schemas.openxmlformats.org/drawingml/2006/main">
              <a:ext uri="{FF2B5EF4-FFF2-40B4-BE49-F238E27FC236}">
                <a16:creationId xmlns:a16="http://schemas.microsoft.com/office/drawing/2014/main" id="{1C7A2E75-499B-472E-A135-600C619CB8C1}"/>
              </a:ext>
            </a:extLst>
          </p:cNvPr>
          <p:cNvSpPr>
            <a:spLocks xmlns:a="http://schemas.openxmlformats.org/drawingml/2006/main" noGrp="1"/>
          </p:cNvSpPr>
          <p:nvPr/>
        </p:nvSpPr>
        <p:spPr>
          <a:xfrm xmlns:a="http://schemas.openxmlformats.org/drawingml/2006/main">
            <a:off x="6534150" y="1866900"/>
            <a:ext cx="48101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00" b="0">
                <a:solidFill>
                  <a:srgbClr val="112B3A"/>
                </a:solidFill>
                <a:latin typeface="Arial"/>
                <a:ea typeface="Arial"/>
                <a:cs typeface="Arial"/>
              </a:defRPr>
            </a:defPPr>
            <a:lvl1pPr algn="l">
              <a:defRPr sz="1800" b="0">
                <a:solidFill>
                  <a:srgbClr val="112B3A"/>
                </a:solidFill>
                <a:latin typeface="Arial"/>
                <a:ea typeface="Arial"/>
                <a:cs typeface="Arial"/>
              </a:defRPr>
            </a:lvl1pPr>
            <a:lvl2pPr algn="l">
              <a:defRPr sz="1800" b="0">
                <a:solidFill>
                  <a:srgbClr val="112B3A"/>
                </a:solidFill>
                <a:latin typeface="Arial"/>
                <a:ea typeface="Arial"/>
                <a:cs typeface="Arial"/>
              </a:defRPr>
            </a:lvl2pPr>
            <a:lvl3pPr algn="l">
              <a:defRPr sz="1800" b="0">
                <a:solidFill>
                  <a:srgbClr val="112B3A"/>
                </a:solidFill>
                <a:latin typeface="Arial"/>
                <a:ea typeface="Arial"/>
                <a:cs typeface="Arial"/>
              </a:defRPr>
            </a:lvl3pPr>
            <a:lvl4pPr algn="l">
              <a:defRPr sz="1800" b="0">
                <a:solidFill>
                  <a:srgbClr val="112B3A"/>
                </a:solidFill>
                <a:latin typeface="Arial"/>
                <a:ea typeface="Arial"/>
                <a:cs typeface="Arial"/>
              </a:defRPr>
            </a:lvl4pPr>
            <a:lvl5pPr algn="l">
              <a:defRPr sz="1800" b="0">
                <a:solidFill>
                  <a:srgbClr val="112B3A"/>
                </a:solidFill>
                <a:latin typeface="Arial"/>
                <a:ea typeface="Arial"/>
                <a:cs typeface="Arial"/>
              </a:defRPr>
            </a:lvl5pPr>
            <a:lvl6pPr algn="l">
              <a:defRPr sz="1800" b="0">
                <a:solidFill>
                  <a:srgbClr val="112B3A"/>
                </a:solidFill>
                <a:latin typeface="Arial"/>
                <a:ea typeface="Arial"/>
                <a:cs typeface="Arial"/>
              </a:defRPr>
            </a:lvl6pPr>
            <a:lvl7pPr algn="l">
              <a:defRPr sz="1800" b="0">
                <a:solidFill>
                  <a:srgbClr val="112B3A"/>
                </a:solidFill>
                <a:latin typeface="Arial"/>
                <a:ea typeface="Arial"/>
                <a:cs typeface="Arial"/>
              </a:defRPr>
            </a:lvl7pPr>
            <a:lvl8pPr algn="l">
              <a:defRPr sz="1800" b="0">
                <a:solidFill>
                  <a:srgbClr val="112B3A"/>
                </a:solidFill>
                <a:latin typeface="Arial"/>
                <a:ea typeface="Arial"/>
                <a:cs typeface="Arial"/>
              </a:defRPr>
            </a:lvl8pPr>
            <a:lvl9pPr algn="l">
              <a:defRPr sz="1800" b="0">
                <a:solidFill>
                  <a:srgbClr val="112B3A"/>
                </a:solidFill>
                <a:latin typeface="Arial"/>
                <a:ea typeface="Arial"/>
                <a:cs typeface="Arial"/>
              </a:defRPr>
            </a:lvl9pPr>
          </a:lstStyle>
          <a:p xmlns:a="http://schemas.openxmlformats.org/drawingml/2006/main">
            <a:pPr algn="l">
              <a:defRPr sz="1800" b="0">
                <a:solidFill>
                  <a:srgbClr val="112B3A"/>
                </a:solidFill>
                <a:latin typeface="Arial"/>
                <a:ea typeface="Arial"/>
                <a:cs typeface="Arial"/>
              </a:defRPr>
            </a:pPr>
            <a:r>
              <a:rPr sz="1800" b="0">
                <a:solidFill>
                  <a:srgbClr val="112B3A"/>
                </a:solidFill>
                <a:latin typeface="Arial"/>
                <a:ea typeface="Arial"/>
                <a:cs typeface="Arial"/>
              </a:rPr>
              <a:t>Observe runtime / API activity</a:t>
            </a:r>
          </a:p>
        </p:txBody>
      </p:sp>
      <p:sp>
        <p:nvSpPr>
          <p:cNvPr id="6" name="diagram-boundary">
            <a:extLst xmlns:a="http://schemas.openxmlformats.org/drawingml/2006/main">
              <a:ext uri="{FF2B5EF4-FFF2-40B4-BE49-F238E27FC236}">
                <a16:creationId xmlns:a16="http://schemas.microsoft.com/office/drawing/2014/main" id="{1369B259-6288-4CDD-97BD-C221A1404743}"/>
              </a:ext>
            </a:extLst>
          </p:cNvPr>
          <p:cNvSpPr>
            <a:spLocks xmlns:a="http://schemas.openxmlformats.org/drawingml/2006/main" noGrp="1"/>
          </p:cNvSpPr>
          <p:nvPr/>
        </p:nvSpPr>
        <p:spPr>
          <a:xfrm xmlns:a="http://schemas.openxmlformats.org/drawingml/2006/main">
            <a:off x="695325" y="2466975"/>
            <a:ext cx="10715625" cy="19050"/>
          </a:xfrm>
          <a:prstGeom xmlns:a="http://schemas.openxmlformats.org/drawingml/2006/main" prst="rect">
            <a:avLst/>
          </a:prstGeom>
          <a:solidFill xmlns:a="http://schemas.openxmlformats.org/drawingml/2006/main">
            <a:srgbClr val="D7DCD8"/>
          </a:solidFill>
          <a:ln xmlns:a="http://schemas.openxmlformats.org/drawingml/2006/main" w="0">
            <a:noFill/>
            <a:prstDash val="solid"/>
          </a:ln>
        </p:spPr>
      </p:sp>
      <p:sp>
        <p:nvSpPr>
          <p:cNvPr id="7" name="ADMIT">
            <a:extLst xmlns:a="http://schemas.openxmlformats.org/drawingml/2006/main">
              <a:ext uri="{FF2B5EF4-FFF2-40B4-BE49-F238E27FC236}">
                <a16:creationId xmlns:a16="http://schemas.microsoft.com/office/drawing/2014/main" id="{7A23D207-F0B0-4C97-A447-A20681481763}"/>
              </a:ext>
            </a:extLst>
          </p:cNvPr>
          <p:cNvSpPr>
            <a:spLocks xmlns:a="http://schemas.openxmlformats.org/drawingml/2006/main" noGrp="1"/>
          </p:cNvSpPr>
          <p:nvPr/>
        </p:nvSpPr>
        <p:spPr>
          <a:xfrm xmlns:a="http://schemas.openxmlformats.org/drawingml/2006/main">
            <a:off x="695325" y="2714625"/>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1">
                <a:solidFill>
                  <a:srgbClr val="12846B"/>
                </a:solidFill>
                <a:latin typeface="Arial"/>
                <a:ea typeface="Arial"/>
                <a:cs typeface="Arial"/>
              </a:defRPr>
            </a:defPPr>
            <a:lvl1pPr algn="l">
              <a:defRPr sz="1650" b="1">
                <a:solidFill>
                  <a:srgbClr val="12846B"/>
                </a:solidFill>
                <a:latin typeface="Arial"/>
                <a:ea typeface="Arial"/>
                <a:cs typeface="Arial"/>
              </a:defRPr>
            </a:lvl1pPr>
            <a:lvl2pPr algn="l">
              <a:defRPr sz="1650" b="1">
                <a:solidFill>
                  <a:srgbClr val="12846B"/>
                </a:solidFill>
                <a:latin typeface="Arial"/>
                <a:ea typeface="Arial"/>
                <a:cs typeface="Arial"/>
              </a:defRPr>
            </a:lvl2pPr>
            <a:lvl3pPr algn="l">
              <a:defRPr sz="1650" b="1">
                <a:solidFill>
                  <a:srgbClr val="12846B"/>
                </a:solidFill>
                <a:latin typeface="Arial"/>
                <a:ea typeface="Arial"/>
                <a:cs typeface="Arial"/>
              </a:defRPr>
            </a:lvl3pPr>
            <a:lvl4pPr algn="l">
              <a:defRPr sz="1650" b="1">
                <a:solidFill>
                  <a:srgbClr val="12846B"/>
                </a:solidFill>
                <a:latin typeface="Arial"/>
                <a:ea typeface="Arial"/>
                <a:cs typeface="Arial"/>
              </a:defRPr>
            </a:lvl4pPr>
            <a:lvl5pPr algn="l">
              <a:defRPr sz="1650" b="1">
                <a:solidFill>
                  <a:srgbClr val="12846B"/>
                </a:solidFill>
                <a:latin typeface="Arial"/>
                <a:ea typeface="Arial"/>
                <a:cs typeface="Arial"/>
              </a:defRPr>
            </a:lvl5pPr>
            <a:lvl6pPr algn="l">
              <a:defRPr sz="1650" b="1">
                <a:solidFill>
                  <a:srgbClr val="12846B"/>
                </a:solidFill>
                <a:latin typeface="Arial"/>
                <a:ea typeface="Arial"/>
                <a:cs typeface="Arial"/>
              </a:defRPr>
            </a:lvl6pPr>
            <a:lvl7pPr algn="l">
              <a:defRPr sz="1650" b="1">
                <a:solidFill>
                  <a:srgbClr val="12846B"/>
                </a:solidFill>
                <a:latin typeface="Arial"/>
                <a:ea typeface="Arial"/>
                <a:cs typeface="Arial"/>
              </a:defRPr>
            </a:lvl7pPr>
            <a:lvl8pPr algn="l">
              <a:defRPr sz="1650" b="1">
                <a:solidFill>
                  <a:srgbClr val="12846B"/>
                </a:solidFill>
                <a:latin typeface="Arial"/>
                <a:ea typeface="Arial"/>
                <a:cs typeface="Arial"/>
              </a:defRPr>
            </a:lvl8pPr>
            <a:lvl9pPr algn="l">
              <a:defRPr sz="1650" b="1">
                <a:solidFill>
                  <a:srgbClr val="12846B"/>
                </a:solidFill>
                <a:latin typeface="Arial"/>
                <a:ea typeface="Arial"/>
                <a:cs typeface="Arial"/>
              </a:defRPr>
            </a:lvl9pPr>
          </a:lstStyle>
          <a:p xmlns:a="http://schemas.openxmlformats.org/drawingml/2006/main">
            <a:pPr algn="l">
              <a:defRPr sz="1650" b="1">
                <a:solidFill>
                  <a:srgbClr val="12846B"/>
                </a:solidFill>
                <a:latin typeface="Arial"/>
                <a:ea typeface="Arial"/>
                <a:cs typeface="Arial"/>
              </a:defRPr>
            </a:pPr>
            <a:r>
              <a:rPr sz="1650" b="1">
                <a:solidFill>
                  <a:srgbClr val="12846B"/>
                </a:solidFill>
                <a:latin typeface="Arial"/>
                <a:ea typeface="Arial"/>
                <a:cs typeface="Arial"/>
              </a:rPr>
              <a:t>ADMIT</a:t>
            </a:r>
          </a:p>
        </p:txBody>
      </p:sp>
      <p:sp>
        <p:nvSpPr>
          <p:cNvPr id="8" name="Kyverno">
            <a:extLst xmlns:a="http://schemas.openxmlformats.org/drawingml/2006/main">
              <a:ext uri="{FF2B5EF4-FFF2-40B4-BE49-F238E27FC236}">
                <a16:creationId xmlns:a16="http://schemas.microsoft.com/office/drawing/2014/main" id="{B4C95A70-4FCC-4F02-8AC6-EDE922E8D932}"/>
              </a:ext>
            </a:extLst>
          </p:cNvPr>
          <p:cNvSpPr>
            <a:spLocks xmlns:a="http://schemas.openxmlformats.org/drawingml/2006/main" noGrp="1"/>
          </p:cNvSpPr>
          <p:nvPr/>
        </p:nvSpPr>
        <p:spPr>
          <a:xfrm xmlns:a="http://schemas.openxmlformats.org/drawingml/2006/main">
            <a:off x="2924175" y="2714625"/>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1">
                <a:solidFill>
                  <a:srgbClr val="112B3A"/>
                </a:solidFill>
                <a:latin typeface="Arial"/>
                <a:ea typeface="Arial"/>
                <a:cs typeface="Arial"/>
              </a:defRPr>
            </a:defPPr>
            <a:lvl1pPr algn="l">
              <a:defRPr sz="2175" b="1">
                <a:solidFill>
                  <a:srgbClr val="112B3A"/>
                </a:solidFill>
                <a:latin typeface="Arial"/>
                <a:ea typeface="Arial"/>
                <a:cs typeface="Arial"/>
              </a:defRPr>
            </a:lvl1pPr>
            <a:lvl2pPr algn="l">
              <a:defRPr sz="2175" b="1">
                <a:solidFill>
                  <a:srgbClr val="112B3A"/>
                </a:solidFill>
                <a:latin typeface="Arial"/>
                <a:ea typeface="Arial"/>
                <a:cs typeface="Arial"/>
              </a:defRPr>
            </a:lvl2pPr>
            <a:lvl3pPr algn="l">
              <a:defRPr sz="2175" b="1">
                <a:solidFill>
                  <a:srgbClr val="112B3A"/>
                </a:solidFill>
                <a:latin typeface="Arial"/>
                <a:ea typeface="Arial"/>
                <a:cs typeface="Arial"/>
              </a:defRPr>
            </a:lvl3pPr>
            <a:lvl4pPr algn="l">
              <a:defRPr sz="2175" b="1">
                <a:solidFill>
                  <a:srgbClr val="112B3A"/>
                </a:solidFill>
                <a:latin typeface="Arial"/>
                <a:ea typeface="Arial"/>
                <a:cs typeface="Arial"/>
              </a:defRPr>
            </a:lvl4pPr>
            <a:lvl5pPr algn="l">
              <a:defRPr sz="2175" b="1">
                <a:solidFill>
                  <a:srgbClr val="112B3A"/>
                </a:solidFill>
                <a:latin typeface="Arial"/>
                <a:ea typeface="Arial"/>
                <a:cs typeface="Arial"/>
              </a:defRPr>
            </a:lvl5pPr>
            <a:lvl6pPr algn="l">
              <a:defRPr sz="2175" b="1">
                <a:solidFill>
                  <a:srgbClr val="112B3A"/>
                </a:solidFill>
                <a:latin typeface="Arial"/>
                <a:ea typeface="Arial"/>
                <a:cs typeface="Arial"/>
              </a:defRPr>
            </a:lvl6pPr>
            <a:lvl7pPr algn="l">
              <a:defRPr sz="2175" b="1">
                <a:solidFill>
                  <a:srgbClr val="112B3A"/>
                </a:solidFill>
                <a:latin typeface="Arial"/>
                <a:ea typeface="Arial"/>
                <a:cs typeface="Arial"/>
              </a:defRPr>
            </a:lvl7pPr>
            <a:lvl8pPr algn="l">
              <a:defRPr sz="2175" b="1">
                <a:solidFill>
                  <a:srgbClr val="112B3A"/>
                </a:solidFill>
                <a:latin typeface="Arial"/>
                <a:ea typeface="Arial"/>
                <a:cs typeface="Arial"/>
              </a:defRPr>
            </a:lvl8pPr>
            <a:lvl9pPr algn="l">
              <a:defRPr sz="2175" b="1">
                <a:solidFill>
                  <a:srgbClr val="112B3A"/>
                </a:solidFill>
                <a:latin typeface="Arial"/>
                <a:ea typeface="Arial"/>
                <a:cs typeface="Arial"/>
              </a:defRPr>
            </a:lvl9pPr>
          </a:lstStyle>
          <a:p xmlns:a="http://schemas.openxmlformats.org/drawingml/2006/main">
            <a:pPr algn="l">
              <a:defRPr sz="2175" b="1">
                <a:solidFill>
                  <a:srgbClr val="112B3A"/>
                </a:solidFill>
                <a:latin typeface="Arial"/>
                <a:ea typeface="Arial"/>
                <a:cs typeface="Arial"/>
              </a:defRPr>
            </a:pPr>
            <a:r>
              <a:rPr sz="2175" b="1">
                <a:solidFill>
                  <a:srgbClr val="112B3A"/>
                </a:solidFill>
                <a:latin typeface="Arial"/>
                <a:ea typeface="Arial"/>
                <a:cs typeface="Arial"/>
              </a:rPr>
              <a:t>Kyverno</a:t>
            </a:r>
          </a:p>
        </p:txBody>
      </p:sp>
      <p:sp>
        <p:nvSpPr>
          <p:cNvPr id="9" name="Check covered resource changes">
            <a:extLst xmlns:a="http://schemas.openxmlformats.org/drawingml/2006/main">
              <a:ext uri="{FF2B5EF4-FFF2-40B4-BE49-F238E27FC236}">
                <a16:creationId xmlns:a16="http://schemas.microsoft.com/office/drawing/2014/main" id="{442D9D6E-78DC-4790-949A-FAC2D7B14124}"/>
              </a:ext>
            </a:extLst>
          </p:cNvPr>
          <p:cNvSpPr>
            <a:spLocks xmlns:a="http://schemas.openxmlformats.org/drawingml/2006/main" noGrp="1"/>
          </p:cNvSpPr>
          <p:nvPr/>
        </p:nvSpPr>
        <p:spPr>
          <a:xfrm xmlns:a="http://schemas.openxmlformats.org/drawingml/2006/main">
            <a:off x="6534150" y="2733675"/>
            <a:ext cx="48101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00" b="0">
                <a:solidFill>
                  <a:srgbClr val="112B3A"/>
                </a:solidFill>
                <a:latin typeface="Arial"/>
                <a:ea typeface="Arial"/>
                <a:cs typeface="Arial"/>
              </a:defRPr>
            </a:defPPr>
            <a:lvl1pPr algn="l">
              <a:defRPr sz="1800" b="0">
                <a:solidFill>
                  <a:srgbClr val="112B3A"/>
                </a:solidFill>
                <a:latin typeface="Arial"/>
                <a:ea typeface="Arial"/>
                <a:cs typeface="Arial"/>
              </a:defRPr>
            </a:lvl1pPr>
            <a:lvl2pPr algn="l">
              <a:defRPr sz="1800" b="0">
                <a:solidFill>
                  <a:srgbClr val="112B3A"/>
                </a:solidFill>
                <a:latin typeface="Arial"/>
                <a:ea typeface="Arial"/>
                <a:cs typeface="Arial"/>
              </a:defRPr>
            </a:lvl2pPr>
            <a:lvl3pPr algn="l">
              <a:defRPr sz="1800" b="0">
                <a:solidFill>
                  <a:srgbClr val="112B3A"/>
                </a:solidFill>
                <a:latin typeface="Arial"/>
                <a:ea typeface="Arial"/>
                <a:cs typeface="Arial"/>
              </a:defRPr>
            </a:lvl3pPr>
            <a:lvl4pPr algn="l">
              <a:defRPr sz="1800" b="0">
                <a:solidFill>
                  <a:srgbClr val="112B3A"/>
                </a:solidFill>
                <a:latin typeface="Arial"/>
                <a:ea typeface="Arial"/>
                <a:cs typeface="Arial"/>
              </a:defRPr>
            </a:lvl4pPr>
            <a:lvl5pPr algn="l">
              <a:defRPr sz="1800" b="0">
                <a:solidFill>
                  <a:srgbClr val="112B3A"/>
                </a:solidFill>
                <a:latin typeface="Arial"/>
                <a:ea typeface="Arial"/>
                <a:cs typeface="Arial"/>
              </a:defRPr>
            </a:lvl5pPr>
            <a:lvl6pPr algn="l">
              <a:defRPr sz="1800" b="0">
                <a:solidFill>
                  <a:srgbClr val="112B3A"/>
                </a:solidFill>
                <a:latin typeface="Arial"/>
                <a:ea typeface="Arial"/>
                <a:cs typeface="Arial"/>
              </a:defRPr>
            </a:lvl6pPr>
            <a:lvl7pPr algn="l">
              <a:defRPr sz="1800" b="0">
                <a:solidFill>
                  <a:srgbClr val="112B3A"/>
                </a:solidFill>
                <a:latin typeface="Arial"/>
                <a:ea typeface="Arial"/>
                <a:cs typeface="Arial"/>
              </a:defRPr>
            </a:lvl7pPr>
            <a:lvl8pPr algn="l">
              <a:defRPr sz="1800" b="0">
                <a:solidFill>
                  <a:srgbClr val="112B3A"/>
                </a:solidFill>
                <a:latin typeface="Arial"/>
                <a:ea typeface="Arial"/>
                <a:cs typeface="Arial"/>
              </a:defRPr>
            </a:lvl8pPr>
            <a:lvl9pPr algn="l">
              <a:defRPr sz="1800" b="0">
                <a:solidFill>
                  <a:srgbClr val="112B3A"/>
                </a:solidFill>
                <a:latin typeface="Arial"/>
                <a:ea typeface="Arial"/>
                <a:cs typeface="Arial"/>
              </a:defRPr>
            </a:lvl9pPr>
          </a:lstStyle>
          <a:p xmlns:a="http://schemas.openxmlformats.org/drawingml/2006/main">
            <a:pPr algn="l">
              <a:defRPr sz="1800" b="0">
                <a:solidFill>
                  <a:srgbClr val="112B3A"/>
                </a:solidFill>
                <a:latin typeface="Arial"/>
                <a:ea typeface="Arial"/>
                <a:cs typeface="Arial"/>
              </a:defRPr>
            </a:pPr>
            <a:r>
              <a:rPr sz="1800" b="0">
                <a:solidFill>
                  <a:srgbClr val="112B3A"/>
                </a:solidFill>
                <a:latin typeface="Arial"/>
                <a:ea typeface="Arial"/>
                <a:cs typeface="Arial"/>
              </a:rPr>
              <a:t>Check covered resource changes</a:t>
            </a:r>
          </a:p>
        </p:txBody>
      </p:sp>
      <p:sp>
        <p:nvSpPr>
          <p:cNvPr id="10" name="diagram-boundary">
            <a:extLst xmlns:a="http://schemas.openxmlformats.org/drawingml/2006/main">
              <a:ext uri="{FF2B5EF4-FFF2-40B4-BE49-F238E27FC236}">
                <a16:creationId xmlns:a16="http://schemas.microsoft.com/office/drawing/2014/main" id="{3B4B649A-F7F2-4878-88C6-BF3A8445AAE9}"/>
              </a:ext>
            </a:extLst>
          </p:cNvPr>
          <p:cNvSpPr>
            <a:spLocks xmlns:a="http://schemas.openxmlformats.org/drawingml/2006/main" noGrp="1"/>
          </p:cNvSpPr>
          <p:nvPr/>
        </p:nvSpPr>
        <p:spPr>
          <a:xfrm xmlns:a="http://schemas.openxmlformats.org/drawingml/2006/main">
            <a:off x="695325" y="3333750"/>
            <a:ext cx="10715625" cy="19050"/>
          </a:xfrm>
          <a:prstGeom xmlns:a="http://schemas.openxmlformats.org/drawingml/2006/main" prst="rect">
            <a:avLst/>
          </a:prstGeom>
          <a:solidFill xmlns:a="http://schemas.openxmlformats.org/drawingml/2006/main">
            <a:srgbClr val="D7DCD8"/>
          </a:solidFill>
          <a:ln xmlns:a="http://schemas.openxmlformats.org/drawingml/2006/main" w="0">
            <a:noFill/>
            <a:prstDash val="solid"/>
          </a:ln>
        </p:spPr>
      </p:sp>
      <p:sp>
        <p:nvSpPr>
          <p:cNvPr id="11" name="NETWORK">
            <a:extLst xmlns:a="http://schemas.openxmlformats.org/drawingml/2006/main">
              <a:ext uri="{FF2B5EF4-FFF2-40B4-BE49-F238E27FC236}">
                <a16:creationId xmlns:a16="http://schemas.microsoft.com/office/drawing/2014/main" id="{E20F317A-9EFF-4C49-9FE8-B16193A32CEC}"/>
              </a:ext>
            </a:extLst>
          </p:cNvPr>
          <p:cNvSpPr>
            <a:spLocks xmlns:a="http://schemas.openxmlformats.org/drawingml/2006/main" noGrp="1"/>
          </p:cNvSpPr>
          <p:nvPr/>
        </p:nvSpPr>
        <p:spPr>
          <a:xfrm xmlns:a="http://schemas.openxmlformats.org/drawingml/2006/main">
            <a:off x="695325" y="358140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1">
                <a:solidFill>
                  <a:srgbClr val="12846B"/>
                </a:solidFill>
                <a:latin typeface="Arial"/>
                <a:ea typeface="Arial"/>
                <a:cs typeface="Arial"/>
              </a:defRPr>
            </a:defPPr>
            <a:lvl1pPr algn="l">
              <a:defRPr sz="1650" b="1">
                <a:solidFill>
                  <a:srgbClr val="12846B"/>
                </a:solidFill>
                <a:latin typeface="Arial"/>
                <a:ea typeface="Arial"/>
                <a:cs typeface="Arial"/>
              </a:defRPr>
            </a:lvl1pPr>
            <a:lvl2pPr algn="l">
              <a:defRPr sz="1650" b="1">
                <a:solidFill>
                  <a:srgbClr val="12846B"/>
                </a:solidFill>
                <a:latin typeface="Arial"/>
                <a:ea typeface="Arial"/>
                <a:cs typeface="Arial"/>
              </a:defRPr>
            </a:lvl2pPr>
            <a:lvl3pPr algn="l">
              <a:defRPr sz="1650" b="1">
                <a:solidFill>
                  <a:srgbClr val="12846B"/>
                </a:solidFill>
                <a:latin typeface="Arial"/>
                <a:ea typeface="Arial"/>
                <a:cs typeface="Arial"/>
              </a:defRPr>
            </a:lvl3pPr>
            <a:lvl4pPr algn="l">
              <a:defRPr sz="1650" b="1">
                <a:solidFill>
                  <a:srgbClr val="12846B"/>
                </a:solidFill>
                <a:latin typeface="Arial"/>
                <a:ea typeface="Arial"/>
                <a:cs typeface="Arial"/>
              </a:defRPr>
            </a:lvl4pPr>
            <a:lvl5pPr algn="l">
              <a:defRPr sz="1650" b="1">
                <a:solidFill>
                  <a:srgbClr val="12846B"/>
                </a:solidFill>
                <a:latin typeface="Arial"/>
                <a:ea typeface="Arial"/>
                <a:cs typeface="Arial"/>
              </a:defRPr>
            </a:lvl5pPr>
            <a:lvl6pPr algn="l">
              <a:defRPr sz="1650" b="1">
                <a:solidFill>
                  <a:srgbClr val="12846B"/>
                </a:solidFill>
                <a:latin typeface="Arial"/>
                <a:ea typeface="Arial"/>
                <a:cs typeface="Arial"/>
              </a:defRPr>
            </a:lvl6pPr>
            <a:lvl7pPr algn="l">
              <a:defRPr sz="1650" b="1">
                <a:solidFill>
                  <a:srgbClr val="12846B"/>
                </a:solidFill>
                <a:latin typeface="Arial"/>
                <a:ea typeface="Arial"/>
                <a:cs typeface="Arial"/>
              </a:defRPr>
            </a:lvl7pPr>
            <a:lvl8pPr algn="l">
              <a:defRPr sz="1650" b="1">
                <a:solidFill>
                  <a:srgbClr val="12846B"/>
                </a:solidFill>
                <a:latin typeface="Arial"/>
                <a:ea typeface="Arial"/>
                <a:cs typeface="Arial"/>
              </a:defRPr>
            </a:lvl8pPr>
            <a:lvl9pPr algn="l">
              <a:defRPr sz="1650" b="1">
                <a:solidFill>
                  <a:srgbClr val="12846B"/>
                </a:solidFill>
                <a:latin typeface="Arial"/>
                <a:ea typeface="Arial"/>
                <a:cs typeface="Arial"/>
              </a:defRPr>
            </a:lvl9pPr>
          </a:lstStyle>
          <a:p xmlns:a="http://schemas.openxmlformats.org/drawingml/2006/main">
            <a:pPr algn="l">
              <a:defRPr sz="1650" b="1">
                <a:solidFill>
                  <a:srgbClr val="12846B"/>
                </a:solidFill>
                <a:latin typeface="Arial"/>
                <a:ea typeface="Arial"/>
                <a:cs typeface="Arial"/>
              </a:defRPr>
            </a:pPr>
            <a:r>
              <a:rPr sz="1650" b="1">
                <a:solidFill>
                  <a:srgbClr val="12846B"/>
                </a:solidFill>
                <a:latin typeface="Arial"/>
                <a:ea typeface="Arial"/>
                <a:cs typeface="Arial"/>
              </a:rPr>
              <a:t>NETWORK</a:t>
            </a:r>
          </a:p>
        </p:txBody>
      </p:sp>
      <p:sp>
        <p:nvSpPr>
          <p:cNvPr id="12" name="NetworkPolicy">
            <a:extLst xmlns:a="http://schemas.openxmlformats.org/drawingml/2006/main">
              <a:ext uri="{FF2B5EF4-FFF2-40B4-BE49-F238E27FC236}">
                <a16:creationId xmlns:a16="http://schemas.microsoft.com/office/drawing/2014/main" id="{44DD2EA2-74BB-4166-9DCC-452AEC15A265}"/>
              </a:ext>
            </a:extLst>
          </p:cNvPr>
          <p:cNvSpPr>
            <a:spLocks xmlns:a="http://schemas.openxmlformats.org/drawingml/2006/main" noGrp="1"/>
          </p:cNvSpPr>
          <p:nvPr/>
        </p:nvSpPr>
        <p:spPr>
          <a:xfrm xmlns:a="http://schemas.openxmlformats.org/drawingml/2006/main">
            <a:off x="2924175" y="35814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1">
                <a:solidFill>
                  <a:srgbClr val="112B3A"/>
                </a:solidFill>
                <a:latin typeface="Arial"/>
                <a:ea typeface="Arial"/>
                <a:cs typeface="Arial"/>
              </a:defRPr>
            </a:defPPr>
            <a:lvl1pPr algn="l">
              <a:defRPr sz="2175" b="1">
                <a:solidFill>
                  <a:srgbClr val="112B3A"/>
                </a:solidFill>
                <a:latin typeface="Arial"/>
                <a:ea typeface="Arial"/>
                <a:cs typeface="Arial"/>
              </a:defRPr>
            </a:lvl1pPr>
            <a:lvl2pPr algn="l">
              <a:defRPr sz="2175" b="1">
                <a:solidFill>
                  <a:srgbClr val="112B3A"/>
                </a:solidFill>
                <a:latin typeface="Arial"/>
                <a:ea typeface="Arial"/>
                <a:cs typeface="Arial"/>
              </a:defRPr>
            </a:lvl2pPr>
            <a:lvl3pPr algn="l">
              <a:defRPr sz="2175" b="1">
                <a:solidFill>
                  <a:srgbClr val="112B3A"/>
                </a:solidFill>
                <a:latin typeface="Arial"/>
                <a:ea typeface="Arial"/>
                <a:cs typeface="Arial"/>
              </a:defRPr>
            </a:lvl3pPr>
            <a:lvl4pPr algn="l">
              <a:defRPr sz="2175" b="1">
                <a:solidFill>
                  <a:srgbClr val="112B3A"/>
                </a:solidFill>
                <a:latin typeface="Arial"/>
                <a:ea typeface="Arial"/>
                <a:cs typeface="Arial"/>
              </a:defRPr>
            </a:lvl4pPr>
            <a:lvl5pPr algn="l">
              <a:defRPr sz="2175" b="1">
                <a:solidFill>
                  <a:srgbClr val="112B3A"/>
                </a:solidFill>
                <a:latin typeface="Arial"/>
                <a:ea typeface="Arial"/>
                <a:cs typeface="Arial"/>
              </a:defRPr>
            </a:lvl5pPr>
            <a:lvl6pPr algn="l">
              <a:defRPr sz="2175" b="1">
                <a:solidFill>
                  <a:srgbClr val="112B3A"/>
                </a:solidFill>
                <a:latin typeface="Arial"/>
                <a:ea typeface="Arial"/>
                <a:cs typeface="Arial"/>
              </a:defRPr>
            </a:lvl6pPr>
            <a:lvl7pPr algn="l">
              <a:defRPr sz="2175" b="1">
                <a:solidFill>
                  <a:srgbClr val="112B3A"/>
                </a:solidFill>
                <a:latin typeface="Arial"/>
                <a:ea typeface="Arial"/>
                <a:cs typeface="Arial"/>
              </a:defRPr>
            </a:lvl7pPr>
            <a:lvl8pPr algn="l">
              <a:defRPr sz="2175" b="1">
                <a:solidFill>
                  <a:srgbClr val="112B3A"/>
                </a:solidFill>
                <a:latin typeface="Arial"/>
                <a:ea typeface="Arial"/>
                <a:cs typeface="Arial"/>
              </a:defRPr>
            </a:lvl8pPr>
            <a:lvl9pPr algn="l">
              <a:defRPr sz="2175" b="1">
                <a:solidFill>
                  <a:srgbClr val="112B3A"/>
                </a:solidFill>
                <a:latin typeface="Arial"/>
                <a:ea typeface="Arial"/>
                <a:cs typeface="Arial"/>
              </a:defRPr>
            </a:lvl9pPr>
          </a:lstStyle>
          <a:p xmlns:a="http://schemas.openxmlformats.org/drawingml/2006/main">
            <a:pPr algn="l">
              <a:defRPr sz="2175" b="1">
                <a:solidFill>
                  <a:srgbClr val="112B3A"/>
                </a:solidFill>
                <a:latin typeface="Arial"/>
                <a:ea typeface="Arial"/>
                <a:cs typeface="Arial"/>
              </a:defRPr>
            </a:pPr>
            <a:r>
              <a:rPr sz="2175" b="1">
                <a:solidFill>
                  <a:srgbClr val="112B3A"/>
                </a:solidFill>
                <a:latin typeface="Arial"/>
                <a:ea typeface="Arial"/>
                <a:cs typeface="Arial"/>
              </a:rPr>
              <a:t>NetworkPolicy</a:t>
            </a:r>
          </a:p>
        </p:txBody>
      </p:sp>
      <p:sp>
        <p:nvSpPr>
          <p:cNvPr id="13" name="Constrain traffic">
            <a:extLst xmlns:a="http://schemas.openxmlformats.org/drawingml/2006/main">
              <a:ext uri="{FF2B5EF4-FFF2-40B4-BE49-F238E27FC236}">
                <a16:creationId xmlns:a16="http://schemas.microsoft.com/office/drawing/2014/main" id="{DFE05F3B-0906-42DC-AA61-0D7C17D8501F}"/>
              </a:ext>
            </a:extLst>
          </p:cNvPr>
          <p:cNvSpPr>
            <a:spLocks xmlns:a="http://schemas.openxmlformats.org/drawingml/2006/main" noGrp="1"/>
          </p:cNvSpPr>
          <p:nvPr/>
        </p:nvSpPr>
        <p:spPr>
          <a:xfrm xmlns:a="http://schemas.openxmlformats.org/drawingml/2006/main">
            <a:off x="6534150" y="3600450"/>
            <a:ext cx="48101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00" b="0">
                <a:solidFill>
                  <a:srgbClr val="112B3A"/>
                </a:solidFill>
                <a:latin typeface="Arial"/>
                <a:ea typeface="Arial"/>
                <a:cs typeface="Arial"/>
              </a:defRPr>
            </a:defPPr>
            <a:lvl1pPr algn="l">
              <a:defRPr sz="1800" b="0">
                <a:solidFill>
                  <a:srgbClr val="112B3A"/>
                </a:solidFill>
                <a:latin typeface="Arial"/>
                <a:ea typeface="Arial"/>
                <a:cs typeface="Arial"/>
              </a:defRPr>
            </a:lvl1pPr>
            <a:lvl2pPr algn="l">
              <a:defRPr sz="1800" b="0">
                <a:solidFill>
                  <a:srgbClr val="112B3A"/>
                </a:solidFill>
                <a:latin typeface="Arial"/>
                <a:ea typeface="Arial"/>
                <a:cs typeface="Arial"/>
              </a:defRPr>
            </a:lvl2pPr>
            <a:lvl3pPr algn="l">
              <a:defRPr sz="1800" b="0">
                <a:solidFill>
                  <a:srgbClr val="112B3A"/>
                </a:solidFill>
                <a:latin typeface="Arial"/>
                <a:ea typeface="Arial"/>
                <a:cs typeface="Arial"/>
              </a:defRPr>
            </a:lvl3pPr>
            <a:lvl4pPr algn="l">
              <a:defRPr sz="1800" b="0">
                <a:solidFill>
                  <a:srgbClr val="112B3A"/>
                </a:solidFill>
                <a:latin typeface="Arial"/>
                <a:ea typeface="Arial"/>
                <a:cs typeface="Arial"/>
              </a:defRPr>
            </a:lvl4pPr>
            <a:lvl5pPr algn="l">
              <a:defRPr sz="1800" b="0">
                <a:solidFill>
                  <a:srgbClr val="112B3A"/>
                </a:solidFill>
                <a:latin typeface="Arial"/>
                <a:ea typeface="Arial"/>
                <a:cs typeface="Arial"/>
              </a:defRPr>
            </a:lvl5pPr>
            <a:lvl6pPr algn="l">
              <a:defRPr sz="1800" b="0">
                <a:solidFill>
                  <a:srgbClr val="112B3A"/>
                </a:solidFill>
                <a:latin typeface="Arial"/>
                <a:ea typeface="Arial"/>
                <a:cs typeface="Arial"/>
              </a:defRPr>
            </a:lvl6pPr>
            <a:lvl7pPr algn="l">
              <a:defRPr sz="1800" b="0">
                <a:solidFill>
                  <a:srgbClr val="112B3A"/>
                </a:solidFill>
                <a:latin typeface="Arial"/>
                <a:ea typeface="Arial"/>
                <a:cs typeface="Arial"/>
              </a:defRPr>
            </a:lvl7pPr>
            <a:lvl8pPr algn="l">
              <a:defRPr sz="1800" b="0">
                <a:solidFill>
                  <a:srgbClr val="112B3A"/>
                </a:solidFill>
                <a:latin typeface="Arial"/>
                <a:ea typeface="Arial"/>
                <a:cs typeface="Arial"/>
              </a:defRPr>
            </a:lvl8pPr>
            <a:lvl9pPr algn="l">
              <a:defRPr sz="1800" b="0">
                <a:solidFill>
                  <a:srgbClr val="112B3A"/>
                </a:solidFill>
                <a:latin typeface="Arial"/>
                <a:ea typeface="Arial"/>
                <a:cs typeface="Arial"/>
              </a:defRPr>
            </a:lvl9pPr>
          </a:lstStyle>
          <a:p xmlns:a="http://schemas.openxmlformats.org/drawingml/2006/main">
            <a:pPr algn="l">
              <a:defRPr sz="1800" b="0">
                <a:solidFill>
                  <a:srgbClr val="112B3A"/>
                </a:solidFill>
                <a:latin typeface="Arial"/>
                <a:ea typeface="Arial"/>
                <a:cs typeface="Arial"/>
              </a:defRPr>
            </a:pPr>
            <a:r>
              <a:rPr sz="1800" b="0">
                <a:solidFill>
                  <a:srgbClr val="112B3A"/>
                </a:solidFill>
                <a:latin typeface="Arial"/>
                <a:ea typeface="Arial"/>
                <a:cs typeface="Arial"/>
              </a:rPr>
              <a:t>Constrain traffic</a:t>
            </a:r>
          </a:p>
        </p:txBody>
      </p:sp>
      <p:sp>
        <p:nvSpPr>
          <p:cNvPr id="14" name="diagram-boundary">
            <a:extLst xmlns:a="http://schemas.openxmlformats.org/drawingml/2006/main">
              <a:ext uri="{FF2B5EF4-FFF2-40B4-BE49-F238E27FC236}">
                <a16:creationId xmlns:a16="http://schemas.microsoft.com/office/drawing/2014/main" id="{80B35553-A329-4833-9D81-5CAD204EC86B}"/>
              </a:ext>
            </a:extLst>
          </p:cNvPr>
          <p:cNvSpPr>
            <a:spLocks xmlns:a="http://schemas.openxmlformats.org/drawingml/2006/main" noGrp="1"/>
          </p:cNvSpPr>
          <p:nvPr/>
        </p:nvSpPr>
        <p:spPr>
          <a:xfrm xmlns:a="http://schemas.openxmlformats.org/drawingml/2006/main">
            <a:off x="695325" y="4200525"/>
            <a:ext cx="10715625" cy="19050"/>
          </a:xfrm>
          <a:prstGeom xmlns:a="http://schemas.openxmlformats.org/drawingml/2006/main" prst="rect">
            <a:avLst/>
          </a:prstGeom>
          <a:solidFill xmlns:a="http://schemas.openxmlformats.org/drawingml/2006/main">
            <a:srgbClr val="D7DCD8"/>
          </a:solidFill>
          <a:ln xmlns:a="http://schemas.openxmlformats.org/drawingml/2006/main" w="0">
            <a:noFill/>
            <a:prstDash val="solid"/>
          </a:ln>
        </p:spPr>
      </p:sp>
      <p:sp>
        <p:nvSpPr>
          <p:cNvPr id="15" name="IDENTITY">
            <a:extLst xmlns:a="http://schemas.openxmlformats.org/drawingml/2006/main">
              <a:ext uri="{FF2B5EF4-FFF2-40B4-BE49-F238E27FC236}">
                <a16:creationId xmlns:a16="http://schemas.microsoft.com/office/drawing/2014/main" id="{0EBEB5D9-F9BF-4E82-9708-50EE126A03E4}"/>
              </a:ext>
            </a:extLst>
          </p:cNvPr>
          <p:cNvSpPr>
            <a:spLocks xmlns:a="http://schemas.openxmlformats.org/drawingml/2006/main" noGrp="1"/>
          </p:cNvSpPr>
          <p:nvPr/>
        </p:nvSpPr>
        <p:spPr>
          <a:xfrm xmlns:a="http://schemas.openxmlformats.org/drawingml/2006/main">
            <a:off x="695325" y="4448175"/>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1">
                <a:solidFill>
                  <a:srgbClr val="12846B"/>
                </a:solidFill>
                <a:latin typeface="Arial"/>
                <a:ea typeface="Arial"/>
                <a:cs typeface="Arial"/>
              </a:defRPr>
            </a:defPPr>
            <a:lvl1pPr algn="l">
              <a:defRPr sz="1650" b="1">
                <a:solidFill>
                  <a:srgbClr val="12846B"/>
                </a:solidFill>
                <a:latin typeface="Arial"/>
                <a:ea typeface="Arial"/>
                <a:cs typeface="Arial"/>
              </a:defRPr>
            </a:lvl1pPr>
            <a:lvl2pPr algn="l">
              <a:defRPr sz="1650" b="1">
                <a:solidFill>
                  <a:srgbClr val="12846B"/>
                </a:solidFill>
                <a:latin typeface="Arial"/>
                <a:ea typeface="Arial"/>
                <a:cs typeface="Arial"/>
              </a:defRPr>
            </a:lvl2pPr>
            <a:lvl3pPr algn="l">
              <a:defRPr sz="1650" b="1">
                <a:solidFill>
                  <a:srgbClr val="12846B"/>
                </a:solidFill>
                <a:latin typeface="Arial"/>
                <a:ea typeface="Arial"/>
                <a:cs typeface="Arial"/>
              </a:defRPr>
            </a:lvl3pPr>
            <a:lvl4pPr algn="l">
              <a:defRPr sz="1650" b="1">
                <a:solidFill>
                  <a:srgbClr val="12846B"/>
                </a:solidFill>
                <a:latin typeface="Arial"/>
                <a:ea typeface="Arial"/>
                <a:cs typeface="Arial"/>
              </a:defRPr>
            </a:lvl4pPr>
            <a:lvl5pPr algn="l">
              <a:defRPr sz="1650" b="1">
                <a:solidFill>
                  <a:srgbClr val="12846B"/>
                </a:solidFill>
                <a:latin typeface="Arial"/>
                <a:ea typeface="Arial"/>
                <a:cs typeface="Arial"/>
              </a:defRPr>
            </a:lvl5pPr>
            <a:lvl6pPr algn="l">
              <a:defRPr sz="1650" b="1">
                <a:solidFill>
                  <a:srgbClr val="12846B"/>
                </a:solidFill>
                <a:latin typeface="Arial"/>
                <a:ea typeface="Arial"/>
                <a:cs typeface="Arial"/>
              </a:defRPr>
            </a:lvl6pPr>
            <a:lvl7pPr algn="l">
              <a:defRPr sz="1650" b="1">
                <a:solidFill>
                  <a:srgbClr val="12846B"/>
                </a:solidFill>
                <a:latin typeface="Arial"/>
                <a:ea typeface="Arial"/>
                <a:cs typeface="Arial"/>
              </a:defRPr>
            </a:lvl7pPr>
            <a:lvl8pPr algn="l">
              <a:defRPr sz="1650" b="1">
                <a:solidFill>
                  <a:srgbClr val="12846B"/>
                </a:solidFill>
                <a:latin typeface="Arial"/>
                <a:ea typeface="Arial"/>
                <a:cs typeface="Arial"/>
              </a:defRPr>
            </a:lvl8pPr>
            <a:lvl9pPr algn="l">
              <a:defRPr sz="1650" b="1">
                <a:solidFill>
                  <a:srgbClr val="12846B"/>
                </a:solidFill>
                <a:latin typeface="Arial"/>
                <a:ea typeface="Arial"/>
                <a:cs typeface="Arial"/>
              </a:defRPr>
            </a:lvl9pPr>
          </a:lstStyle>
          <a:p xmlns:a="http://schemas.openxmlformats.org/drawingml/2006/main">
            <a:pPr algn="l">
              <a:defRPr sz="1650" b="1">
                <a:solidFill>
                  <a:srgbClr val="12846B"/>
                </a:solidFill>
                <a:latin typeface="Arial"/>
                <a:ea typeface="Arial"/>
                <a:cs typeface="Arial"/>
              </a:defRPr>
            </a:pPr>
            <a:r>
              <a:rPr sz="1650" b="1">
                <a:solidFill>
                  <a:srgbClr val="12846B"/>
                </a:solidFill>
                <a:latin typeface="Arial"/>
                <a:ea typeface="Arial"/>
                <a:cs typeface="Arial"/>
              </a:rPr>
              <a:t>IDENTITY</a:t>
            </a:r>
          </a:p>
        </p:txBody>
      </p:sp>
      <p:sp>
        <p:nvSpPr>
          <p:cNvPr id="16" name="RBAC">
            <a:extLst xmlns:a="http://schemas.openxmlformats.org/drawingml/2006/main">
              <a:ext uri="{FF2B5EF4-FFF2-40B4-BE49-F238E27FC236}">
                <a16:creationId xmlns:a16="http://schemas.microsoft.com/office/drawing/2014/main" id="{9129556A-725A-4FC6-8004-079882AD35D8}"/>
              </a:ext>
            </a:extLst>
          </p:cNvPr>
          <p:cNvSpPr>
            <a:spLocks xmlns:a="http://schemas.openxmlformats.org/drawingml/2006/main" noGrp="1"/>
          </p:cNvSpPr>
          <p:nvPr/>
        </p:nvSpPr>
        <p:spPr>
          <a:xfrm xmlns:a="http://schemas.openxmlformats.org/drawingml/2006/main">
            <a:off x="2924175" y="4448175"/>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1">
                <a:solidFill>
                  <a:srgbClr val="112B3A"/>
                </a:solidFill>
                <a:latin typeface="Arial"/>
                <a:ea typeface="Arial"/>
                <a:cs typeface="Arial"/>
              </a:defRPr>
            </a:defPPr>
            <a:lvl1pPr algn="l">
              <a:defRPr sz="2175" b="1">
                <a:solidFill>
                  <a:srgbClr val="112B3A"/>
                </a:solidFill>
                <a:latin typeface="Arial"/>
                <a:ea typeface="Arial"/>
                <a:cs typeface="Arial"/>
              </a:defRPr>
            </a:lvl1pPr>
            <a:lvl2pPr algn="l">
              <a:defRPr sz="2175" b="1">
                <a:solidFill>
                  <a:srgbClr val="112B3A"/>
                </a:solidFill>
                <a:latin typeface="Arial"/>
                <a:ea typeface="Arial"/>
                <a:cs typeface="Arial"/>
              </a:defRPr>
            </a:lvl2pPr>
            <a:lvl3pPr algn="l">
              <a:defRPr sz="2175" b="1">
                <a:solidFill>
                  <a:srgbClr val="112B3A"/>
                </a:solidFill>
                <a:latin typeface="Arial"/>
                <a:ea typeface="Arial"/>
                <a:cs typeface="Arial"/>
              </a:defRPr>
            </a:lvl3pPr>
            <a:lvl4pPr algn="l">
              <a:defRPr sz="2175" b="1">
                <a:solidFill>
                  <a:srgbClr val="112B3A"/>
                </a:solidFill>
                <a:latin typeface="Arial"/>
                <a:ea typeface="Arial"/>
                <a:cs typeface="Arial"/>
              </a:defRPr>
            </a:lvl4pPr>
            <a:lvl5pPr algn="l">
              <a:defRPr sz="2175" b="1">
                <a:solidFill>
                  <a:srgbClr val="112B3A"/>
                </a:solidFill>
                <a:latin typeface="Arial"/>
                <a:ea typeface="Arial"/>
                <a:cs typeface="Arial"/>
              </a:defRPr>
            </a:lvl5pPr>
            <a:lvl6pPr algn="l">
              <a:defRPr sz="2175" b="1">
                <a:solidFill>
                  <a:srgbClr val="112B3A"/>
                </a:solidFill>
                <a:latin typeface="Arial"/>
                <a:ea typeface="Arial"/>
                <a:cs typeface="Arial"/>
              </a:defRPr>
            </a:lvl6pPr>
            <a:lvl7pPr algn="l">
              <a:defRPr sz="2175" b="1">
                <a:solidFill>
                  <a:srgbClr val="112B3A"/>
                </a:solidFill>
                <a:latin typeface="Arial"/>
                <a:ea typeface="Arial"/>
                <a:cs typeface="Arial"/>
              </a:defRPr>
            </a:lvl7pPr>
            <a:lvl8pPr algn="l">
              <a:defRPr sz="2175" b="1">
                <a:solidFill>
                  <a:srgbClr val="112B3A"/>
                </a:solidFill>
                <a:latin typeface="Arial"/>
                <a:ea typeface="Arial"/>
                <a:cs typeface="Arial"/>
              </a:defRPr>
            </a:lvl8pPr>
            <a:lvl9pPr algn="l">
              <a:defRPr sz="2175" b="1">
                <a:solidFill>
                  <a:srgbClr val="112B3A"/>
                </a:solidFill>
                <a:latin typeface="Arial"/>
                <a:ea typeface="Arial"/>
                <a:cs typeface="Arial"/>
              </a:defRPr>
            </a:lvl9pPr>
          </a:lstStyle>
          <a:p xmlns:a="http://schemas.openxmlformats.org/drawingml/2006/main">
            <a:pPr algn="l">
              <a:defRPr sz="2175" b="1">
                <a:solidFill>
                  <a:srgbClr val="112B3A"/>
                </a:solidFill>
                <a:latin typeface="Arial"/>
                <a:ea typeface="Arial"/>
                <a:cs typeface="Arial"/>
              </a:defRPr>
            </a:pPr>
            <a:r>
              <a:rPr sz="2175" b="1">
                <a:solidFill>
                  <a:srgbClr val="112B3A"/>
                </a:solidFill>
                <a:latin typeface="Arial"/>
                <a:ea typeface="Arial"/>
                <a:cs typeface="Arial"/>
              </a:rPr>
              <a:t>RBAC</a:t>
            </a:r>
          </a:p>
        </p:txBody>
      </p:sp>
      <p:sp>
        <p:nvSpPr>
          <p:cNvPr id="17" name="Constrain API actions">
            <a:extLst xmlns:a="http://schemas.openxmlformats.org/drawingml/2006/main">
              <a:ext uri="{FF2B5EF4-FFF2-40B4-BE49-F238E27FC236}">
                <a16:creationId xmlns:a16="http://schemas.microsoft.com/office/drawing/2014/main" id="{EC115449-26C5-4323-B680-962FF999F0F4}"/>
              </a:ext>
            </a:extLst>
          </p:cNvPr>
          <p:cNvSpPr>
            <a:spLocks xmlns:a="http://schemas.openxmlformats.org/drawingml/2006/main" noGrp="1"/>
          </p:cNvSpPr>
          <p:nvPr/>
        </p:nvSpPr>
        <p:spPr>
          <a:xfrm xmlns:a="http://schemas.openxmlformats.org/drawingml/2006/main">
            <a:off x="6534150" y="4467225"/>
            <a:ext cx="48101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00" b="0">
                <a:solidFill>
                  <a:srgbClr val="112B3A"/>
                </a:solidFill>
                <a:latin typeface="Arial"/>
                <a:ea typeface="Arial"/>
                <a:cs typeface="Arial"/>
              </a:defRPr>
            </a:defPPr>
            <a:lvl1pPr algn="l">
              <a:defRPr sz="1800" b="0">
                <a:solidFill>
                  <a:srgbClr val="112B3A"/>
                </a:solidFill>
                <a:latin typeface="Arial"/>
                <a:ea typeface="Arial"/>
                <a:cs typeface="Arial"/>
              </a:defRPr>
            </a:lvl1pPr>
            <a:lvl2pPr algn="l">
              <a:defRPr sz="1800" b="0">
                <a:solidFill>
                  <a:srgbClr val="112B3A"/>
                </a:solidFill>
                <a:latin typeface="Arial"/>
                <a:ea typeface="Arial"/>
                <a:cs typeface="Arial"/>
              </a:defRPr>
            </a:lvl2pPr>
            <a:lvl3pPr algn="l">
              <a:defRPr sz="1800" b="0">
                <a:solidFill>
                  <a:srgbClr val="112B3A"/>
                </a:solidFill>
                <a:latin typeface="Arial"/>
                <a:ea typeface="Arial"/>
                <a:cs typeface="Arial"/>
              </a:defRPr>
            </a:lvl3pPr>
            <a:lvl4pPr algn="l">
              <a:defRPr sz="1800" b="0">
                <a:solidFill>
                  <a:srgbClr val="112B3A"/>
                </a:solidFill>
                <a:latin typeface="Arial"/>
                <a:ea typeface="Arial"/>
                <a:cs typeface="Arial"/>
              </a:defRPr>
            </a:lvl4pPr>
            <a:lvl5pPr algn="l">
              <a:defRPr sz="1800" b="0">
                <a:solidFill>
                  <a:srgbClr val="112B3A"/>
                </a:solidFill>
                <a:latin typeface="Arial"/>
                <a:ea typeface="Arial"/>
                <a:cs typeface="Arial"/>
              </a:defRPr>
            </a:lvl5pPr>
            <a:lvl6pPr algn="l">
              <a:defRPr sz="1800" b="0">
                <a:solidFill>
                  <a:srgbClr val="112B3A"/>
                </a:solidFill>
                <a:latin typeface="Arial"/>
                <a:ea typeface="Arial"/>
                <a:cs typeface="Arial"/>
              </a:defRPr>
            </a:lvl6pPr>
            <a:lvl7pPr algn="l">
              <a:defRPr sz="1800" b="0">
                <a:solidFill>
                  <a:srgbClr val="112B3A"/>
                </a:solidFill>
                <a:latin typeface="Arial"/>
                <a:ea typeface="Arial"/>
                <a:cs typeface="Arial"/>
              </a:defRPr>
            </a:lvl7pPr>
            <a:lvl8pPr algn="l">
              <a:defRPr sz="1800" b="0">
                <a:solidFill>
                  <a:srgbClr val="112B3A"/>
                </a:solidFill>
                <a:latin typeface="Arial"/>
                <a:ea typeface="Arial"/>
                <a:cs typeface="Arial"/>
              </a:defRPr>
            </a:lvl8pPr>
            <a:lvl9pPr algn="l">
              <a:defRPr sz="1800" b="0">
                <a:solidFill>
                  <a:srgbClr val="112B3A"/>
                </a:solidFill>
                <a:latin typeface="Arial"/>
                <a:ea typeface="Arial"/>
                <a:cs typeface="Arial"/>
              </a:defRPr>
            </a:lvl9pPr>
          </a:lstStyle>
          <a:p xmlns:a="http://schemas.openxmlformats.org/drawingml/2006/main">
            <a:pPr algn="l">
              <a:defRPr sz="1800" b="0">
                <a:solidFill>
                  <a:srgbClr val="112B3A"/>
                </a:solidFill>
                <a:latin typeface="Arial"/>
                <a:ea typeface="Arial"/>
                <a:cs typeface="Arial"/>
              </a:defRPr>
            </a:pPr>
            <a:r>
              <a:rPr sz="1800" b="0">
                <a:solidFill>
                  <a:srgbClr val="112B3A"/>
                </a:solidFill>
                <a:latin typeface="Arial"/>
                <a:ea typeface="Arial"/>
                <a:cs typeface="Arial"/>
              </a:rPr>
              <a:t>Constrain API actions</a:t>
            </a:r>
          </a:p>
        </p:txBody>
      </p:sp>
      <p:sp>
        <p:nvSpPr>
          <p:cNvPr id="18" name="People authorize changes. Falco live alert de">
            <a:extLst xmlns:a="http://schemas.openxmlformats.org/drawingml/2006/main">
              <a:ext uri="{FF2B5EF4-FFF2-40B4-BE49-F238E27FC236}">
                <a16:creationId xmlns:a16="http://schemas.microsoft.com/office/drawing/2014/main" id="{DFFFF652-4423-43FF-A7C2-18A85AE74BEB}"/>
              </a:ext>
            </a:extLst>
          </p:cNvPr>
          <p:cNvSpPr>
            <a:spLocks xmlns:a="http://schemas.openxmlformats.org/drawingml/2006/main" noGrp="1"/>
          </p:cNvSpPr>
          <p:nvPr/>
        </p:nvSpPr>
        <p:spPr>
          <a:xfrm xmlns:a="http://schemas.openxmlformats.org/drawingml/2006/main">
            <a:off x="695325" y="5753100"/>
            <a:ext cx="10687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00" b="1">
                <a:solidFill>
                  <a:srgbClr val="112B3A"/>
                </a:solidFill>
                <a:latin typeface="Arial"/>
                <a:ea typeface="Arial"/>
                <a:cs typeface="Arial"/>
              </a:defRPr>
            </a:defPPr>
            <a:lvl1pPr algn="l">
              <a:defRPr sz="1800" b="1">
                <a:solidFill>
                  <a:srgbClr val="112B3A"/>
                </a:solidFill>
                <a:latin typeface="Arial"/>
                <a:ea typeface="Arial"/>
                <a:cs typeface="Arial"/>
              </a:defRPr>
            </a:lvl1pPr>
            <a:lvl2pPr algn="l">
              <a:defRPr sz="1800" b="1">
                <a:solidFill>
                  <a:srgbClr val="112B3A"/>
                </a:solidFill>
                <a:latin typeface="Arial"/>
                <a:ea typeface="Arial"/>
                <a:cs typeface="Arial"/>
              </a:defRPr>
            </a:lvl2pPr>
            <a:lvl3pPr algn="l">
              <a:defRPr sz="1800" b="1">
                <a:solidFill>
                  <a:srgbClr val="112B3A"/>
                </a:solidFill>
                <a:latin typeface="Arial"/>
                <a:ea typeface="Arial"/>
                <a:cs typeface="Arial"/>
              </a:defRPr>
            </a:lvl3pPr>
            <a:lvl4pPr algn="l">
              <a:defRPr sz="1800" b="1">
                <a:solidFill>
                  <a:srgbClr val="112B3A"/>
                </a:solidFill>
                <a:latin typeface="Arial"/>
                <a:ea typeface="Arial"/>
                <a:cs typeface="Arial"/>
              </a:defRPr>
            </a:lvl4pPr>
            <a:lvl5pPr algn="l">
              <a:defRPr sz="1800" b="1">
                <a:solidFill>
                  <a:srgbClr val="112B3A"/>
                </a:solidFill>
                <a:latin typeface="Arial"/>
                <a:ea typeface="Arial"/>
                <a:cs typeface="Arial"/>
              </a:defRPr>
            </a:lvl5pPr>
            <a:lvl6pPr algn="l">
              <a:defRPr sz="1800" b="1">
                <a:solidFill>
                  <a:srgbClr val="112B3A"/>
                </a:solidFill>
                <a:latin typeface="Arial"/>
                <a:ea typeface="Arial"/>
                <a:cs typeface="Arial"/>
              </a:defRPr>
            </a:lvl6pPr>
            <a:lvl7pPr algn="l">
              <a:defRPr sz="1800" b="1">
                <a:solidFill>
                  <a:srgbClr val="112B3A"/>
                </a:solidFill>
                <a:latin typeface="Arial"/>
                <a:ea typeface="Arial"/>
                <a:cs typeface="Arial"/>
              </a:defRPr>
            </a:lvl7pPr>
            <a:lvl8pPr algn="l">
              <a:defRPr sz="1800" b="1">
                <a:solidFill>
                  <a:srgbClr val="112B3A"/>
                </a:solidFill>
                <a:latin typeface="Arial"/>
                <a:ea typeface="Arial"/>
                <a:cs typeface="Arial"/>
              </a:defRPr>
            </a:lvl8pPr>
            <a:lvl9pPr algn="l">
              <a:defRPr sz="1800" b="1">
                <a:solidFill>
                  <a:srgbClr val="112B3A"/>
                </a:solidFill>
                <a:latin typeface="Arial"/>
                <a:ea typeface="Arial"/>
                <a:cs typeface="Arial"/>
              </a:defRPr>
            </a:lvl9pPr>
          </a:lstStyle>
          <a:p xmlns:a="http://schemas.openxmlformats.org/drawingml/2006/main">
            <a:pPr algn="l">
              <a:defRPr sz="1800" b="1">
                <a:solidFill>
                  <a:srgbClr val="112B3A"/>
                </a:solidFill>
                <a:latin typeface="Arial"/>
                <a:ea typeface="Arial"/>
                <a:cs typeface="Arial"/>
              </a:defRPr>
            </a:pPr>
            <a:r>
              <a:rPr sz="1800" b="1">
                <a:solidFill>
                  <a:srgbClr val="112B3A"/>
                </a:solidFill>
                <a:latin typeface="Arial"/>
                <a:ea typeface="Arial"/>
                <a:cs typeface="Arial"/>
              </a:rPr>
              <a:t>People authorize changes. Falco live alert delivery is untested.</a:t>
            </a:r>
          </a:p>
        </p:txBody>
      </p:sp>
    </p:spTree>
    <p:extLst>
      <p:ext uri="{BB962C8B-B14F-4D97-AF65-F5344CB8AC3E}">
        <p14:creationId xmlns:p14="http://schemas.microsoft.com/office/powerpoint/2010/main" val="1456999971"/>
      </p:ext>
    </p:extLst>
  </p:cSld>
</p:sld>
</file>

<file path=ppt/slides/slide7.xml><?xml version="1.0" encoding="utf-8"?>
<p:sld xmlns:p="http://schemas.openxmlformats.org/presentationml/2006/main">
  <p:cSld>
    <p:bg>
      <p:bgPr>
        <a:solidFill xmlns:a="http://schemas.openxmlformats.org/drawingml/2006/main">
          <a:srgbClr val="081A29"/>
        </a:solidFill>
      </p:bgPr>
    </p:bg>
    <p:spTree>
      <p:nvGrpSpPr>
        <p:cNvPr id="1" name=""/>
        <p:cNvGrpSpPr/>
        <p:nvPr/>
      </p:nvGrpSpPr>
      <p:grpSpPr>
        <a:xfrm xmlns:a="http://schemas.openxmlformats.org/drawingml/2006/main"/>
      </p:grpSpPr>
      <p:sp>
        <p:nvSpPr>
          <p:cNvPr id="21" name="slide-7-title">
            <a:extLst xmlns:a="http://schemas.openxmlformats.org/drawingml/2006/main">
              <a:ext uri="{FF2B5EF4-FFF2-40B4-BE49-F238E27FC236}">
                <a16:creationId xmlns:a16="http://schemas.microsoft.com/office/drawing/2014/main" id="{E042B20A-A20D-4ADC-8B18-6A5CD6E3C60E}"/>
              </a:ext>
            </a:extLst>
          </p:cNvPr>
          <p:cNvSpPr>
            <a:spLocks xmlns:a="http://schemas.openxmlformats.org/drawingml/2006/main" noGrp="1"/>
          </p:cNvSpPr>
          <p:nvPr/>
        </p:nvSpPr>
        <p:spPr>
          <a:xfrm xmlns:a="http://schemas.openxmlformats.org/drawingml/2006/main">
            <a:off x="609600" y="476250"/>
            <a:ext cx="10858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FFFFFF"/>
                </a:solidFill>
                <a:latin typeface="Arial"/>
                <a:ea typeface="Arial"/>
                <a:cs typeface="Arial"/>
              </a:defRPr>
            </a:defPPr>
            <a:lvl1pPr algn="l">
              <a:defRPr sz="3150" b="1">
                <a:solidFill>
                  <a:srgbClr val="FFFFFF"/>
                </a:solidFill>
                <a:latin typeface="Arial"/>
                <a:ea typeface="Arial"/>
                <a:cs typeface="Arial"/>
              </a:defRPr>
            </a:lvl1pPr>
            <a:lvl2pPr algn="l">
              <a:defRPr sz="3150" b="1">
                <a:solidFill>
                  <a:srgbClr val="FFFFFF"/>
                </a:solidFill>
                <a:latin typeface="Arial"/>
                <a:ea typeface="Arial"/>
                <a:cs typeface="Arial"/>
              </a:defRPr>
            </a:lvl2pPr>
            <a:lvl3pPr algn="l">
              <a:defRPr sz="3150" b="1">
                <a:solidFill>
                  <a:srgbClr val="FFFFFF"/>
                </a:solidFill>
                <a:latin typeface="Arial"/>
                <a:ea typeface="Arial"/>
                <a:cs typeface="Arial"/>
              </a:defRPr>
            </a:lvl3pPr>
            <a:lvl4pPr algn="l">
              <a:defRPr sz="3150" b="1">
                <a:solidFill>
                  <a:srgbClr val="FFFFFF"/>
                </a:solidFill>
                <a:latin typeface="Arial"/>
                <a:ea typeface="Arial"/>
                <a:cs typeface="Arial"/>
              </a:defRPr>
            </a:lvl4pPr>
            <a:lvl5pPr algn="l">
              <a:defRPr sz="3150" b="1">
                <a:solidFill>
                  <a:srgbClr val="FFFFFF"/>
                </a:solidFill>
                <a:latin typeface="Arial"/>
                <a:ea typeface="Arial"/>
                <a:cs typeface="Arial"/>
              </a:defRPr>
            </a:lvl5pPr>
            <a:lvl6pPr algn="l">
              <a:defRPr sz="3150" b="1">
                <a:solidFill>
                  <a:srgbClr val="FFFFFF"/>
                </a:solidFill>
                <a:latin typeface="Arial"/>
                <a:ea typeface="Arial"/>
                <a:cs typeface="Arial"/>
              </a:defRPr>
            </a:lvl6pPr>
            <a:lvl7pPr algn="l">
              <a:defRPr sz="3150" b="1">
                <a:solidFill>
                  <a:srgbClr val="FFFFFF"/>
                </a:solidFill>
                <a:latin typeface="Arial"/>
                <a:ea typeface="Arial"/>
                <a:cs typeface="Arial"/>
              </a:defRPr>
            </a:lvl7pPr>
            <a:lvl8pPr algn="l">
              <a:defRPr sz="3150" b="1">
                <a:solidFill>
                  <a:srgbClr val="FFFFFF"/>
                </a:solidFill>
                <a:latin typeface="Arial"/>
                <a:ea typeface="Arial"/>
                <a:cs typeface="Arial"/>
              </a:defRPr>
            </a:lvl8pPr>
            <a:lvl9pPr algn="l">
              <a:defRPr sz="3150" b="1">
                <a:solidFill>
                  <a:srgbClr val="FFFFFF"/>
                </a:solidFill>
                <a:latin typeface="Arial"/>
                <a:ea typeface="Arial"/>
                <a:cs typeface="Arial"/>
              </a:defRPr>
            </a:lvl9pPr>
          </a:lstStyle>
          <a:p xmlns:a="http://schemas.openxmlformats.org/drawingml/2006/main">
            <a:pPr algn="l">
              <a:defRPr sz="3150" b="1">
                <a:solidFill>
                  <a:srgbClr val="FFFFFF"/>
                </a:solidFill>
                <a:latin typeface="Arial"/>
                <a:ea typeface="Arial"/>
                <a:cs typeface="Arial"/>
              </a:defRPr>
            </a:pPr>
            <a:r>
              <a:rPr sz="3150" b="1">
                <a:solidFill>
                  <a:srgbClr val="FFFFFF"/>
                </a:solidFill>
                <a:latin typeface="Arial"/>
                <a:ea typeface="Arial"/>
                <a:cs typeface="Arial"/>
              </a:rPr>
              <a:t>Policy proposal boundaries</a:t>
            </a:r>
          </a:p>
        </p:txBody>
      </p:sp>
      <p:sp>
        <p:nvSpPr>
          <p:cNvPr id="2" name="The reference demo supplies decisions; compil">
            <a:extLst xmlns:a="http://schemas.openxmlformats.org/drawingml/2006/main">
              <a:ext uri="{FF2B5EF4-FFF2-40B4-BE49-F238E27FC236}">
                <a16:creationId xmlns:a16="http://schemas.microsoft.com/office/drawing/2014/main" id="{070A1C20-2D8C-4E19-A2DA-36EA6867138A}"/>
              </a:ext>
            </a:extLst>
          </p:cNvPr>
          <p:cNvSpPr>
            <a:spLocks xmlns:a="http://schemas.openxmlformats.org/drawingml/2006/main" noGrp="1"/>
          </p:cNvSpPr>
          <p:nvPr/>
        </p:nvSpPr>
        <p:spPr>
          <a:xfrm xmlns:a="http://schemas.openxmlformats.org/drawingml/2006/main">
            <a:off x="647700" y="1257300"/>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a:solidFill>
                  <a:srgbClr val="37D5BE"/>
                </a:solidFill>
                <a:latin typeface="Arial"/>
                <a:ea typeface="Arial"/>
                <a:cs typeface="Arial"/>
              </a:defRPr>
            </a:defPPr>
            <a:lvl1pPr algn="l">
              <a:defRPr sz="1500" b="0">
                <a:solidFill>
                  <a:srgbClr val="37D5BE"/>
                </a:solidFill>
                <a:latin typeface="Arial"/>
                <a:ea typeface="Arial"/>
                <a:cs typeface="Arial"/>
              </a:defRPr>
            </a:lvl1pPr>
            <a:lvl2pPr algn="l">
              <a:defRPr sz="1500" b="0">
                <a:solidFill>
                  <a:srgbClr val="37D5BE"/>
                </a:solidFill>
                <a:latin typeface="Arial"/>
                <a:ea typeface="Arial"/>
                <a:cs typeface="Arial"/>
              </a:defRPr>
            </a:lvl2pPr>
            <a:lvl3pPr algn="l">
              <a:defRPr sz="1500" b="0">
                <a:solidFill>
                  <a:srgbClr val="37D5BE"/>
                </a:solidFill>
                <a:latin typeface="Arial"/>
                <a:ea typeface="Arial"/>
                <a:cs typeface="Arial"/>
              </a:defRPr>
            </a:lvl3pPr>
            <a:lvl4pPr algn="l">
              <a:defRPr sz="1500" b="0">
                <a:solidFill>
                  <a:srgbClr val="37D5BE"/>
                </a:solidFill>
                <a:latin typeface="Arial"/>
                <a:ea typeface="Arial"/>
                <a:cs typeface="Arial"/>
              </a:defRPr>
            </a:lvl4pPr>
            <a:lvl5pPr algn="l">
              <a:defRPr sz="1500" b="0">
                <a:solidFill>
                  <a:srgbClr val="37D5BE"/>
                </a:solidFill>
                <a:latin typeface="Arial"/>
                <a:ea typeface="Arial"/>
                <a:cs typeface="Arial"/>
              </a:defRPr>
            </a:lvl5pPr>
            <a:lvl6pPr algn="l">
              <a:defRPr sz="1500" b="0">
                <a:solidFill>
                  <a:srgbClr val="37D5BE"/>
                </a:solidFill>
                <a:latin typeface="Arial"/>
                <a:ea typeface="Arial"/>
                <a:cs typeface="Arial"/>
              </a:defRPr>
            </a:lvl6pPr>
            <a:lvl7pPr algn="l">
              <a:defRPr sz="1500" b="0">
                <a:solidFill>
                  <a:srgbClr val="37D5BE"/>
                </a:solidFill>
                <a:latin typeface="Arial"/>
                <a:ea typeface="Arial"/>
                <a:cs typeface="Arial"/>
              </a:defRPr>
            </a:lvl7pPr>
            <a:lvl8pPr algn="l">
              <a:defRPr sz="1500" b="0">
                <a:solidFill>
                  <a:srgbClr val="37D5BE"/>
                </a:solidFill>
                <a:latin typeface="Arial"/>
                <a:ea typeface="Arial"/>
                <a:cs typeface="Arial"/>
              </a:defRPr>
            </a:lvl8pPr>
            <a:lvl9pPr algn="l">
              <a:defRPr sz="1500" b="0">
                <a:solidFill>
                  <a:srgbClr val="37D5BE"/>
                </a:solidFill>
                <a:latin typeface="Arial"/>
                <a:ea typeface="Arial"/>
                <a:cs typeface="Arial"/>
              </a:defRPr>
            </a:lvl9pPr>
          </a:lstStyle>
          <a:p xmlns:a="http://schemas.openxmlformats.org/drawingml/2006/main">
            <a:pPr algn="l">
              <a:defRPr sz="1500" b="0">
                <a:solidFill>
                  <a:srgbClr val="37D5BE"/>
                </a:solidFill>
                <a:latin typeface="Arial"/>
                <a:ea typeface="Arial"/>
                <a:cs typeface="Arial"/>
              </a:defRPr>
            </a:pPr>
            <a:r>
              <a:rPr sz="1500" b="0">
                <a:solidFill>
                  <a:srgbClr val="37D5BE"/>
                </a:solidFill>
                <a:latin typeface="Arial"/>
                <a:ea typeface="Arial"/>
                <a:cs typeface="Arial"/>
              </a:rPr>
              <a:t>The reference demo supplies decisions; compilation and tests run now</a:t>
            </a:r>
          </a:p>
        </p:txBody>
      </p:sp>
      <p:sp>
        <p:nvSpPr>
          <p:cNvPr id="3" name="07">
            <a:extLst xmlns:a="http://schemas.openxmlformats.org/drawingml/2006/main">
              <a:ext uri="{FF2B5EF4-FFF2-40B4-BE49-F238E27FC236}">
                <a16:creationId xmlns:a16="http://schemas.microsoft.com/office/drawing/2014/main" id="{43DFDF59-8A32-46E0-95DC-D98A2057EDB6}"/>
              </a:ext>
            </a:extLst>
          </p:cNvPr>
          <p:cNvSpPr>
            <a:spLocks xmlns:a="http://schemas.openxmlformats.org/drawingml/2006/main" noGrp="1"/>
          </p:cNvSpPr>
          <p:nvPr/>
        </p:nvSpPr>
        <p:spPr>
          <a:xfrm xmlns:a="http://schemas.openxmlformats.org/drawingml/2006/main">
            <a:off x="11172825" y="641032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0">
                <a:solidFill>
                  <a:srgbClr val="A8C1CA"/>
                </a:solidFill>
                <a:latin typeface="Arial"/>
                <a:ea typeface="Arial"/>
                <a:cs typeface="Arial"/>
              </a:defRPr>
            </a:defPPr>
            <a:lvl1pPr algn="r">
              <a:defRPr sz="975" b="0">
                <a:solidFill>
                  <a:srgbClr val="A8C1CA"/>
                </a:solidFill>
                <a:latin typeface="Arial"/>
                <a:ea typeface="Arial"/>
                <a:cs typeface="Arial"/>
              </a:defRPr>
            </a:lvl1pPr>
            <a:lvl2pPr algn="r">
              <a:defRPr sz="975" b="0">
                <a:solidFill>
                  <a:srgbClr val="A8C1CA"/>
                </a:solidFill>
                <a:latin typeface="Arial"/>
                <a:ea typeface="Arial"/>
                <a:cs typeface="Arial"/>
              </a:defRPr>
            </a:lvl2pPr>
            <a:lvl3pPr algn="r">
              <a:defRPr sz="975" b="0">
                <a:solidFill>
                  <a:srgbClr val="A8C1CA"/>
                </a:solidFill>
                <a:latin typeface="Arial"/>
                <a:ea typeface="Arial"/>
                <a:cs typeface="Arial"/>
              </a:defRPr>
            </a:lvl3pPr>
            <a:lvl4pPr algn="r">
              <a:defRPr sz="975" b="0">
                <a:solidFill>
                  <a:srgbClr val="A8C1CA"/>
                </a:solidFill>
                <a:latin typeface="Arial"/>
                <a:ea typeface="Arial"/>
                <a:cs typeface="Arial"/>
              </a:defRPr>
            </a:lvl4pPr>
            <a:lvl5pPr algn="r">
              <a:defRPr sz="975" b="0">
                <a:solidFill>
                  <a:srgbClr val="A8C1CA"/>
                </a:solidFill>
                <a:latin typeface="Arial"/>
                <a:ea typeface="Arial"/>
                <a:cs typeface="Arial"/>
              </a:defRPr>
            </a:lvl5pPr>
            <a:lvl6pPr algn="r">
              <a:defRPr sz="975" b="0">
                <a:solidFill>
                  <a:srgbClr val="A8C1CA"/>
                </a:solidFill>
                <a:latin typeface="Arial"/>
                <a:ea typeface="Arial"/>
                <a:cs typeface="Arial"/>
              </a:defRPr>
            </a:lvl6pPr>
            <a:lvl7pPr algn="r">
              <a:defRPr sz="975" b="0">
                <a:solidFill>
                  <a:srgbClr val="A8C1CA"/>
                </a:solidFill>
                <a:latin typeface="Arial"/>
                <a:ea typeface="Arial"/>
                <a:cs typeface="Arial"/>
              </a:defRPr>
            </a:lvl7pPr>
            <a:lvl8pPr algn="r">
              <a:defRPr sz="975" b="0">
                <a:solidFill>
                  <a:srgbClr val="A8C1CA"/>
                </a:solidFill>
                <a:latin typeface="Arial"/>
                <a:ea typeface="Arial"/>
                <a:cs typeface="Arial"/>
              </a:defRPr>
            </a:lvl8pPr>
            <a:lvl9pPr algn="r">
              <a:defRPr sz="975" b="0">
                <a:solidFill>
                  <a:srgbClr val="A8C1CA"/>
                </a:solidFill>
                <a:latin typeface="Arial"/>
                <a:ea typeface="Arial"/>
                <a:cs typeface="Arial"/>
              </a:defRPr>
            </a:lvl9pPr>
          </a:lstStyle>
          <a:p xmlns:a="http://schemas.openxmlformats.org/drawingml/2006/main">
            <a:pPr algn="r">
              <a:defRPr sz="975" b="0">
                <a:solidFill>
                  <a:srgbClr val="A8C1CA"/>
                </a:solidFill>
                <a:latin typeface="Arial"/>
                <a:ea typeface="Arial"/>
                <a:cs typeface="Arial"/>
              </a:defRPr>
            </a:pPr>
            <a:r>
              <a:rPr sz="975" b="0">
                <a:solidFill>
                  <a:srgbClr val="A8C1CA"/>
                </a:solidFill>
                <a:latin typeface="Arial"/>
                <a:ea typeface="Arial"/>
                <a:cs typeface="Arial"/>
              </a:rPr>
              <a:t>07</a:t>
            </a:r>
          </a:p>
        </p:txBody>
      </p:sp>
      <p:sp>
        <p:nvSpPr>
          <p:cNvPr id="4" name="INTENT">
            <a:extLst xmlns:a="http://schemas.openxmlformats.org/drawingml/2006/main">
              <a:ext uri="{FF2B5EF4-FFF2-40B4-BE49-F238E27FC236}">
                <a16:creationId xmlns:a16="http://schemas.microsoft.com/office/drawing/2014/main" id="{BEA9868D-3949-47D1-AF57-F1A7E2C67640}"/>
              </a:ext>
            </a:extLst>
          </p:cNvPr>
          <p:cNvSpPr>
            <a:spLocks xmlns:a="http://schemas.openxmlformats.org/drawingml/2006/main" noGrp="1"/>
          </p:cNvSpPr>
          <p:nvPr/>
        </p:nvSpPr>
        <p:spPr>
          <a:xfrm xmlns:a="http://schemas.openxmlformats.org/drawingml/2006/main">
            <a:off x="638175" y="2438400"/>
            <a:ext cx="2343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1">
                <a:solidFill>
                  <a:srgbClr val="37D5BE"/>
                </a:solidFill>
                <a:latin typeface="Arial"/>
                <a:ea typeface="Arial"/>
                <a:cs typeface="Arial"/>
              </a:defRPr>
            </a:defPPr>
            <a:lvl1pPr algn="l">
              <a:defRPr sz="1875" b="1">
                <a:solidFill>
                  <a:srgbClr val="37D5BE"/>
                </a:solidFill>
                <a:latin typeface="Arial"/>
                <a:ea typeface="Arial"/>
                <a:cs typeface="Arial"/>
              </a:defRPr>
            </a:lvl1pPr>
            <a:lvl2pPr algn="l">
              <a:defRPr sz="1875" b="1">
                <a:solidFill>
                  <a:srgbClr val="37D5BE"/>
                </a:solidFill>
                <a:latin typeface="Arial"/>
                <a:ea typeface="Arial"/>
                <a:cs typeface="Arial"/>
              </a:defRPr>
            </a:lvl2pPr>
            <a:lvl3pPr algn="l">
              <a:defRPr sz="1875" b="1">
                <a:solidFill>
                  <a:srgbClr val="37D5BE"/>
                </a:solidFill>
                <a:latin typeface="Arial"/>
                <a:ea typeface="Arial"/>
                <a:cs typeface="Arial"/>
              </a:defRPr>
            </a:lvl3pPr>
            <a:lvl4pPr algn="l">
              <a:defRPr sz="1875" b="1">
                <a:solidFill>
                  <a:srgbClr val="37D5BE"/>
                </a:solidFill>
                <a:latin typeface="Arial"/>
                <a:ea typeface="Arial"/>
                <a:cs typeface="Arial"/>
              </a:defRPr>
            </a:lvl4pPr>
            <a:lvl5pPr algn="l">
              <a:defRPr sz="1875" b="1">
                <a:solidFill>
                  <a:srgbClr val="37D5BE"/>
                </a:solidFill>
                <a:latin typeface="Arial"/>
                <a:ea typeface="Arial"/>
                <a:cs typeface="Arial"/>
              </a:defRPr>
            </a:lvl5pPr>
            <a:lvl6pPr algn="l">
              <a:defRPr sz="1875" b="1">
                <a:solidFill>
                  <a:srgbClr val="37D5BE"/>
                </a:solidFill>
                <a:latin typeface="Arial"/>
                <a:ea typeface="Arial"/>
                <a:cs typeface="Arial"/>
              </a:defRPr>
            </a:lvl6pPr>
            <a:lvl7pPr algn="l">
              <a:defRPr sz="1875" b="1">
                <a:solidFill>
                  <a:srgbClr val="37D5BE"/>
                </a:solidFill>
                <a:latin typeface="Arial"/>
                <a:ea typeface="Arial"/>
                <a:cs typeface="Arial"/>
              </a:defRPr>
            </a:lvl7pPr>
            <a:lvl8pPr algn="l">
              <a:defRPr sz="1875" b="1">
                <a:solidFill>
                  <a:srgbClr val="37D5BE"/>
                </a:solidFill>
                <a:latin typeface="Arial"/>
                <a:ea typeface="Arial"/>
                <a:cs typeface="Arial"/>
              </a:defRPr>
            </a:lvl8pPr>
            <a:lvl9pPr algn="l">
              <a:defRPr sz="1875" b="1">
                <a:solidFill>
                  <a:srgbClr val="37D5BE"/>
                </a:solidFill>
                <a:latin typeface="Arial"/>
                <a:ea typeface="Arial"/>
                <a:cs typeface="Arial"/>
              </a:defRPr>
            </a:lvl9pPr>
          </a:lstStyle>
          <a:p xmlns:a="http://schemas.openxmlformats.org/drawingml/2006/main">
            <a:pPr algn="l">
              <a:defRPr sz="1875" b="1">
                <a:solidFill>
                  <a:srgbClr val="37D5BE"/>
                </a:solidFill>
                <a:latin typeface="Arial"/>
                <a:ea typeface="Arial"/>
                <a:cs typeface="Arial"/>
              </a:defRPr>
            </a:pPr>
            <a:r>
              <a:rPr sz="1875" b="1">
                <a:solidFill>
                  <a:srgbClr val="37D5BE"/>
                </a:solidFill>
                <a:latin typeface="Arial"/>
                <a:ea typeface="Arial"/>
                <a:cs typeface="Arial"/>
              </a:rPr>
              <a:t>INTENT</a:t>
            </a:r>
          </a:p>
        </p:txBody>
      </p:sp>
      <p:sp>
        <p:nvSpPr>
          <p:cNvPr id="5" name="diagram-boundary">
            <a:extLst xmlns:a="http://schemas.openxmlformats.org/drawingml/2006/main">
              <a:ext uri="{FF2B5EF4-FFF2-40B4-BE49-F238E27FC236}">
                <a16:creationId xmlns:a16="http://schemas.microsoft.com/office/drawing/2014/main" id="{4D88FE0F-B2F9-4744-BAAC-50161245EEE5}"/>
              </a:ext>
            </a:extLst>
          </p:cNvPr>
          <p:cNvSpPr>
            <a:spLocks xmlns:a="http://schemas.openxmlformats.org/drawingml/2006/main" noGrp="1"/>
          </p:cNvSpPr>
          <p:nvPr/>
        </p:nvSpPr>
        <p:spPr>
          <a:xfrm xmlns:a="http://schemas.openxmlformats.org/drawingml/2006/main">
            <a:off x="638175" y="2971800"/>
            <a:ext cx="2209800" cy="19050"/>
          </a:xfrm>
          <a:prstGeom xmlns:a="http://schemas.openxmlformats.org/drawingml/2006/main" prst="rect">
            <a:avLst/>
          </a:prstGeom>
          <a:solidFill xmlns:a="http://schemas.openxmlformats.org/drawingml/2006/main">
            <a:srgbClr val="3B6576"/>
          </a:solidFill>
          <a:ln xmlns:a="http://schemas.openxmlformats.org/drawingml/2006/main" w="0">
            <a:noFill/>
            <a:prstDash val="solid"/>
          </a:ln>
        </p:spPr>
      </p:sp>
      <p:sp>
        <p:nvSpPr>
          <p:cNvPr id="6" name="Typed request">
            <a:extLst xmlns:a="http://schemas.openxmlformats.org/drawingml/2006/main">
              <a:ext uri="{FF2B5EF4-FFF2-40B4-BE49-F238E27FC236}">
                <a16:creationId xmlns:a16="http://schemas.microsoft.com/office/drawing/2014/main" id="{F47B178D-E12B-4088-8AEC-C1B80BDF8711}"/>
              </a:ext>
            </a:extLst>
          </p:cNvPr>
          <p:cNvSpPr>
            <a:spLocks xmlns:a="http://schemas.openxmlformats.org/drawingml/2006/main" noGrp="1"/>
          </p:cNvSpPr>
          <p:nvPr/>
        </p:nvSpPr>
        <p:spPr>
          <a:xfrm xmlns:a="http://schemas.openxmlformats.org/drawingml/2006/main">
            <a:off x="638175" y="3228975"/>
            <a:ext cx="23526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0">
                <a:solidFill>
                  <a:srgbClr val="FFFFFF"/>
                </a:solidFill>
                <a:latin typeface="Arial"/>
                <a:ea typeface="Arial"/>
                <a:cs typeface="Arial"/>
              </a:defRPr>
            </a:defPPr>
            <a:lvl1pPr algn="l">
              <a:defRPr sz="1950" b="0">
                <a:solidFill>
                  <a:srgbClr val="FFFFFF"/>
                </a:solidFill>
                <a:latin typeface="Arial"/>
                <a:ea typeface="Arial"/>
                <a:cs typeface="Arial"/>
              </a:defRPr>
            </a:lvl1pPr>
            <a:lvl2pPr algn="l">
              <a:defRPr sz="1950" b="0">
                <a:solidFill>
                  <a:srgbClr val="FFFFFF"/>
                </a:solidFill>
                <a:latin typeface="Arial"/>
                <a:ea typeface="Arial"/>
                <a:cs typeface="Arial"/>
              </a:defRPr>
            </a:lvl2pPr>
            <a:lvl3pPr algn="l">
              <a:defRPr sz="1950" b="0">
                <a:solidFill>
                  <a:srgbClr val="FFFFFF"/>
                </a:solidFill>
                <a:latin typeface="Arial"/>
                <a:ea typeface="Arial"/>
                <a:cs typeface="Arial"/>
              </a:defRPr>
            </a:lvl3pPr>
            <a:lvl4pPr algn="l">
              <a:defRPr sz="1950" b="0">
                <a:solidFill>
                  <a:srgbClr val="FFFFFF"/>
                </a:solidFill>
                <a:latin typeface="Arial"/>
                <a:ea typeface="Arial"/>
                <a:cs typeface="Arial"/>
              </a:defRPr>
            </a:lvl4pPr>
            <a:lvl5pPr algn="l">
              <a:defRPr sz="1950" b="0">
                <a:solidFill>
                  <a:srgbClr val="FFFFFF"/>
                </a:solidFill>
                <a:latin typeface="Arial"/>
                <a:ea typeface="Arial"/>
                <a:cs typeface="Arial"/>
              </a:defRPr>
            </a:lvl5pPr>
            <a:lvl6pPr algn="l">
              <a:defRPr sz="1950" b="0">
                <a:solidFill>
                  <a:srgbClr val="FFFFFF"/>
                </a:solidFill>
                <a:latin typeface="Arial"/>
                <a:ea typeface="Arial"/>
                <a:cs typeface="Arial"/>
              </a:defRPr>
            </a:lvl6pPr>
            <a:lvl7pPr algn="l">
              <a:defRPr sz="1950" b="0">
                <a:solidFill>
                  <a:srgbClr val="FFFFFF"/>
                </a:solidFill>
                <a:latin typeface="Arial"/>
                <a:ea typeface="Arial"/>
                <a:cs typeface="Arial"/>
              </a:defRPr>
            </a:lvl7pPr>
            <a:lvl8pPr algn="l">
              <a:defRPr sz="1950" b="0">
                <a:solidFill>
                  <a:srgbClr val="FFFFFF"/>
                </a:solidFill>
                <a:latin typeface="Arial"/>
                <a:ea typeface="Arial"/>
                <a:cs typeface="Arial"/>
              </a:defRPr>
            </a:lvl8pPr>
            <a:lvl9pPr algn="l">
              <a:defRPr sz="1950" b="0">
                <a:solidFill>
                  <a:srgbClr val="FFFFFF"/>
                </a:solidFill>
                <a:latin typeface="Arial"/>
                <a:ea typeface="Arial"/>
                <a:cs typeface="Arial"/>
              </a:defRPr>
            </a:lvl9pPr>
          </a:lstStyle>
          <a:p xmlns:a="http://schemas.openxmlformats.org/drawingml/2006/main">
            <a:pPr algn="l">
              <a:defRPr sz="1950" b="0">
                <a:solidFill>
                  <a:srgbClr val="FFFFFF"/>
                </a:solidFill>
                <a:latin typeface="Arial"/>
                <a:ea typeface="Arial"/>
                <a:cs typeface="Arial"/>
              </a:defRPr>
            </a:pPr>
            <a:r>
              <a:rPr sz="1950" b="0">
                <a:solidFill>
                  <a:srgbClr val="FFFFFF"/>
                </a:solidFill>
                <a:latin typeface="Arial"/>
                <a:ea typeface="Arial"/>
                <a:cs typeface="Arial"/>
              </a:rPr>
              <a:t>Typed request</a:t>
            </a:r>
          </a:p>
        </p:txBody>
      </p:sp>
      <p:sp>
        <p:nvSpPr>
          <p:cNvPr id="7" name="→">
            <a:extLst xmlns:a="http://schemas.openxmlformats.org/drawingml/2006/main">
              <a:ext uri="{FF2B5EF4-FFF2-40B4-BE49-F238E27FC236}">
                <a16:creationId xmlns:a16="http://schemas.microsoft.com/office/drawing/2014/main" id="{8FC8E6E4-9B13-43B3-9863-EA6CBF208EF3}"/>
              </a:ext>
            </a:extLst>
          </p:cNvPr>
          <p:cNvSpPr>
            <a:spLocks xmlns:a="http://schemas.openxmlformats.org/drawingml/2006/main" noGrp="1"/>
          </p:cNvSpPr>
          <p:nvPr/>
        </p:nvSpPr>
        <p:spPr>
          <a:xfrm xmlns:a="http://schemas.openxmlformats.org/drawingml/2006/main">
            <a:off x="2962275" y="2724150"/>
            <a:ext cx="4667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850" b="1">
                <a:solidFill>
                  <a:srgbClr val="37D5BE"/>
                </a:solidFill>
                <a:latin typeface="Arial"/>
                <a:ea typeface="Arial"/>
                <a:cs typeface="Arial"/>
              </a:defRPr>
            </a:defPPr>
            <a:lvl1pPr algn="ctr">
              <a:defRPr sz="2850" b="1">
                <a:solidFill>
                  <a:srgbClr val="37D5BE"/>
                </a:solidFill>
                <a:latin typeface="Arial"/>
                <a:ea typeface="Arial"/>
                <a:cs typeface="Arial"/>
              </a:defRPr>
            </a:lvl1pPr>
            <a:lvl2pPr algn="ctr">
              <a:defRPr sz="2850" b="1">
                <a:solidFill>
                  <a:srgbClr val="37D5BE"/>
                </a:solidFill>
                <a:latin typeface="Arial"/>
                <a:ea typeface="Arial"/>
                <a:cs typeface="Arial"/>
              </a:defRPr>
            </a:lvl2pPr>
            <a:lvl3pPr algn="ctr">
              <a:defRPr sz="2850" b="1">
                <a:solidFill>
                  <a:srgbClr val="37D5BE"/>
                </a:solidFill>
                <a:latin typeface="Arial"/>
                <a:ea typeface="Arial"/>
                <a:cs typeface="Arial"/>
              </a:defRPr>
            </a:lvl3pPr>
            <a:lvl4pPr algn="ctr">
              <a:defRPr sz="2850" b="1">
                <a:solidFill>
                  <a:srgbClr val="37D5BE"/>
                </a:solidFill>
                <a:latin typeface="Arial"/>
                <a:ea typeface="Arial"/>
                <a:cs typeface="Arial"/>
              </a:defRPr>
            </a:lvl4pPr>
            <a:lvl5pPr algn="ctr">
              <a:defRPr sz="2850" b="1">
                <a:solidFill>
                  <a:srgbClr val="37D5BE"/>
                </a:solidFill>
                <a:latin typeface="Arial"/>
                <a:ea typeface="Arial"/>
                <a:cs typeface="Arial"/>
              </a:defRPr>
            </a:lvl5pPr>
            <a:lvl6pPr algn="ctr">
              <a:defRPr sz="2850" b="1">
                <a:solidFill>
                  <a:srgbClr val="37D5BE"/>
                </a:solidFill>
                <a:latin typeface="Arial"/>
                <a:ea typeface="Arial"/>
                <a:cs typeface="Arial"/>
              </a:defRPr>
            </a:lvl6pPr>
            <a:lvl7pPr algn="ctr">
              <a:defRPr sz="2850" b="1">
                <a:solidFill>
                  <a:srgbClr val="37D5BE"/>
                </a:solidFill>
                <a:latin typeface="Arial"/>
                <a:ea typeface="Arial"/>
                <a:cs typeface="Arial"/>
              </a:defRPr>
            </a:lvl7pPr>
            <a:lvl8pPr algn="ctr">
              <a:defRPr sz="2850" b="1">
                <a:solidFill>
                  <a:srgbClr val="37D5BE"/>
                </a:solidFill>
                <a:latin typeface="Arial"/>
                <a:ea typeface="Arial"/>
                <a:cs typeface="Arial"/>
              </a:defRPr>
            </a:lvl8pPr>
            <a:lvl9pPr algn="ctr">
              <a:defRPr sz="2850" b="1">
                <a:solidFill>
                  <a:srgbClr val="37D5BE"/>
                </a:solidFill>
                <a:latin typeface="Arial"/>
                <a:ea typeface="Arial"/>
                <a:cs typeface="Arial"/>
              </a:defRPr>
            </a:lvl9pPr>
          </a:lstStyle>
          <a:p xmlns:a="http://schemas.openxmlformats.org/drawingml/2006/main">
            <a:pPr algn="ctr">
              <a:defRPr sz="2850" b="1">
                <a:solidFill>
                  <a:srgbClr val="37D5BE"/>
                </a:solidFill>
                <a:latin typeface="Arial"/>
                <a:ea typeface="Arial"/>
                <a:cs typeface="Arial"/>
              </a:defRPr>
            </a:pPr>
            <a:r>
              <a:rPr sz="2850" b="1">
                <a:solidFill>
                  <a:srgbClr val="37D5BE"/>
                </a:solidFill>
                <a:latin typeface="Arial"/>
                <a:ea typeface="Arial"/>
                <a:cs typeface="Arial"/>
              </a:rPr>
              <a:t>→</a:t>
            </a:r>
          </a:p>
        </p:txBody>
      </p:sp>
      <p:sp>
        <p:nvSpPr>
          <p:cNvPr id="8" name="DECIDER">
            <a:extLst xmlns:a="http://schemas.openxmlformats.org/drawingml/2006/main">
              <a:ext uri="{FF2B5EF4-FFF2-40B4-BE49-F238E27FC236}">
                <a16:creationId xmlns:a16="http://schemas.microsoft.com/office/drawing/2014/main" id="{C995A503-FB8D-4BF4-8FB5-08AEF0CA7290}"/>
              </a:ext>
            </a:extLst>
          </p:cNvPr>
          <p:cNvSpPr>
            <a:spLocks xmlns:a="http://schemas.openxmlformats.org/drawingml/2006/main" noGrp="1"/>
          </p:cNvSpPr>
          <p:nvPr/>
        </p:nvSpPr>
        <p:spPr>
          <a:xfrm xmlns:a="http://schemas.openxmlformats.org/drawingml/2006/main">
            <a:off x="3495675" y="2438400"/>
            <a:ext cx="2343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1">
                <a:solidFill>
                  <a:srgbClr val="37D5BE"/>
                </a:solidFill>
                <a:latin typeface="Arial"/>
                <a:ea typeface="Arial"/>
                <a:cs typeface="Arial"/>
              </a:defRPr>
            </a:defPPr>
            <a:lvl1pPr algn="l">
              <a:defRPr sz="1875" b="1">
                <a:solidFill>
                  <a:srgbClr val="37D5BE"/>
                </a:solidFill>
                <a:latin typeface="Arial"/>
                <a:ea typeface="Arial"/>
                <a:cs typeface="Arial"/>
              </a:defRPr>
            </a:lvl1pPr>
            <a:lvl2pPr algn="l">
              <a:defRPr sz="1875" b="1">
                <a:solidFill>
                  <a:srgbClr val="37D5BE"/>
                </a:solidFill>
                <a:latin typeface="Arial"/>
                <a:ea typeface="Arial"/>
                <a:cs typeface="Arial"/>
              </a:defRPr>
            </a:lvl2pPr>
            <a:lvl3pPr algn="l">
              <a:defRPr sz="1875" b="1">
                <a:solidFill>
                  <a:srgbClr val="37D5BE"/>
                </a:solidFill>
                <a:latin typeface="Arial"/>
                <a:ea typeface="Arial"/>
                <a:cs typeface="Arial"/>
              </a:defRPr>
            </a:lvl3pPr>
            <a:lvl4pPr algn="l">
              <a:defRPr sz="1875" b="1">
                <a:solidFill>
                  <a:srgbClr val="37D5BE"/>
                </a:solidFill>
                <a:latin typeface="Arial"/>
                <a:ea typeface="Arial"/>
                <a:cs typeface="Arial"/>
              </a:defRPr>
            </a:lvl4pPr>
            <a:lvl5pPr algn="l">
              <a:defRPr sz="1875" b="1">
                <a:solidFill>
                  <a:srgbClr val="37D5BE"/>
                </a:solidFill>
                <a:latin typeface="Arial"/>
                <a:ea typeface="Arial"/>
                <a:cs typeface="Arial"/>
              </a:defRPr>
            </a:lvl5pPr>
            <a:lvl6pPr algn="l">
              <a:defRPr sz="1875" b="1">
                <a:solidFill>
                  <a:srgbClr val="37D5BE"/>
                </a:solidFill>
                <a:latin typeface="Arial"/>
                <a:ea typeface="Arial"/>
                <a:cs typeface="Arial"/>
              </a:defRPr>
            </a:lvl6pPr>
            <a:lvl7pPr algn="l">
              <a:defRPr sz="1875" b="1">
                <a:solidFill>
                  <a:srgbClr val="37D5BE"/>
                </a:solidFill>
                <a:latin typeface="Arial"/>
                <a:ea typeface="Arial"/>
                <a:cs typeface="Arial"/>
              </a:defRPr>
            </a:lvl7pPr>
            <a:lvl8pPr algn="l">
              <a:defRPr sz="1875" b="1">
                <a:solidFill>
                  <a:srgbClr val="37D5BE"/>
                </a:solidFill>
                <a:latin typeface="Arial"/>
                <a:ea typeface="Arial"/>
                <a:cs typeface="Arial"/>
              </a:defRPr>
            </a:lvl8pPr>
            <a:lvl9pPr algn="l">
              <a:defRPr sz="1875" b="1">
                <a:solidFill>
                  <a:srgbClr val="37D5BE"/>
                </a:solidFill>
                <a:latin typeface="Arial"/>
                <a:ea typeface="Arial"/>
                <a:cs typeface="Arial"/>
              </a:defRPr>
            </a:lvl9pPr>
          </a:lstStyle>
          <a:p xmlns:a="http://schemas.openxmlformats.org/drawingml/2006/main">
            <a:pPr algn="l">
              <a:defRPr sz="1875" b="1">
                <a:solidFill>
                  <a:srgbClr val="37D5BE"/>
                </a:solidFill>
                <a:latin typeface="Arial"/>
                <a:ea typeface="Arial"/>
                <a:cs typeface="Arial"/>
              </a:defRPr>
            </a:pPr>
            <a:r>
              <a:rPr sz="1875" b="1">
                <a:solidFill>
                  <a:srgbClr val="37D5BE"/>
                </a:solidFill>
                <a:latin typeface="Arial"/>
                <a:ea typeface="Arial"/>
                <a:cs typeface="Arial"/>
              </a:rPr>
              <a:t>DECIDER</a:t>
            </a:r>
          </a:p>
        </p:txBody>
      </p:sp>
      <p:sp>
        <p:nvSpPr>
          <p:cNvPr id="9" name="diagram-boundary">
            <a:extLst xmlns:a="http://schemas.openxmlformats.org/drawingml/2006/main">
              <a:ext uri="{FF2B5EF4-FFF2-40B4-BE49-F238E27FC236}">
                <a16:creationId xmlns:a16="http://schemas.microsoft.com/office/drawing/2014/main" id="{488DE3EF-465E-4C6B-88A1-33D9C49C56BF}"/>
              </a:ext>
            </a:extLst>
          </p:cNvPr>
          <p:cNvSpPr>
            <a:spLocks xmlns:a="http://schemas.openxmlformats.org/drawingml/2006/main" noGrp="1"/>
          </p:cNvSpPr>
          <p:nvPr/>
        </p:nvSpPr>
        <p:spPr>
          <a:xfrm xmlns:a="http://schemas.openxmlformats.org/drawingml/2006/main">
            <a:off x="3495675" y="2971800"/>
            <a:ext cx="2209800" cy="19050"/>
          </a:xfrm>
          <a:prstGeom xmlns:a="http://schemas.openxmlformats.org/drawingml/2006/main" prst="rect">
            <a:avLst/>
          </a:prstGeom>
          <a:solidFill xmlns:a="http://schemas.openxmlformats.org/drawingml/2006/main">
            <a:srgbClr val="3B6576"/>
          </a:solidFill>
          <a:ln xmlns:a="http://schemas.openxmlformats.org/drawingml/2006/main" w="0">
            <a:noFill/>
            <a:prstDash val="solid"/>
          </a:ln>
        </p:spPr>
      </p:sp>
      <p:sp>
        <p:nvSpPr>
          <p:cNvPr id="10" name="Catalog choices">
            <a:extLst xmlns:a="http://schemas.openxmlformats.org/drawingml/2006/main">
              <a:ext uri="{FF2B5EF4-FFF2-40B4-BE49-F238E27FC236}">
                <a16:creationId xmlns:a16="http://schemas.microsoft.com/office/drawing/2014/main" id="{1CD07BA3-ABA3-4FB5-9897-33BBB3B6F66D}"/>
              </a:ext>
            </a:extLst>
          </p:cNvPr>
          <p:cNvSpPr>
            <a:spLocks xmlns:a="http://schemas.openxmlformats.org/drawingml/2006/main" noGrp="1"/>
          </p:cNvSpPr>
          <p:nvPr/>
        </p:nvSpPr>
        <p:spPr>
          <a:xfrm xmlns:a="http://schemas.openxmlformats.org/drawingml/2006/main">
            <a:off x="3495675" y="3228975"/>
            <a:ext cx="23526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0">
                <a:solidFill>
                  <a:srgbClr val="FFFFFF"/>
                </a:solidFill>
                <a:latin typeface="Arial"/>
                <a:ea typeface="Arial"/>
                <a:cs typeface="Arial"/>
              </a:defRPr>
            </a:defPPr>
            <a:lvl1pPr algn="l">
              <a:defRPr sz="1950" b="0">
                <a:solidFill>
                  <a:srgbClr val="FFFFFF"/>
                </a:solidFill>
                <a:latin typeface="Arial"/>
                <a:ea typeface="Arial"/>
                <a:cs typeface="Arial"/>
              </a:defRPr>
            </a:lvl1pPr>
            <a:lvl2pPr algn="l">
              <a:defRPr sz="1950" b="0">
                <a:solidFill>
                  <a:srgbClr val="FFFFFF"/>
                </a:solidFill>
                <a:latin typeface="Arial"/>
                <a:ea typeface="Arial"/>
                <a:cs typeface="Arial"/>
              </a:defRPr>
            </a:lvl2pPr>
            <a:lvl3pPr algn="l">
              <a:defRPr sz="1950" b="0">
                <a:solidFill>
                  <a:srgbClr val="FFFFFF"/>
                </a:solidFill>
                <a:latin typeface="Arial"/>
                <a:ea typeface="Arial"/>
                <a:cs typeface="Arial"/>
              </a:defRPr>
            </a:lvl3pPr>
            <a:lvl4pPr algn="l">
              <a:defRPr sz="1950" b="0">
                <a:solidFill>
                  <a:srgbClr val="FFFFFF"/>
                </a:solidFill>
                <a:latin typeface="Arial"/>
                <a:ea typeface="Arial"/>
                <a:cs typeface="Arial"/>
              </a:defRPr>
            </a:lvl4pPr>
            <a:lvl5pPr algn="l">
              <a:defRPr sz="1950" b="0">
                <a:solidFill>
                  <a:srgbClr val="FFFFFF"/>
                </a:solidFill>
                <a:latin typeface="Arial"/>
                <a:ea typeface="Arial"/>
                <a:cs typeface="Arial"/>
              </a:defRPr>
            </a:lvl5pPr>
            <a:lvl6pPr algn="l">
              <a:defRPr sz="1950" b="0">
                <a:solidFill>
                  <a:srgbClr val="FFFFFF"/>
                </a:solidFill>
                <a:latin typeface="Arial"/>
                <a:ea typeface="Arial"/>
                <a:cs typeface="Arial"/>
              </a:defRPr>
            </a:lvl6pPr>
            <a:lvl7pPr algn="l">
              <a:defRPr sz="1950" b="0">
                <a:solidFill>
                  <a:srgbClr val="FFFFFF"/>
                </a:solidFill>
                <a:latin typeface="Arial"/>
                <a:ea typeface="Arial"/>
                <a:cs typeface="Arial"/>
              </a:defRPr>
            </a:lvl7pPr>
            <a:lvl8pPr algn="l">
              <a:defRPr sz="1950" b="0">
                <a:solidFill>
                  <a:srgbClr val="FFFFFF"/>
                </a:solidFill>
                <a:latin typeface="Arial"/>
                <a:ea typeface="Arial"/>
                <a:cs typeface="Arial"/>
              </a:defRPr>
            </a:lvl8pPr>
            <a:lvl9pPr algn="l">
              <a:defRPr sz="1950" b="0">
                <a:solidFill>
                  <a:srgbClr val="FFFFFF"/>
                </a:solidFill>
                <a:latin typeface="Arial"/>
                <a:ea typeface="Arial"/>
                <a:cs typeface="Arial"/>
              </a:defRPr>
            </a:lvl9pPr>
          </a:lstStyle>
          <a:p xmlns:a="http://schemas.openxmlformats.org/drawingml/2006/main">
            <a:pPr algn="l">
              <a:defRPr sz="1950" b="0">
                <a:solidFill>
                  <a:srgbClr val="FFFFFF"/>
                </a:solidFill>
                <a:latin typeface="Arial"/>
                <a:ea typeface="Arial"/>
                <a:cs typeface="Arial"/>
              </a:defRPr>
            </a:pPr>
            <a:r>
              <a:rPr sz="1950" b="0">
                <a:solidFill>
                  <a:srgbClr val="FFFFFF"/>
                </a:solidFill>
                <a:latin typeface="Arial"/>
                <a:ea typeface="Arial"/>
                <a:cs typeface="Arial"/>
              </a:rPr>
              <a:t>Catalog choices</a:t>
            </a:r>
          </a:p>
        </p:txBody>
      </p:sp>
      <p:sp>
        <p:nvSpPr>
          <p:cNvPr id="11" name="→">
            <a:extLst xmlns:a="http://schemas.openxmlformats.org/drawingml/2006/main">
              <a:ext uri="{FF2B5EF4-FFF2-40B4-BE49-F238E27FC236}">
                <a16:creationId xmlns:a16="http://schemas.microsoft.com/office/drawing/2014/main" id="{AD9A3C5C-5109-4A40-84F9-723FE207B94D}"/>
              </a:ext>
            </a:extLst>
          </p:cNvPr>
          <p:cNvSpPr>
            <a:spLocks xmlns:a="http://schemas.openxmlformats.org/drawingml/2006/main" noGrp="1"/>
          </p:cNvSpPr>
          <p:nvPr/>
        </p:nvSpPr>
        <p:spPr>
          <a:xfrm xmlns:a="http://schemas.openxmlformats.org/drawingml/2006/main">
            <a:off x="5819775" y="2724150"/>
            <a:ext cx="4667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850" b="1">
                <a:solidFill>
                  <a:srgbClr val="37D5BE"/>
                </a:solidFill>
                <a:latin typeface="Arial"/>
                <a:ea typeface="Arial"/>
                <a:cs typeface="Arial"/>
              </a:defRPr>
            </a:defPPr>
            <a:lvl1pPr algn="ctr">
              <a:defRPr sz="2850" b="1">
                <a:solidFill>
                  <a:srgbClr val="37D5BE"/>
                </a:solidFill>
                <a:latin typeface="Arial"/>
                <a:ea typeface="Arial"/>
                <a:cs typeface="Arial"/>
              </a:defRPr>
            </a:lvl1pPr>
            <a:lvl2pPr algn="ctr">
              <a:defRPr sz="2850" b="1">
                <a:solidFill>
                  <a:srgbClr val="37D5BE"/>
                </a:solidFill>
                <a:latin typeface="Arial"/>
                <a:ea typeface="Arial"/>
                <a:cs typeface="Arial"/>
              </a:defRPr>
            </a:lvl2pPr>
            <a:lvl3pPr algn="ctr">
              <a:defRPr sz="2850" b="1">
                <a:solidFill>
                  <a:srgbClr val="37D5BE"/>
                </a:solidFill>
                <a:latin typeface="Arial"/>
                <a:ea typeface="Arial"/>
                <a:cs typeface="Arial"/>
              </a:defRPr>
            </a:lvl3pPr>
            <a:lvl4pPr algn="ctr">
              <a:defRPr sz="2850" b="1">
                <a:solidFill>
                  <a:srgbClr val="37D5BE"/>
                </a:solidFill>
                <a:latin typeface="Arial"/>
                <a:ea typeface="Arial"/>
                <a:cs typeface="Arial"/>
              </a:defRPr>
            </a:lvl4pPr>
            <a:lvl5pPr algn="ctr">
              <a:defRPr sz="2850" b="1">
                <a:solidFill>
                  <a:srgbClr val="37D5BE"/>
                </a:solidFill>
                <a:latin typeface="Arial"/>
                <a:ea typeface="Arial"/>
                <a:cs typeface="Arial"/>
              </a:defRPr>
            </a:lvl5pPr>
            <a:lvl6pPr algn="ctr">
              <a:defRPr sz="2850" b="1">
                <a:solidFill>
                  <a:srgbClr val="37D5BE"/>
                </a:solidFill>
                <a:latin typeface="Arial"/>
                <a:ea typeface="Arial"/>
                <a:cs typeface="Arial"/>
              </a:defRPr>
            </a:lvl6pPr>
            <a:lvl7pPr algn="ctr">
              <a:defRPr sz="2850" b="1">
                <a:solidFill>
                  <a:srgbClr val="37D5BE"/>
                </a:solidFill>
                <a:latin typeface="Arial"/>
                <a:ea typeface="Arial"/>
                <a:cs typeface="Arial"/>
              </a:defRPr>
            </a:lvl7pPr>
            <a:lvl8pPr algn="ctr">
              <a:defRPr sz="2850" b="1">
                <a:solidFill>
                  <a:srgbClr val="37D5BE"/>
                </a:solidFill>
                <a:latin typeface="Arial"/>
                <a:ea typeface="Arial"/>
                <a:cs typeface="Arial"/>
              </a:defRPr>
            </a:lvl8pPr>
            <a:lvl9pPr algn="ctr">
              <a:defRPr sz="2850" b="1">
                <a:solidFill>
                  <a:srgbClr val="37D5BE"/>
                </a:solidFill>
                <a:latin typeface="Arial"/>
                <a:ea typeface="Arial"/>
                <a:cs typeface="Arial"/>
              </a:defRPr>
            </a:lvl9pPr>
          </a:lstStyle>
          <a:p xmlns:a="http://schemas.openxmlformats.org/drawingml/2006/main">
            <a:pPr algn="ctr">
              <a:defRPr sz="2850" b="1">
                <a:solidFill>
                  <a:srgbClr val="37D5BE"/>
                </a:solidFill>
                <a:latin typeface="Arial"/>
                <a:ea typeface="Arial"/>
                <a:cs typeface="Arial"/>
              </a:defRPr>
            </a:pPr>
            <a:r>
              <a:rPr sz="2850" b="1">
                <a:solidFill>
                  <a:srgbClr val="37D5BE"/>
                </a:solidFill>
                <a:latin typeface="Arial"/>
                <a:ea typeface="Arial"/>
                <a:cs typeface="Arial"/>
              </a:rPr>
              <a:t>→</a:t>
            </a:r>
          </a:p>
        </p:txBody>
      </p:sp>
      <p:sp>
        <p:nvSpPr>
          <p:cNvPr id="12" name="HARNESS">
            <a:extLst xmlns:a="http://schemas.openxmlformats.org/drawingml/2006/main">
              <a:ext uri="{FF2B5EF4-FFF2-40B4-BE49-F238E27FC236}">
                <a16:creationId xmlns:a16="http://schemas.microsoft.com/office/drawing/2014/main" id="{463D36EB-681E-4D7F-9F1E-3A3E02FB7CD1}"/>
              </a:ext>
            </a:extLst>
          </p:cNvPr>
          <p:cNvSpPr>
            <a:spLocks xmlns:a="http://schemas.openxmlformats.org/drawingml/2006/main" noGrp="1"/>
          </p:cNvSpPr>
          <p:nvPr/>
        </p:nvSpPr>
        <p:spPr>
          <a:xfrm xmlns:a="http://schemas.openxmlformats.org/drawingml/2006/main">
            <a:off x="6353175" y="2438400"/>
            <a:ext cx="2343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1">
                <a:solidFill>
                  <a:srgbClr val="37D5BE"/>
                </a:solidFill>
                <a:latin typeface="Arial"/>
                <a:ea typeface="Arial"/>
                <a:cs typeface="Arial"/>
              </a:defRPr>
            </a:defPPr>
            <a:lvl1pPr algn="l">
              <a:defRPr sz="1875" b="1">
                <a:solidFill>
                  <a:srgbClr val="37D5BE"/>
                </a:solidFill>
                <a:latin typeface="Arial"/>
                <a:ea typeface="Arial"/>
                <a:cs typeface="Arial"/>
              </a:defRPr>
            </a:lvl1pPr>
            <a:lvl2pPr algn="l">
              <a:defRPr sz="1875" b="1">
                <a:solidFill>
                  <a:srgbClr val="37D5BE"/>
                </a:solidFill>
                <a:latin typeface="Arial"/>
                <a:ea typeface="Arial"/>
                <a:cs typeface="Arial"/>
              </a:defRPr>
            </a:lvl2pPr>
            <a:lvl3pPr algn="l">
              <a:defRPr sz="1875" b="1">
                <a:solidFill>
                  <a:srgbClr val="37D5BE"/>
                </a:solidFill>
                <a:latin typeface="Arial"/>
                <a:ea typeface="Arial"/>
                <a:cs typeface="Arial"/>
              </a:defRPr>
            </a:lvl3pPr>
            <a:lvl4pPr algn="l">
              <a:defRPr sz="1875" b="1">
                <a:solidFill>
                  <a:srgbClr val="37D5BE"/>
                </a:solidFill>
                <a:latin typeface="Arial"/>
                <a:ea typeface="Arial"/>
                <a:cs typeface="Arial"/>
              </a:defRPr>
            </a:lvl4pPr>
            <a:lvl5pPr algn="l">
              <a:defRPr sz="1875" b="1">
                <a:solidFill>
                  <a:srgbClr val="37D5BE"/>
                </a:solidFill>
                <a:latin typeface="Arial"/>
                <a:ea typeface="Arial"/>
                <a:cs typeface="Arial"/>
              </a:defRPr>
            </a:lvl5pPr>
            <a:lvl6pPr algn="l">
              <a:defRPr sz="1875" b="1">
                <a:solidFill>
                  <a:srgbClr val="37D5BE"/>
                </a:solidFill>
                <a:latin typeface="Arial"/>
                <a:ea typeface="Arial"/>
                <a:cs typeface="Arial"/>
              </a:defRPr>
            </a:lvl6pPr>
            <a:lvl7pPr algn="l">
              <a:defRPr sz="1875" b="1">
                <a:solidFill>
                  <a:srgbClr val="37D5BE"/>
                </a:solidFill>
                <a:latin typeface="Arial"/>
                <a:ea typeface="Arial"/>
                <a:cs typeface="Arial"/>
              </a:defRPr>
            </a:lvl7pPr>
            <a:lvl8pPr algn="l">
              <a:defRPr sz="1875" b="1">
                <a:solidFill>
                  <a:srgbClr val="37D5BE"/>
                </a:solidFill>
                <a:latin typeface="Arial"/>
                <a:ea typeface="Arial"/>
                <a:cs typeface="Arial"/>
              </a:defRPr>
            </a:lvl8pPr>
            <a:lvl9pPr algn="l">
              <a:defRPr sz="1875" b="1">
                <a:solidFill>
                  <a:srgbClr val="37D5BE"/>
                </a:solidFill>
                <a:latin typeface="Arial"/>
                <a:ea typeface="Arial"/>
                <a:cs typeface="Arial"/>
              </a:defRPr>
            </a:lvl9pPr>
          </a:lstStyle>
          <a:p xmlns:a="http://schemas.openxmlformats.org/drawingml/2006/main">
            <a:pPr algn="l">
              <a:defRPr sz="1875" b="1">
                <a:solidFill>
                  <a:srgbClr val="37D5BE"/>
                </a:solidFill>
                <a:latin typeface="Arial"/>
                <a:ea typeface="Arial"/>
                <a:cs typeface="Arial"/>
              </a:defRPr>
            </a:pPr>
            <a:r>
              <a:rPr sz="1875" b="1">
                <a:solidFill>
                  <a:srgbClr val="37D5BE"/>
                </a:solidFill>
                <a:latin typeface="Arial"/>
                <a:ea typeface="Arial"/>
                <a:cs typeface="Arial"/>
              </a:rPr>
              <a:t>HARNESS</a:t>
            </a:r>
          </a:p>
        </p:txBody>
      </p:sp>
      <p:sp>
        <p:nvSpPr>
          <p:cNvPr id="13" name="diagram-boundary">
            <a:extLst xmlns:a="http://schemas.openxmlformats.org/drawingml/2006/main">
              <a:ext uri="{FF2B5EF4-FFF2-40B4-BE49-F238E27FC236}">
                <a16:creationId xmlns:a16="http://schemas.microsoft.com/office/drawing/2014/main" id="{4C3EADA0-B5A4-4C48-AEAB-F72EB02468FB}"/>
              </a:ext>
            </a:extLst>
          </p:cNvPr>
          <p:cNvSpPr>
            <a:spLocks xmlns:a="http://schemas.openxmlformats.org/drawingml/2006/main" noGrp="1"/>
          </p:cNvSpPr>
          <p:nvPr/>
        </p:nvSpPr>
        <p:spPr>
          <a:xfrm xmlns:a="http://schemas.openxmlformats.org/drawingml/2006/main">
            <a:off x="6353175" y="2971800"/>
            <a:ext cx="2209800" cy="19050"/>
          </a:xfrm>
          <a:prstGeom xmlns:a="http://schemas.openxmlformats.org/drawingml/2006/main" prst="rect">
            <a:avLst/>
          </a:prstGeom>
          <a:solidFill xmlns:a="http://schemas.openxmlformats.org/drawingml/2006/main">
            <a:srgbClr val="3B6576"/>
          </a:solidFill>
          <a:ln xmlns:a="http://schemas.openxmlformats.org/drawingml/2006/main" w="0">
            <a:noFill/>
            <a:prstDash val="solid"/>
          </a:ln>
        </p:spPr>
      </p:sp>
      <p:sp>
        <p:nvSpPr>
          <p:cNvPr id="14" name="Templates + tests">
            <a:extLst xmlns:a="http://schemas.openxmlformats.org/drawingml/2006/main">
              <a:ext uri="{FF2B5EF4-FFF2-40B4-BE49-F238E27FC236}">
                <a16:creationId xmlns:a16="http://schemas.microsoft.com/office/drawing/2014/main" id="{8E429058-8A59-432C-944D-8AF8E82FB9BC}"/>
              </a:ext>
            </a:extLst>
          </p:cNvPr>
          <p:cNvSpPr>
            <a:spLocks xmlns:a="http://schemas.openxmlformats.org/drawingml/2006/main" noGrp="1"/>
          </p:cNvSpPr>
          <p:nvPr/>
        </p:nvSpPr>
        <p:spPr>
          <a:xfrm xmlns:a="http://schemas.openxmlformats.org/drawingml/2006/main">
            <a:off x="6353175" y="3228975"/>
            <a:ext cx="23526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0">
                <a:solidFill>
                  <a:srgbClr val="FFFFFF"/>
                </a:solidFill>
                <a:latin typeface="Arial"/>
                <a:ea typeface="Arial"/>
                <a:cs typeface="Arial"/>
              </a:defRPr>
            </a:defPPr>
            <a:lvl1pPr algn="l">
              <a:defRPr sz="1950" b="0">
                <a:solidFill>
                  <a:srgbClr val="FFFFFF"/>
                </a:solidFill>
                <a:latin typeface="Arial"/>
                <a:ea typeface="Arial"/>
                <a:cs typeface="Arial"/>
              </a:defRPr>
            </a:lvl1pPr>
            <a:lvl2pPr algn="l">
              <a:defRPr sz="1950" b="0">
                <a:solidFill>
                  <a:srgbClr val="FFFFFF"/>
                </a:solidFill>
                <a:latin typeface="Arial"/>
                <a:ea typeface="Arial"/>
                <a:cs typeface="Arial"/>
              </a:defRPr>
            </a:lvl2pPr>
            <a:lvl3pPr algn="l">
              <a:defRPr sz="1950" b="0">
                <a:solidFill>
                  <a:srgbClr val="FFFFFF"/>
                </a:solidFill>
                <a:latin typeface="Arial"/>
                <a:ea typeface="Arial"/>
                <a:cs typeface="Arial"/>
              </a:defRPr>
            </a:lvl3pPr>
            <a:lvl4pPr algn="l">
              <a:defRPr sz="1950" b="0">
                <a:solidFill>
                  <a:srgbClr val="FFFFFF"/>
                </a:solidFill>
                <a:latin typeface="Arial"/>
                <a:ea typeface="Arial"/>
                <a:cs typeface="Arial"/>
              </a:defRPr>
            </a:lvl4pPr>
            <a:lvl5pPr algn="l">
              <a:defRPr sz="1950" b="0">
                <a:solidFill>
                  <a:srgbClr val="FFFFFF"/>
                </a:solidFill>
                <a:latin typeface="Arial"/>
                <a:ea typeface="Arial"/>
                <a:cs typeface="Arial"/>
              </a:defRPr>
            </a:lvl5pPr>
            <a:lvl6pPr algn="l">
              <a:defRPr sz="1950" b="0">
                <a:solidFill>
                  <a:srgbClr val="FFFFFF"/>
                </a:solidFill>
                <a:latin typeface="Arial"/>
                <a:ea typeface="Arial"/>
                <a:cs typeface="Arial"/>
              </a:defRPr>
            </a:lvl6pPr>
            <a:lvl7pPr algn="l">
              <a:defRPr sz="1950" b="0">
                <a:solidFill>
                  <a:srgbClr val="FFFFFF"/>
                </a:solidFill>
                <a:latin typeface="Arial"/>
                <a:ea typeface="Arial"/>
                <a:cs typeface="Arial"/>
              </a:defRPr>
            </a:lvl7pPr>
            <a:lvl8pPr algn="l">
              <a:defRPr sz="1950" b="0">
                <a:solidFill>
                  <a:srgbClr val="FFFFFF"/>
                </a:solidFill>
                <a:latin typeface="Arial"/>
                <a:ea typeface="Arial"/>
                <a:cs typeface="Arial"/>
              </a:defRPr>
            </a:lvl8pPr>
            <a:lvl9pPr algn="l">
              <a:defRPr sz="1950" b="0">
                <a:solidFill>
                  <a:srgbClr val="FFFFFF"/>
                </a:solidFill>
                <a:latin typeface="Arial"/>
                <a:ea typeface="Arial"/>
                <a:cs typeface="Arial"/>
              </a:defRPr>
            </a:lvl9pPr>
          </a:lstStyle>
          <a:p xmlns:a="http://schemas.openxmlformats.org/drawingml/2006/main">
            <a:pPr algn="l">
              <a:defRPr sz="1950" b="0">
                <a:solidFill>
                  <a:srgbClr val="FFFFFF"/>
                </a:solidFill>
                <a:latin typeface="Arial"/>
                <a:ea typeface="Arial"/>
                <a:cs typeface="Arial"/>
              </a:defRPr>
            </a:pPr>
            <a:r>
              <a:rPr sz="1950" b="0">
                <a:solidFill>
                  <a:srgbClr val="FFFFFF"/>
                </a:solidFill>
                <a:latin typeface="Arial"/>
                <a:ea typeface="Arial"/>
                <a:cs typeface="Arial"/>
              </a:rPr>
              <a:t>Templates + tests</a:t>
            </a:r>
          </a:p>
        </p:txBody>
      </p:sp>
      <p:sp>
        <p:nvSpPr>
          <p:cNvPr id="15" name="→">
            <a:extLst xmlns:a="http://schemas.openxmlformats.org/drawingml/2006/main">
              <a:ext uri="{FF2B5EF4-FFF2-40B4-BE49-F238E27FC236}">
                <a16:creationId xmlns:a16="http://schemas.microsoft.com/office/drawing/2014/main" id="{D424F4F2-CE7C-4957-B445-FFA2C0A53069}"/>
              </a:ext>
            </a:extLst>
          </p:cNvPr>
          <p:cNvSpPr>
            <a:spLocks xmlns:a="http://schemas.openxmlformats.org/drawingml/2006/main" noGrp="1"/>
          </p:cNvSpPr>
          <p:nvPr/>
        </p:nvSpPr>
        <p:spPr>
          <a:xfrm xmlns:a="http://schemas.openxmlformats.org/drawingml/2006/main">
            <a:off x="8677275" y="2724150"/>
            <a:ext cx="4667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850" b="1">
                <a:solidFill>
                  <a:srgbClr val="37D5BE"/>
                </a:solidFill>
                <a:latin typeface="Arial"/>
                <a:ea typeface="Arial"/>
                <a:cs typeface="Arial"/>
              </a:defRPr>
            </a:defPPr>
            <a:lvl1pPr algn="ctr">
              <a:defRPr sz="2850" b="1">
                <a:solidFill>
                  <a:srgbClr val="37D5BE"/>
                </a:solidFill>
                <a:latin typeface="Arial"/>
                <a:ea typeface="Arial"/>
                <a:cs typeface="Arial"/>
              </a:defRPr>
            </a:lvl1pPr>
            <a:lvl2pPr algn="ctr">
              <a:defRPr sz="2850" b="1">
                <a:solidFill>
                  <a:srgbClr val="37D5BE"/>
                </a:solidFill>
                <a:latin typeface="Arial"/>
                <a:ea typeface="Arial"/>
                <a:cs typeface="Arial"/>
              </a:defRPr>
            </a:lvl2pPr>
            <a:lvl3pPr algn="ctr">
              <a:defRPr sz="2850" b="1">
                <a:solidFill>
                  <a:srgbClr val="37D5BE"/>
                </a:solidFill>
                <a:latin typeface="Arial"/>
                <a:ea typeface="Arial"/>
                <a:cs typeface="Arial"/>
              </a:defRPr>
            </a:lvl3pPr>
            <a:lvl4pPr algn="ctr">
              <a:defRPr sz="2850" b="1">
                <a:solidFill>
                  <a:srgbClr val="37D5BE"/>
                </a:solidFill>
                <a:latin typeface="Arial"/>
                <a:ea typeface="Arial"/>
                <a:cs typeface="Arial"/>
              </a:defRPr>
            </a:lvl4pPr>
            <a:lvl5pPr algn="ctr">
              <a:defRPr sz="2850" b="1">
                <a:solidFill>
                  <a:srgbClr val="37D5BE"/>
                </a:solidFill>
                <a:latin typeface="Arial"/>
                <a:ea typeface="Arial"/>
                <a:cs typeface="Arial"/>
              </a:defRPr>
            </a:lvl5pPr>
            <a:lvl6pPr algn="ctr">
              <a:defRPr sz="2850" b="1">
                <a:solidFill>
                  <a:srgbClr val="37D5BE"/>
                </a:solidFill>
                <a:latin typeface="Arial"/>
                <a:ea typeface="Arial"/>
                <a:cs typeface="Arial"/>
              </a:defRPr>
            </a:lvl6pPr>
            <a:lvl7pPr algn="ctr">
              <a:defRPr sz="2850" b="1">
                <a:solidFill>
                  <a:srgbClr val="37D5BE"/>
                </a:solidFill>
                <a:latin typeface="Arial"/>
                <a:ea typeface="Arial"/>
                <a:cs typeface="Arial"/>
              </a:defRPr>
            </a:lvl7pPr>
            <a:lvl8pPr algn="ctr">
              <a:defRPr sz="2850" b="1">
                <a:solidFill>
                  <a:srgbClr val="37D5BE"/>
                </a:solidFill>
                <a:latin typeface="Arial"/>
                <a:ea typeface="Arial"/>
                <a:cs typeface="Arial"/>
              </a:defRPr>
            </a:lvl8pPr>
            <a:lvl9pPr algn="ctr">
              <a:defRPr sz="2850" b="1">
                <a:solidFill>
                  <a:srgbClr val="37D5BE"/>
                </a:solidFill>
                <a:latin typeface="Arial"/>
                <a:ea typeface="Arial"/>
                <a:cs typeface="Arial"/>
              </a:defRPr>
            </a:lvl9pPr>
          </a:lstStyle>
          <a:p xmlns:a="http://schemas.openxmlformats.org/drawingml/2006/main">
            <a:pPr algn="ctr">
              <a:defRPr sz="2850" b="1">
                <a:solidFill>
                  <a:srgbClr val="37D5BE"/>
                </a:solidFill>
                <a:latin typeface="Arial"/>
                <a:ea typeface="Arial"/>
                <a:cs typeface="Arial"/>
              </a:defRPr>
            </a:pPr>
            <a:r>
              <a:rPr sz="2850" b="1">
                <a:solidFill>
                  <a:srgbClr val="37D5BE"/>
                </a:solidFill>
                <a:latin typeface="Arial"/>
                <a:ea typeface="Arial"/>
                <a:cs typeface="Arial"/>
              </a:rPr>
              <a:t>→</a:t>
            </a:r>
          </a:p>
        </p:txBody>
      </p:sp>
      <p:sp>
        <p:nvSpPr>
          <p:cNvPr id="16" name="REVIEW PR">
            <a:extLst xmlns:a="http://schemas.openxmlformats.org/drawingml/2006/main">
              <a:ext uri="{FF2B5EF4-FFF2-40B4-BE49-F238E27FC236}">
                <a16:creationId xmlns:a16="http://schemas.microsoft.com/office/drawing/2014/main" id="{02D78FE3-5848-42BB-ACC8-EB19C71AFBFD}"/>
              </a:ext>
            </a:extLst>
          </p:cNvPr>
          <p:cNvSpPr>
            <a:spLocks xmlns:a="http://schemas.openxmlformats.org/drawingml/2006/main" noGrp="1"/>
          </p:cNvSpPr>
          <p:nvPr/>
        </p:nvSpPr>
        <p:spPr>
          <a:xfrm xmlns:a="http://schemas.openxmlformats.org/drawingml/2006/main">
            <a:off x="9210675" y="2438400"/>
            <a:ext cx="2343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1">
                <a:solidFill>
                  <a:srgbClr val="37D5BE"/>
                </a:solidFill>
                <a:latin typeface="Arial"/>
                <a:ea typeface="Arial"/>
                <a:cs typeface="Arial"/>
              </a:defRPr>
            </a:defPPr>
            <a:lvl1pPr algn="l">
              <a:defRPr sz="1875" b="1">
                <a:solidFill>
                  <a:srgbClr val="37D5BE"/>
                </a:solidFill>
                <a:latin typeface="Arial"/>
                <a:ea typeface="Arial"/>
                <a:cs typeface="Arial"/>
              </a:defRPr>
            </a:lvl1pPr>
            <a:lvl2pPr algn="l">
              <a:defRPr sz="1875" b="1">
                <a:solidFill>
                  <a:srgbClr val="37D5BE"/>
                </a:solidFill>
                <a:latin typeface="Arial"/>
                <a:ea typeface="Arial"/>
                <a:cs typeface="Arial"/>
              </a:defRPr>
            </a:lvl2pPr>
            <a:lvl3pPr algn="l">
              <a:defRPr sz="1875" b="1">
                <a:solidFill>
                  <a:srgbClr val="37D5BE"/>
                </a:solidFill>
                <a:latin typeface="Arial"/>
                <a:ea typeface="Arial"/>
                <a:cs typeface="Arial"/>
              </a:defRPr>
            </a:lvl3pPr>
            <a:lvl4pPr algn="l">
              <a:defRPr sz="1875" b="1">
                <a:solidFill>
                  <a:srgbClr val="37D5BE"/>
                </a:solidFill>
                <a:latin typeface="Arial"/>
                <a:ea typeface="Arial"/>
                <a:cs typeface="Arial"/>
              </a:defRPr>
            </a:lvl4pPr>
            <a:lvl5pPr algn="l">
              <a:defRPr sz="1875" b="1">
                <a:solidFill>
                  <a:srgbClr val="37D5BE"/>
                </a:solidFill>
                <a:latin typeface="Arial"/>
                <a:ea typeface="Arial"/>
                <a:cs typeface="Arial"/>
              </a:defRPr>
            </a:lvl5pPr>
            <a:lvl6pPr algn="l">
              <a:defRPr sz="1875" b="1">
                <a:solidFill>
                  <a:srgbClr val="37D5BE"/>
                </a:solidFill>
                <a:latin typeface="Arial"/>
                <a:ea typeface="Arial"/>
                <a:cs typeface="Arial"/>
              </a:defRPr>
            </a:lvl6pPr>
            <a:lvl7pPr algn="l">
              <a:defRPr sz="1875" b="1">
                <a:solidFill>
                  <a:srgbClr val="37D5BE"/>
                </a:solidFill>
                <a:latin typeface="Arial"/>
                <a:ea typeface="Arial"/>
                <a:cs typeface="Arial"/>
              </a:defRPr>
            </a:lvl7pPr>
            <a:lvl8pPr algn="l">
              <a:defRPr sz="1875" b="1">
                <a:solidFill>
                  <a:srgbClr val="37D5BE"/>
                </a:solidFill>
                <a:latin typeface="Arial"/>
                <a:ea typeface="Arial"/>
                <a:cs typeface="Arial"/>
              </a:defRPr>
            </a:lvl8pPr>
            <a:lvl9pPr algn="l">
              <a:defRPr sz="1875" b="1">
                <a:solidFill>
                  <a:srgbClr val="37D5BE"/>
                </a:solidFill>
                <a:latin typeface="Arial"/>
                <a:ea typeface="Arial"/>
                <a:cs typeface="Arial"/>
              </a:defRPr>
            </a:lvl9pPr>
          </a:lstStyle>
          <a:p xmlns:a="http://schemas.openxmlformats.org/drawingml/2006/main">
            <a:pPr algn="l">
              <a:defRPr sz="1875" b="1">
                <a:solidFill>
                  <a:srgbClr val="37D5BE"/>
                </a:solidFill>
                <a:latin typeface="Arial"/>
                <a:ea typeface="Arial"/>
                <a:cs typeface="Arial"/>
              </a:defRPr>
            </a:pPr>
            <a:r>
              <a:rPr sz="1875" b="1">
                <a:solidFill>
                  <a:srgbClr val="37D5BE"/>
                </a:solidFill>
                <a:latin typeface="Arial"/>
                <a:ea typeface="Arial"/>
                <a:cs typeface="Arial"/>
              </a:rPr>
              <a:t>REVIEW PR</a:t>
            </a:r>
          </a:p>
        </p:txBody>
      </p:sp>
      <p:sp>
        <p:nvSpPr>
          <p:cNvPr id="17" name="diagram-boundary">
            <a:extLst xmlns:a="http://schemas.openxmlformats.org/drawingml/2006/main">
              <a:ext uri="{FF2B5EF4-FFF2-40B4-BE49-F238E27FC236}">
                <a16:creationId xmlns:a16="http://schemas.microsoft.com/office/drawing/2014/main" id="{5E76A3C2-A800-4ECE-B94E-A51F11AAB775}"/>
              </a:ext>
            </a:extLst>
          </p:cNvPr>
          <p:cNvSpPr>
            <a:spLocks xmlns:a="http://schemas.openxmlformats.org/drawingml/2006/main" noGrp="1"/>
          </p:cNvSpPr>
          <p:nvPr/>
        </p:nvSpPr>
        <p:spPr>
          <a:xfrm xmlns:a="http://schemas.openxmlformats.org/drawingml/2006/main">
            <a:off x="9210675" y="2971800"/>
            <a:ext cx="2209800" cy="19050"/>
          </a:xfrm>
          <a:prstGeom xmlns:a="http://schemas.openxmlformats.org/drawingml/2006/main" prst="rect">
            <a:avLst/>
          </a:prstGeom>
          <a:solidFill xmlns:a="http://schemas.openxmlformats.org/drawingml/2006/main">
            <a:srgbClr val="3B6576"/>
          </a:solidFill>
          <a:ln xmlns:a="http://schemas.openxmlformats.org/drawingml/2006/main" w="0">
            <a:noFill/>
            <a:prstDash val="solid"/>
          </a:ln>
        </p:spPr>
      </p:sp>
      <p:sp>
        <p:nvSpPr>
          <p:cNvPr id="18" name="Evidence + gaps">
            <a:extLst xmlns:a="http://schemas.openxmlformats.org/drawingml/2006/main">
              <a:ext uri="{FF2B5EF4-FFF2-40B4-BE49-F238E27FC236}">
                <a16:creationId xmlns:a16="http://schemas.microsoft.com/office/drawing/2014/main" id="{D3A90C9A-7AD5-41F0-8287-27CA545852B5}"/>
              </a:ext>
            </a:extLst>
          </p:cNvPr>
          <p:cNvSpPr>
            <a:spLocks xmlns:a="http://schemas.openxmlformats.org/drawingml/2006/main" noGrp="1"/>
          </p:cNvSpPr>
          <p:nvPr/>
        </p:nvSpPr>
        <p:spPr>
          <a:xfrm xmlns:a="http://schemas.openxmlformats.org/drawingml/2006/main">
            <a:off x="9210675" y="3228975"/>
            <a:ext cx="23526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0">
                <a:solidFill>
                  <a:srgbClr val="FFFFFF"/>
                </a:solidFill>
                <a:latin typeface="Arial"/>
                <a:ea typeface="Arial"/>
                <a:cs typeface="Arial"/>
              </a:defRPr>
            </a:defPPr>
            <a:lvl1pPr algn="l">
              <a:defRPr sz="1950" b="0">
                <a:solidFill>
                  <a:srgbClr val="FFFFFF"/>
                </a:solidFill>
                <a:latin typeface="Arial"/>
                <a:ea typeface="Arial"/>
                <a:cs typeface="Arial"/>
              </a:defRPr>
            </a:lvl1pPr>
            <a:lvl2pPr algn="l">
              <a:defRPr sz="1950" b="0">
                <a:solidFill>
                  <a:srgbClr val="FFFFFF"/>
                </a:solidFill>
                <a:latin typeface="Arial"/>
                <a:ea typeface="Arial"/>
                <a:cs typeface="Arial"/>
              </a:defRPr>
            </a:lvl2pPr>
            <a:lvl3pPr algn="l">
              <a:defRPr sz="1950" b="0">
                <a:solidFill>
                  <a:srgbClr val="FFFFFF"/>
                </a:solidFill>
                <a:latin typeface="Arial"/>
                <a:ea typeface="Arial"/>
                <a:cs typeface="Arial"/>
              </a:defRPr>
            </a:lvl3pPr>
            <a:lvl4pPr algn="l">
              <a:defRPr sz="1950" b="0">
                <a:solidFill>
                  <a:srgbClr val="FFFFFF"/>
                </a:solidFill>
                <a:latin typeface="Arial"/>
                <a:ea typeface="Arial"/>
                <a:cs typeface="Arial"/>
              </a:defRPr>
            </a:lvl4pPr>
            <a:lvl5pPr algn="l">
              <a:defRPr sz="1950" b="0">
                <a:solidFill>
                  <a:srgbClr val="FFFFFF"/>
                </a:solidFill>
                <a:latin typeface="Arial"/>
                <a:ea typeface="Arial"/>
                <a:cs typeface="Arial"/>
              </a:defRPr>
            </a:lvl5pPr>
            <a:lvl6pPr algn="l">
              <a:defRPr sz="1950" b="0">
                <a:solidFill>
                  <a:srgbClr val="FFFFFF"/>
                </a:solidFill>
                <a:latin typeface="Arial"/>
                <a:ea typeface="Arial"/>
                <a:cs typeface="Arial"/>
              </a:defRPr>
            </a:lvl6pPr>
            <a:lvl7pPr algn="l">
              <a:defRPr sz="1950" b="0">
                <a:solidFill>
                  <a:srgbClr val="FFFFFF"/>
                </a:solidFill>
                <a:latin typeface="Arial"/>
                <a:ea typeface="Arial"/>
                <a:cs typeface="Arial"/>
              </a:defRPr>
            </a:lvl7pPr>
            <a:lvl8pPr algn="l">
              <a:defRPr sz="1950" b="0">
                <a:solidFill>
                  <a:srgbClr val="FFFFFF"/>
                </a:solidFill>
                <a:latin typeface="Arial"/>
                <a:ea typeface="Arial"/>
                <a:cs typeface="Arial"/>
              </a:defRPr>
            </a:lvl8pPr>
            <a:lvl9pPr algn="l">
              <a:defRPr sz="1950" b="0">
                <a:solidFill>
                  <a:srgbClr val="FFFFFF"/>
                </a:solidFill>
                <a:latin typeface="Arial"/>
                <a:ea typeface="Arial"/>
                <a:cs typeface="Arial"/>
              </a:defRPr>
            </a:lvl9pPr>
          </a:lstStyle>
          <a:p xmlns:a="http://schemas.openxmlformats.org/drawingml/2006/main">
            <a:pPr algn="l">
              <a:defRPr sz="1950" b="0">
                <a:solidFill>
                  <a:srgbClr val="FFFFFF"/>
                </a:solidFill>
                <a:latin typeface="Arial"/>
                <a:ea typeface="Arial"/>
                <a:cs typeface="Arial"/>
              </a:defRPr>
            </a:pPr>
            <a:r>
              <a:rPr sz="1950" b="0">
                <a:solidFill>
                  <a:srgbClr val="FFFFFF"/>
                </a:solidFill>
                <a:latin typeface="Arial"/>
                <a:ea typeface="Arial"/>
                <a:cs typeface="Arial"/>
              </a:rPr>
              <a:t>Evidence + gaps</a:t>
            </a:r>
          </a:p>
        </p:txBody>
      </p:sp>
      <p:sp>
        <p:nvSpPr>
          <p:cNvPr id="19" name="Uncertain control: hold and escalate">
            <a:extLst xmlns:a="http://schemas.openxmlformats.org/drawingml/2006/main">
              <a:ext uri="{FF2B5EF4-FFF2-40B4-BE49-F238E27FC236}">
                <a16:creationId xmlns:a16="http://schemas.microsoft.com/office/drawing/2014/main" id="{0B85D1E6-BBE8-4290-902A-53538FD0BFE0}"/>
              </a:ext>
            </a:extLst>
          </p:cNvPr>
          <p:cNvSpPr>
            <a:spLocks xmlns:a="http://schemas.openxmlformats.org/drawingml/2006/main" noGrp="1"/>
          </p:cNvSpPr>
          <p:nvPr/>
        </p:nvSpPr>
        <p:spPr>
          <a:xfrm xmlns:a="http://schemas.openxmlformats.org/drawingml/2006/main">
            <a:off x="685800" y="4695825"/>
            <a:ext cx="10382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250" b="1">
                <a:solidFill>
                  <a:srgbClr val="F7785D"/>
                </a:solidFill>
                <a:latin typeface="Arial"/>
                <a:ea typeface="Arial"/>
                <a:cs typeface="Arial"/>
              </a:defRPr>
            </a:defPPr>
            <a:lvl1pPr algn="l">
              <a:defRPr sz="2250" b="1">
                <a:solidFill>
                  <a:srgbClr val="F7785D"/>
                </a:solidFill>
                <a:latin typeface="Arial"/>
                <a:ea typeface="Arial"/>
                <a:cs typeface="Arial"/>
              </a:defRPr>
            </a:lvl1pPr>
            <a:lvl2pPr algn="l">
              <a:defRPr sz="2250" b="1">
                <a:solidFill>
                  <a:srgbClr val="F7785D"/>
                </a:solidFill>
                <a:latin typeface="Arial"/>
                <a:ea typeface="Arial"/>
                <a:cs typeface="Arial"/>
              </a:defRPr>
            </a:lvl2pPr>
            <a:lvl3pPr algn="l">
              <a:defRPr sz="2250" b="1">
                <a:solidFill>
                  <a:srgbClr val="F7785D"/>
                </a:solidFill>
                <a:latin typeface="Arial"/>
                <a:ea typeface="Arial"/>
                <a:cs typeface="Arial"/>
              </a:defRPr>
            </a:lvl3pPr>
            <a:lvl4pPr algn="l">
              <a:defRPr sz="2250" b="1">
                <a:solidFill>
                  <a:srgbClr val="F7785D"/>
                </a:solidFill>
                <a:latin typeface="Arial"/>
                <a:ea typeface="Arial"/>
                <a:cs typeface="Arial"/>
              </a:defRPr>
            </a:lvl4pPr>
            <a:lvl5pPr algn="l">
              <a:defRPr sz="2250" b="1">
                <a:solidFill>
                  <a:srgbClr val="F7785D"/>
                </a:solidFill>
                <a:latin typeface="Arial"/>
                <a:ea typeface="Arial"/>
                <a:cs typeface="Arial"/>
              </a:defRPr>
            </a:lvl5pPr>
            <a:lvl6pPr algn="l">
              <a:defRPr sz="2250" b="1">
                <a:solidFill>
                  <a:srgbClr val="F7785D"/>
                </a:solidFill>
                <a:latin typeface="Arial"/>
                <a:ea typeface="Arial"/>
                <a:cs typeface="Arial"/>
              </a:defRPr>
            </a:lvl6pPr>
            <a:lvl7pPr algn="l">
              <a:defRPr sz="2250" b="1">
                <a:solidFill>
                  <a:srgbClr val="F7785D"/>
                </a:solidFill>
                <a:latin typeface="Arial"/>
                <a:ea typeface="Arial"/>
                <a:cs typeface="Arial"/>
              </a:defRPr>
            </a:lvl7pPr>
            <a:lvl8pPr algn="l">
              <a:defRPr sz="2250" b="1">
                <a:solidFill>
                  <a:srgbClr val="F7785D"/>
                </a:solidFill>
                <a:latin typeface="Arial"/>
                <a:ea typeface="Arial"/>
                <a:cs typeface="Arial"/>
              </a:defRPr>
            </a:lvl8pPr>
            <a:lvl9pPr algn="l">
              <a:defRPr sz="2250" b="1">
                <a:solidFill>
                  <a:srgbClr val="F7785D"/>
                </a:solidFill>
                <a:latin typeface="Arial"/>
                <a:ea typeface="Arial"/>
                <a:cs typeface="Arial"/>
              </a:defRPr>
            </a:lvl9pPr>
          </a:lstStyle>
          <a:p xmlns:a="http://schemas.openxmlformats.org/drawingml/2006/main">
            <a:pPr algn="l">
              <a:defRPr sz="2250" b="1">
                <a:solidFill>
                  <a:srgbClr val="F7785D"/>
                </a:solidFill>
                <a:latin typeface="Arial"/>
                <a:ea typeface="Arial"/>
                <a:cs typeface="Arial"/>
              </a:defRPr>
            </a:pPr>
            <a:r>
              <a:rPr sz="2250" b="1">
                <a:solidFill>
                  <a:srgbClr val="F7785D"/>
                </a:solidFill>
                <a:latin typeface="Arial"/>
                <a:ea typeface="Arial"/>
                <a:cs typeface="Arial"/>
              </a:rPr>
              <a:t>Uncertain control: hold and escalate</a:t>
            </a:r>
          </a:p>
        </p:txBody>
      </p:sp>
      <p:sp>
        <p:nvSpPr>
          <p:cNvPr id="20" name="Uncertain dependency: preserve service and fl">
            <a:extLst xmlns:a="http://schemas.openxmlformats.org/drawingml/2006/main">
              <a:ext uri="{FF2B5EF4-FFF2-40B4-BE49-F238E27FC236}">
                <a16:creationId xmlns:a16="http://schemas.microsoft.com/office/drawing/2014/main" id="{72EDF306-E724-4321-9CCC-6E912EC68A8C}"/>
              </a:ext>
            </a:extLst>
          </p:cNvPr>
          <p:cNvSpPr>
            <a:spLocks xmlns:a="http://schemas.openxmlformats.org/drawingml/2006/main" noGrp="1"/>
          </p:cNvSpPr>
          <p:nvPr/>
        </p:nvSpPr>
        <p:spPr>
          <a:xfrm xmlns:a="http://schemas.openxmlformats.org/drawingml/2006/main">
            <a:off x="685800" y="5314950"/>
            <a:ext cx="1047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0">
                <a:solidFill>
                  <a:srgbClr val="FFFFFF"/>
                </a:solidFill>
                <a:latin typeface="Arial"/>
                <a:ea typeface="Arial"/>
                <a:cs typeface="Arial"/>
              </a:defRPr>
            </a:defPPr>
            <a:lvl1pPr algn="l">
              <a:defRPr sz="2025" b="0">
                <a:solidFill>
                  <a:srgbClr val="FFFFFF"/>
                </a:solidFill>
                <a:latin typeface="Arial"/>
                <a:ea typeface="Arial"/>
                <a:cs typeface="Arial"/>
              </a:defRPr>
            </a:lvl1pPr>
            <a:lvl2pPr algn="l">
              <a:defRPr sz="2025" b="0">
                <a:solidFill>
                  <a:srgbClr val="FFFFFF"/>
                </a:solidFill>
                <a:latin typeface="Arial"/>
                <a:ea typeface="Arial"/>
                <a:cs typeface="Arial"/>
              </a:defRPr>
            </a:lvl2pPr>
            <a:lvl3pPr algn="l">
              <a:defRPr sz="2025" b="0">
                <a:solidFill>
                  <a:srgbClr val="FFFFFF"/>
                </a:solidFill>
                <a:latin typeface="Arial"/>
                <a:ea typeface="Arial"/>
                <a:cs typeface="Arial"/>
              </a:defRPr>
            </a:lvl3pPr>
            <a:lvl4pPr algn="l">
              <a:defRPr sz="2025" b="0">
                <a:solidFill>
                  <a:srgbClr val="FFFFFF"/>
                </a:solidFill>
                <a:latin typeface="Arial"/>
                <a:ea typeface="Arial"/>
                <a:cs typeface="Arial"/>
              </a:defRPr>
            </a:lvl4pPr>
            <a:lvl5pPr algn="l">
              <a:defRPr sz="2025" b="0">
                <a:solidFill>
                  <a:srgbClr val="FFFFFF"/>
                </a:solidFill>
                <a:latin typeface="Arial"/>
                <a:ea typeface="Arial"/>
                <a:cs typeface="Arial"/>
              </a:defRPr>
            </a:lvl5pPr>
            <a:lvl6pPr algn="l">
              <a:defRPr sz="2025" b="0">
                <a:solidFill>
                  <a:srgbClr val="FFFFFF"/>
                </a:solidFill>
                <a:latin typeface="Arial"/>
                <a:ea typeface="Arial"/>
                <a:cs typeface="Arial"/>
              </a:defRPr>
            </a:lvl6pPr>
            <a:lvl7pPr algn="l">
              <a:defRPr sz="2025" b="0">
                <a:solidFill>
                  <a:srgbClr val="FFFFFF"/>
                </a:solidFill>
                <a:latin typeface="Arial"/>
                <a:ea typeface="Arial"/>
                <a:cs typeface="Arial"/>
              </a:defRPr>
            </a:lvl7pPr>
            <a:lvl8pPr algn="l">
              <a:defRPr sz="2025" b="0">
                <a:solidFill>
                  <a:srgbClr val="FFFFFF"/>
                </a:solidFill>
                <a:latin typeface="Arial"/>
                <a:ea typeface="Arial"/>
                <a:cs typeface="Arial"/>
              </a:defRPr>
            </a:lvl8pPr>
            <a:lvl9pPr algn="l">
              <a:defRPr sz="2025" b="0">
                <a:solidFill>
                  <a:srgbClr val="FFFFFF"/>
                </a:solidFill>
                <a:latin typeface="Arial"/>
                <a:ea typeface="Arial"/>
                <a:cs typeface="Arial"/>
              </a:defRPr>
            </a:lvl9pPr>
          </a:lstStyle>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Uncertain dependency: preserve service and flag review</a:t>
            </a:r>
          </a:p>
        </p:txBody>
      </p:sp>
    </p:spTree>
    <p:extLst>
      <p:ext uri="{BB962C8B-B14F-4D97-AF65-F5344CB8AC3E}">
        <p14:creationId xmlns:p14="http://schemas.microsoft.com/office/powerpoint/2010/main" val="756459986"/>
      </p:ext>
    </p:extLst>
  </p:cSld>
</p:sld>
</file>

<file path=ppt/slides/slide8.xml><?xml version="1.0" encoding="utf-8"?>
<p:sld xmlns:p="http://schemas.openxmlformats.org/presentationml/2006/main" show="0">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5" name="slide-8-title">
            <a:extLst xmlns:a="http://schemas.openxmlformats.org/drawingml/2006/main">
              <a:ext uri="{FF2B5EF4-FFF2-40B4-BE49-F238E27FC236}">
                <a16:creationId xmlns:a16="http://schemas.microsoft.com/office/drawing/2014/main" id="{E135051A-C489-45DD-BC62-C9BE3F531ED6}"/>
              </a:ext>
            </a:extLst>
          </p:cNvPr>
          <p:cNvSpPr>
            <a:spLocks xmlns:a="http://schemas.openxmlformats.org/drawingml/2006/main" noGrp="1"/>
          </p:cNvSpPr>
          <p:nvPr/>
        </p:nvSpPr>
        <p:spPr>
          <a:xfrm xmlns:a="http://schemas.openxmlformats.org/drawingml/2006/main">
            <a:off x="609600" y="476250"/>
            <a:ext cx="10858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112B3A"/>
                </a:solidFill>
                <a:latin typeface="Arial"/>
                <a:ea typeface="Arial"/>
                <a:cs typeface="Arial"/>
              </a:defRPr>
            </a:defPPr>
            <a:lvl1pPr algn="l">
              <a:defRPr sz="3150" b="1">
                <a:solidFill>
                  <a:srgbClr val="112B3A"/>
                </a:solidFill>
                <a:latin typeface="Arial"/>
                <a:ea typeface="Arial"/>
                <a:cs typeface="Arial"/>
              </a:defRPr>
            </a:lvl1pPr>
            <a:lvl2pPr algn="l">
              <a:defRPr sz="3150" b="1">
                <a:solidFill>
                  <a:srgbClr val="112B3A"/>
                </a:solidFill>
                <a:latin typeface="Arial"/>
                <a:ea typeface="Arial"/>
                <a:cs typeface="Arial"/>
              </a:defRPr>
            </a:lvl2pPr>
            <a:lvl3pPr algn="l">
              <a:defRPr sz="3150" b="1">
                <a:solidFill>
                  <a:srgbClr val="112B3A"/>
                </a:solidFill>
                <a:latin typeface="Arial"/>
                <a:ea typeface="Arial"/>
                <a:cs typeface="Arial"/>
              </a:defRPr>
            </a:lvl3pPr>
            <a:lvl4pPr algn="l">
              <a:defRPr sz="3150" b="1">
                <a:solidFill>
                  <a:srgbClr val="112B3A"/>
                </a:solidFill>
                <a:latin typeface="Arial"/>
                <a:ea typeface="Arial"/>
                <a:cs typeface="Arial"/>
              </a:defRPr>
            </a:lvl4pPr>
            <a:lvl5pPr algn="l">
              <a:defRPr sz="3150" b="1">
                <a:solidFill>
                  <a:srgbClr val="112B3A"/>
                </a:solidFill>
                <a:latin typeface="Arial"/>
                <a:ea typeface="Arial"/>
                <a:cs typeface="Arial"/>
              </a:defRPr>
            </a:lvl5pPr>
            <a:lvl6pPr algn="l">
              <a:defRPr sz="3150" b="1">
                <a:solidFill>
                  <a:srgbClr val="112B3A"/>
                </a:solidFill>
                <a:latin typeface="Arial"/>
                <a:ea typeface="Arial"/>
                <a:cs typeface="Arial"/>
              </a:defRPr>
            </a:lvl6pPr>
            <a:lvl7pPr algn="l">
              <a:defRPr sz="3150" b="1">
                <a:solidFill>
                  <a:srgbClr val="112B3A"/>
                </a:solidFill>
                <a:latin typeface="Arial"/>
                <a:ea typeface="Arial"/>
                <a:cs typeface="Arial"/>
              </a:defRPr>
            </a:lvl7pPr>
            <a:lvl8pPr algn="l">
              <a:defRPr sz="3150" b="1">
                <a:solidFill>
                  <a:srgbClr val="112B3A"/>
                </a:solidFill>
                <a:latin typeface="Arial"/>
                <a:ea typeface="Arial"/>
                <a:cs typeface="Arial"/>
              </a:defRPr>
            </a:lvl8pPr>
            <a:lvl9pPr algn="l">
              <a:defRPr sz="3150" b="1">
                <a:solidFill>
                  <a:srgbClr val="112B3A"/>
                </a:solidFill>
                <a:latin typeface="Arial"/>
                <a:ea typeface="Arial"/>
                <a:cs typeface="Arial"/>
              </a:defRPr>
            </a:lvl9pPr>
          </a:lstStyle>
          <a:p xmlns:a="http://schemas.openxmlformats.org/drawingml/2006/main">
            <a:pPr algn="l">
              <a:defRPr sz="3150" b="1">
                <a:solidFill>
                  <a:srgbClr val="112B3A"/>
                </a:solidFill>
                <a:latin typeface="Arial"/>
                <a:ea typeface="Arial"/>
                <a:cs typeface="Arial"/>
              </a:defRPr>
            </a:pPr>
            <a:r>
              <a:rPr sz="3150" b="1">
                <a:solidFill>
                  <a:srgbClr val="112B3A"/>
                </a:solidFill>
                <a:latin typeface="Arial"/>
                <a:ea typeface="Arial"/>
                <a:cs typeface="Arial"/>
              </a:rPr>
              <a:t>Data and uncertainty boundaries</a:t>
            </a:r>
          </a:p>
        </p:txBody>
      </p:sp>
      <p:sp>
        <p:nvSpPr>
          <p:cNvPr id="2" name="Hidden technical reference">
            <a:extLst xmlns:a="http://schemas.openxmlformats.org/drawingml/2006/main">
              <a:ext uri="{FF2B5EF4-FFF2-40B4-BE49-F238E27FC236}">
                <a16:creationId xmlns:a16="http://schemas.microsoft.com/office/drawing/2014/main" id="{41B9F0BF-72DC-4BE6-980F-5528DFF76A5E}"/>
              </a:ext>
            </a:extLst>
          </p:cNvPr>
          <p:cNvSpPr>
            <a:spLocks xmlns:a="http://schemas.openxmlformats.org/drawingml/2006/main" noGrp="1"/>
          </p:cNvSpPr>
          <p:nvPr/>
        </p:nvSpPr>
        <p:spPr>
          <a:xfrm xmlns:a="http://schemas.openxmlformats.org/drawingml/2006/main">
            <a:off x="647700" y="1257300"/>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a:solidFill>
                  <a:srgbClr val="526875"/>
                </a:solidFill>
                <a:latin typeface="Arial"/>
                <a:ea typeface="Arial"/>
                <a:cs typeface="Arial"/>
              </a:defRPr>
            </a:defPPr>
            <a:lvl1pPr algn="l">
              <a:defRPr sz="1500" b="0">
                <a:solidFill>
                  <a:srgbClr val="526875"/>
                </a:solidFill>
                <a:latin typeface="Arial"/>
                <a:ea typeface="Arial"/>
                <a:cs typeface="Arial"/>
              </a:defRPr>
            </a:lvl1pPr>
            <a:lvl2pPr algn="l">
              <a:defRPr sz="1500" b="0">
                <a:solidFill>
                  <a:srgbClr val="526875"/>
                </a:solidFill>
                <a:latin typeface="Arial"/>
                <a:ea typeface="Arial"/>
                <a:cs typeface="Arial"/>
              </a:defRPr>
            </a:lvl2pPr>
            <a:lvl3pPr algn="l">
              <a:defRPr sz="1500" b="0">
                <a:solidFill>
                  <a:srgbClr val="526875"/>
                </a:solidFill>
                <a:latin typeface="Arial"/>
                <a:ea typeface="Arial"/>
                <a:cs typeface="Arial"/>
              </a:defRPr>
            </a:lvl3pPr>
            <a:lvl4pPr algn="l">
              <a:defRPr sz="1500" b="0">
                <a:solidFill>
                  <a:srgbClr val="526875"/>
                </a:solidFill>
                <a:latin typeface="Arial"/>
                <a:ea typeface="Arial"/>
                <a:cs typeface="Arial"/>
              </a:defRPr>
            </a:lvl4pPr>
            <a:lvl5pPr algn="l">
              <a:defRPr sz="1500" b="0">
                <a:solidFill>
                  <a:srgbClr val="526875"/>
                </a:solidFill>
                <a:latin typeface="Arial"/>
                <a:ea typeface="Arial"/>
                <a:cs typeface="Arial"/>
              </a:defRPr>
            </a:lvl5pPr>
            <a:lvl6pPr algn="l">
              <a:defRPr sz="1500" b="0">
                <a:solidFill>
                  <a:srgbClr val="526875"/>
                </a:solidFill>
                <a:latin typeface="Arial"/>
                <a:ea typeface="Arial"/>
                <a:cs typeface="Arial"/>
              </a:defRPr>
            </a:lvl6pPr>
            <a:lvl7pPr algn="l">
              <a:defRPr sz="1500" b="0">
                <a:solidFill>
                  <a:srgbClr val="526875"/>
                </a:solidFill>
                <a:latin typeface="Arial"/>
                <a:ea typeface="Arial"/>
                <a:cs typeface="Arial"/>
              </a:defRPr>
            </a:lvl7pPr>
            <a:lvl8pPr algn="l">
              <a:defRPr sz="1500" b="0">
                <a:solidFill>
                  <a:srgbClr val="526875"/>
                </a:solidFill>
                <a:latin typeface="Arial"/>
                <a:ea typeface="Arial"/>
                <a:cs typeface="Arial"/>
              </a:defRPr>
            </a:lvl8pPr>
            <a:lvl9pPr algn="l">
              <a:defRPr sz="1500" b="0">
                <a:solidFill>
                  <a:srgbClr val="526875"/>
                </a:solidFill>
                <a:latin typeface="Arial"/>
                <a:ea typeface="Arial"/>
                <a:cs typeface="Arial"/>
              </a:defRPr>
            </a:lvl9pPr>
          </a:lstStyle>
          <a:p xmlns:a="http://schemas.openxmlformats.org/drawingml/2006/main">
            <a:pPr algn="l">
              <a:defRPr sz="1500" b="0">
                <a:solidFill>
                  <a:srgbClr val="526875"/>
                </a:solidFill>
                <a:latin typeface="Arial"/>
                <a:ea typeface="Arial"/>
                <a:cs typeface="Arial"/>
              </a:defRPr>
            </a:pPr>
            <a:r>
              <a:rPr sz="1500" b="0">
                <a:solidFill>
                  <a:srgbClr val="526875"/>
                </a:solidFill>
                <a:latin typeface="Arial"/>
                <a:ea typeface="Arial"/>
                <a:cs typeface="Arial"/>
              </a:rPr>
              <a:t>Hidden technical reference</a:t>
            </a:r>
          </a:p>
        </p:txBody>
      </p:sp>
      <p:sp>
        <p:nvSpPr>
          <p:cNvPr id="3" name="08">
            <a:extLst xmlns:a="http://schemas.openxmlformats.org/drawingml/2006/main">
              <a:ext uri="{FF2B5EF4-FFF2-40B4-BE49-F238E27FC236}">
                <a16:creationId xmlns:a16="http://schemas.microsoft.com/office/drawing/2014/main" id="{1A576B38-E6F7-45DD-A245-DFD8CE3B215B}"/>
              </a:ext>
            </a:extLst>
          </p:cNvPr>
          <p:cNvSpPr>
            <a:spLocks xmlns:a="http://schemas.openxmlformats.org/drawingml/2006/main" noGrp="1"/>
          </p:cNvSpPr>
          <p:nvPr/>
        </p:nvSpPr>
        <p:spPr>
          <a:xfrm xmlns:a="http://schemas.openxmlformats.org/drawingml/2006/main">
            <a:off x="11172825" y="641032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0">
                <a:solidFill>
                  <a:srgbClr val="526875"/>
                </a:solidFill>
                <a:latin typeface="Arial"/>
                <a:ea typeface="Arial"/>
                <a:cs typeface="Arial"/>
              </a:defRPr>
            </a:defPPr>
            <a:lvl1pPr algn="r">
              <a:defRPr sz="975" b="0">
                <a:solidFill>
                  <a:srgbClr val="526875"/>
                </a:solidFill>
                <a:latin typeface="Arial"/>
                <a:ea typeface="Arial"/>
                <a:cs typeface="Arial"/>
              </a:defRPr>
            </a:lvl1pPr>
            <a:lvl2pPr algn="r">
              <a:defRPr sz="975" b="0">
                <a:solidFill>
                  <a:srgbClr val="526875"/>
                </a:solidFill>
                <a:latin typeface="Arial"/>
                <a:ea typeface="Arial"/>
                <a:cs typeface="Arial"/>
              </a:defRPr>
            </a:lvl2pPr>
            <a:lvl3pPr algn="r">
              <a:defRPr sz="975" b="0">
                <a:solidFill>
                  <a:srgbClr val="526875"/>
                </a:solidFill>
                <a:latin typeface="Arial"/>
                <a:ea typeface="Arial"/>
                <a:cs typeface="Arial"/>
              </a:defRPr>
            </a:lvl3pPr>
            <a:lvl4pPr algn="r">
              <a:defRPr sz="975" b="0">
                <a:solidFill>
                  <a:srgbClr val="526875"/>
                </a:solidFill>
                <a:latin typeface="Arial"/>
                <a:ea typeface="Arial"/>
                <a:cs typeface="Arial"/>
              </a:defRPr>
            </a:lvl4pPr>
            <a:lvl5pPr algn="r">
              <a:defRPr sz="975" b="0">
                <a:solidFill>
                  <a:srgbClr val="526875"/>
                </a:solidFill>
                <a:latin typeface="Arial"/>
                <a:ea typeface="Arial"/>
                <a:cs typeface="Arial"/>
              </a:defRPr>
            </a:lvl5pPr>
            <a:lvl6pPr algn="r">
              <a:defRPr sz="975" b="0">
                <a:solidFill>
                  <a:srgbClr val="526875"/>
                </a:solidFill>
                <a:latin typeface="Arial"/>
                <a:ea typeface="Arial"/>
                <a:cs typeface="Arial"/>
              </a:defRPr>
            </a:lvl6pPr>
            <a:lvl7pPr algn="r">
              <a:defRPr sz="975" b="0">
                <a:solidFill>
                  <a:srgbClr val="526875"/>
                </a:solidFill>
                <a:latin typeface="Arial"/>
                <a:ea typeface="Arial"/>
                <a:cs typeface="Arial"/>
              </a:defRPr>
            </a:lvl7pPr>
            <a:lvl8pPr algn="r">
              <a:defRPr sz="975" b="0">
                <a:solidFill>
                  <a:srgbClr val="526875"/>
                </a:solidFill>
                <a:latin typeface="Arial"/>
                <a:ea typeface="Arial"/>
                <a:cs typeface="Arial"/>
              </a:defRPr>
            </a:lvl8pPr>
            <a:lvl9pPr algn="r">
              <a:defRPr sz="975" b="0">
                <a:solidFill>
                  <a:srgbClr val="526875"/>
                </a:solidFill>
                <a:latin typeface="Arial"/>
                <a:ea typeface="Arial"/>
                <a:cs typeface="Arial"/>
              </a:defRPr>
            </a:lvl9pPr>
          </a:lstStyle>
          <a:p xmlns:a="http://schemas.openxmlformats.org/drawingml/2006/main">
            <a:pPr algn="r">
              <a:defRPr sz="975" b="0">
                <a:solidFill>
                  <a:srgbClr val="526875"/>
                </a:solidFill>
                <a:latin typeface="Arial"/>
                <a:ea typeface="Arial"/>
                <a:cs typeface="Arial"/>
              </a:defRPr>
            </a:pPr>
            <a:r>
              <a:rPr sz="975" b="0">
                <a:solidFill>
                  <a:srgbClr val="526875"/>
                </a:solidFill>
                <a:latin typeface="Arial"/>
                <a:ea typeface="Arial"/>
                <a:cs typeface="Arial"/>
              </a:rPr>
              <a:t>08</a:t>
            </a:r>
          </a:p>
        </p:txBody>
      </p:sp>
      <p:graphicFrame>
        <p:nvGraphicFramePr>
          <p:cNvPr id="4" name="">
            <a:extLst xmlns:a="http://schemas.openxmlformats.org/drawingml/2006/main">
              <a:ext uri="{FF2B5EF4-FFF2-40B4-BE49-F238E27FC236}">
                <a16:creationId xmlns:a16="http://schemas.microsoft.com/office/drawing/2014/main" id="{1887E979-480B-4ED1-B808-0A81A6C9AD06}"/>
              </a:ext>
            </a:extLst>
          </p:cNvPr>
          <p:cNvGraphicFramePr/>
          <p:nvPr/>
        </p:nvGraphicFramePr>
        <p:xfrm>
          <a:off xmlns:a="http://schemas.openxmlformats.org/drawingml/2006/main" x="723900" y="1895475"/>
          <a:ext xmlns:a="http://schemas.openxmlformats.org/drawingml/2006/main" cx="10744200" cy="3905250"/>
        </p:xfrm>
        <a:graphic xmlns:a="http://schemas.openxmlformats.org/drawingml/2006/main">
          <a:graphicData uri="http://schemas.openxmlformats.org/drawingml/2006/table">
            <a:tbl>
              <a:tblPr firstRow="1" bandRow="0"/>
              <a:tblGrid>
                <a:gridCol w="3000375"/>
                <a:gridCol w="7743825"/>
              </a:tblGrid>
              <a:tr h="650875">
                <a:tc>
                  <a:txBody>
                    <a:bodyPr/>
                    <a:lstStyle/>
                    <a:p>
                      <a:r>
                        <a:rPr sz="1500" b="1">
                          <a:solidFill>
                            <a:srgbClr val="FFFFFF"/>
                          </a:solidFill>
                          <a:latin typeface="Arial"/>
                          <a:ea typeface="Arial"/>
                          <a:cs typeface="Arial"/>
                        </a:rPr>
                        <a:t>Boundary</a:t>
                      </a:r>
                    </a:p>
                  </a:txBody>
                  <a:tcPr marL="91440" marR="91440" marT="45720" marB="45720">
                    <a:lnL w="9525">
                      <a:solidFill>
                        <a:srgbClr val="D7DCD8"/>
                      </a:solidFill>
                      <a:prstDash val="solid"/>
                    </a:lnL>
                    <a:lnR w="9525">
                      <a:solidFill>
                        <a:srgbClr val="D7DCD8"/>
                      </a:solidFill>
                      <a:prstDash val="solid"/>
                    </a:lnR>
                    <a:lnT w="9525">
                      <a:solidFill>
                        <a:srgbClr val="D7DCD8"/>
                      </a:solidFill>
                      <a:prstDash val="solid"/>
                    </a:lnT>
                    <a:lnB w="9525">
                      <a:solidFill>
                        <a:srgbClr val="D7DCD8"/>
                      </a:solidFill>
                      <a:prstDash val="solid"/>
                    </a:lnB>
                    <a:solidFill>
                      <a:srgbClr val="123148"/>
                    </a:solidFill>
                  </a:tcPr>
                </a:tc>
                <a:tc>
                  <a:txBody>
                    <a:bodyPr/>
                    <a:lstStyle/>
                    <a:p>
                      <a:r>
                        <a:rPr sz="1500" b="1">
                          <a:solidFill>
                            <a:srgbClr val="FFFFFF"/>
                          </a:solidFill>
                          <a:latin typeface="Arial"/>
                          <a:ea typeface="Arial"/>
                          <a:cs typeface="Arial"/>
                        </a:rPr>
                        <a:t>What crosses it</a:t>
                      </a:r>
                    </a:p>
                  </a:txBody>
                  <a:tcPr marL="91440" marR="91440" marT="45720" marB="45720">
                    <a:lnR w="9525">
                      <a:solidFill>
                        <a:srgbClr val="D7DCD8"/>
                      </a:solidFill>
                      <a:prstDash val="solid"/>
                    </a:lnR>
                    <a:lnT w="9525">
                      <a:solidFill>
                        <a:srgbClr val="D7DCD8"/>
                      </a:solidFill>
                      <a:prstDash val="solid"/>
                    </a:lnT>
                    <a:lnB w="9525">
                      <a:solidFill>
                        <a:srgbClr val="D7DCD8"/>
                      </a:solidFill>
                      <a:prstDash val="solid"/>
                    </a:lnB>
                    <a:solidFill>
                      <a:srgbClr val="123148"/>
                    </a:solidFill>
                  </a:tcPr>
                </a:tc>
              </a:tr>
              <a:tr h="650875">
                <a:tc>
                  <a:txBody>
                    <a:bodyPr/>
                    <a:lstStyle/>
                    <a:p>
                      <a:r>
                        <a:rPr sz="1575" b="1">
                          <a:solidFill>
                            <a:srgbClr val="112B3A"/>
                          </a:solidFill>
                          <a:latin typeface="Arial"/>
                          <a:ea typeface="Arial"/>
                          <a:cs typeface="Arial"/>
                        </a:rPr>
                        <a:t>Runtime events</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FFFFFF"/>
                    </a:solidFill>
                  </a:tcPr>
                </a:tc>
                <a:tc>
                  <a:txBody>
                    <a:bodyPr/>
                    <a:lstStyle/>
                    <a:p>
                      <a:r>
                        <a:rPr sz="1575" b="0">
                          <a:solidFill>
                            <a:srgbClr val="112B3A"/>
                          </a:solidFill>
                          <a:latin typeface="Arial"/>
                          <a:ea typeface="Arial"/>
                          <a:cs typeface="Arial"/>
                        </a:rPr>
                        <a:t>Supplied alerts inform review. No Falco ingestion.</a:t>
                      </a:r>
                    </a:p>
                  </a:txBody>
                  <a:tcPr marL="91440" marR="91440" marT="45720" marB="45720">
                    <a:lnR w="9525">
                      <a:solidFill>
                        <a:srgbClr val="D7DCD8"/>
                      </a:solidFill>
                      <a:prstDash val="solid"/>
                    </a:lnR>
                    <a:lnB w="9525">
                      <a:solidFill>
                        <a:srgbClr val="D7DCD8"/>
                      </a:solidFill>
                      <a:prstDash val="solid"/>
                    </a:lnB>
                    <a:solidFill>
                      <a:srgbClr val="FFFFFF"/>
                    </a:solidFill>
                  </a:tcPr>
                </a:tc>
              </a:tr>
              <a:tr h="650875">
                <a:tc>
                  <a:txBody>
                    <a:bodyPr/>
                    <a:lstStyle/>
                    <a:p>
                      <a:r>
                        <a:rPr sz="1575" b="1">
                          <a:solidFill>
                            <a:srgbClr val="112B3A"/>
                          </a:solidFill>
                          <a:latin typeface="Arial"/>
                          <a:ea typeface="Arial"/>
                          <a:cs typeface="Arial"/>
                        </a:rPr>
                        <a:t>Provider request</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E2EDEB"/>
                    </a:solidFill>
                  </a:tcPr>
                </a:tc>
                <a:tc>
                  <a:txBody>
                    <a:bodyPr/>
                    <a:lstStyle/>
                    <a:p>
                      <a:r>
                        <a:rPr sz="1575" b="0">
                          <a:solidFill>
                            <a:srgbClr val="112B3A"/>
                          </a:solidFill>
                          <a:latin typeface="Arial"/>
                          <a:ea typeface="Arial"/>
                          <a:cs typeface="Arial"/>
                        </a:rPr>
                        <a:t>Full intent + clause, profile/workload names, or workload/policy/denial reason</a:t>
                      </a:r>
                    </a:p>
                  </a:txBody>
                  <a:tcPr marL="91440" marR="91440" marT="45720" marB="45720">
                    <a:lnR w="9525">
                      <a:solidFill>
                        <a:srgbClr val="D7DCD8"/>
                      </a:solidFill>
                      <a:prstDash val="solid"/>
                    </a:lnR>
                    <a:lnB w="9525">
                      <a:solidFill>
                        <a:srgbClr val="D7DCD8"/>
                      </a:solidFill>
                      <a:prstDash val="solid"/>
                    </a:lnB>
                    <a:solidFill>
                      <a:srgbClr val="E2EDEB"/>
                    </a:solidFill>
                  </a:tcPr>
                </a:tc>
              </a:tr>
              <a:tr h="650875">
                <a:tc>
                  <a:txBody>
                    <a:bodyPr/>
                    <a:lstStyle/>
                    <a:p>
                      <a:r>
                        <a:rPr sz="1575" b="1">
                          <a:solidFill>
                            <a:srgbClr val="112B3A"/>
                          </a:solidFill>
                          <a:latin typeface="Arial"/>
                          <a:ea typeface="Arial"/>
                          <a:cs typeface="Arial"/>
                        </a:rPr>
                        <a:t>Provider response</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FFFFFF"/>
                    </a:solidFill>
                  </a:tcPr>
                </a:tc>
                <a:tc>
                  <a:txBody>
                    <a:bodyPr/>
                    <a:lstStyle/>
                    <a:p>
                      <a:r>
                        <a:rPr sz="1575" b="0">
                          <a:solidFill>
                            <a:srgbClr val="112B3A"/>
                          </a:solidFill>
                          <a:latin typeface="Arial"/>
                          <a:ea typeface="Arial"/>
                          <a:cs typeface="Arial"/>
                        </a:rPr>
                        <a:t>Allowed choice + numeric score. Invalid or below 0.6 escalates.</a:t>
                      </a:r>
                    </a:p>
                  </a:txBody>
                  <a:tcPr marL="91440" marR="91440" marT="45720" marB="45720">
                    <a:lnR w="9525">
                      <a:solidFill>
                        <a:srgbClr val="D7DCD8"/>
                      </a:solidFill>
                      <a:prstDash val="solid"/>
                    </a:lnR>
                    <a:lnB w="9525">
                      <a:solidFill>
                        <a:srgbClr val="D7DCD8"/>
                      </a:solidFill>
                      <a:prstDash val="solid"/>
                    </a:lnB>
                    <a:solidFill>
                      <a:srgbClr val="FFFFFF"/>
                    </a:solidFill>
                  </a:tcPr>
                </a:tc>
              </a:tr>
              <a:tr h="650875">
                <a:tc>
                  <a:txBody>
                    <a:bodyPr/>
                    <a:lstStyle/>
                    <a:p>
                      <a:r>
                        <a:rPr sz="1575" b="1">
                          <a:solidFill>
                            <a:srgbClr val="112B3A"/>
                          </a:solidFill>
                          <a:latin typeface="Arial"/>
                          <a:ea typeface="Arial"/>
                          <a:cs typeface="Arial"/>
                        </a:rPr>
                        <a:t>Uncertain dependency</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E2EDEB"/>
                    </a:solidFill>
                  </a:tcPr>
                </a:tc>
                <a:tc>
                  <a:txBody>
                    <a:bodyPr/>
                    <a:lstStyle/>
                    <a:p>
                      <a:r>
                        <a:rPr sz="1575" b="0">
                          <a:solidFill>
                            <a:srgbClr val="112B3A"/>
                          </a:solidFill>
                          <a:latin typeface="Arial"/>
                          <a:ea typeface="Arial"/>
                          <a:cs typeface="Arial"/>
                        </a:rPr>
                        <a:t>Retains the proposed allowance and flags human review.</a:t>
                      </a:r>
                    </a:p>
                  </a:txBody>
                  <a:tcPr marL="91440" marR="91440" marT="45720" marB="45720">
                    <a:lnR w="9525">
                      <a:solidFill>
                        <a:srgbClr val="D7DCD8"/>
                      </a:solidFill>
                      <a:prstDash val="solid"/>
                    </a:lnR>
                    <a:lnB w="9525">
                      <a:solidFill>
                        <a:srgbClr val="D7DCD8"/>
                      </a:solidFill>
                      <a:prstDash val="solid"/>
                    </a:lnB>
                    <a:solidFill>
                      <a:srgbClr val="E2EDEB"/>
                    </a:solidFill>
                  </a:tcPr>
                </a:tc>
              </a:tr>
              <a:tr h="650875">
                <a:tc>
                  <a:txBody>
                    <a:bodyPr/>
                    <a:lstStyle/>
                    <a:p>
                      <a:r>
                        <a:rPr sz="1575" b="1">
                          <a:solidFill>
                            <a:srgbClr val="112B3A"/>
                          </a:solidFill>
                          <a:latin typeface="Arial"/>
                          <a:ea typeface="Arial"/>
                          <a:cs typeface="Arial"/>
                        </a:rPr>
                        <a:t>Cluster change</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FFFFFF"/>
                    </a:solidFill>
                  </a:tcPr>
                </a:tc>
                <a:tc>
                  <a:txBody>
                    <a:bodyPr/>
                    <a:lstStyle/>
                    <a:p>
                      <a:r>
                        <a:rPr sz="1575" b="0">
                          <a:solidFill>
                            <a:srgbClr val="112B3A"/>
                          </a:solidFill>
                          <a:latin typeface="Arial"/>
                          <a:ea typeface="Arial"/>
                          <a:cs typeface="Arial"/>
                        </a:rPr>
                        <a:t>People apply reviewed changes. Presenter uses fixtures.</a:t>
                      </a:r>
                    </a:p>
                  </a:txBody>
                  <a:tcPr marL="91440" marR="91440" marT="45720" marB="45720">
                    <a:lnR w="9525">
                      <a:solidFill>
                        <a:srgbClr val="D7DCD8"/>
                      </a:solidFill>
                      <a:prstDash val="solid"/>
                    </a:lnR>
                    <a:lnB w="9525">
                      <a:solidFill>
                        <a:srgbClr val="D7DCD8"/>
                      </a:solidFill>
                      <a:prstDash val="solid"/>
                    </a:lnB>
                    <a:solidFill>
                      <a:srgbClr val="FFFFFF"/>
                    </a:solidFill>
                  </a:tcPr>
                </a:tc>
              </a:tr>
            </a:tbl>
          </a:graphicData>
        </a:graphic>
      </p:graphicFrame>
    </p:spTree>
    <p:extLst>
      <p:ext uri="{BB962C8B-B14F-4D97-AF65-F5344CB8AC3E}">
        <p14:creationId xmlns:p14="http://schemas.microsoft.com/office/powerpoint/2010/main" val="1487416646"/>
      </p:ext>
    </p:extLst>
  </p:cSld>
</p:sld>
</file>

<file path=ppt/slides/slide9.xml><?xml version="1.0" encoding="utf-8"?>
<p:sld xmlns:p="http://schemas.openxmlformats.org/presentationml/2006/main">
  <p:cSld>
    <p:bg>
      <p:bgPr>
        <a:solidFill xmlns:a="http://schemas.openxmlformats.org/drawingml/2006/main">
          <a:srgbClr val="081A29"/>
        </a:solidFill>
      </p:bgPr>
    </p:bg>
    <p:spTree>
      <p:nvGrpSpPr>
        <p:cNvPr id="1" name=""/>
        <p:cNvGrpSpPr/>
        <p:nvPr/>
      </p:nvGrpSpPr>
      <p:grpSpPr>
        <a:xfrm xmlns:a="http://schemas.openxmlformats.org/drawingml/2006/main"/>
      </p:grpSpPr>
      <p:sp>
        <p:nvSpPr>
          <p:cNvPr id="10" name="slide-9-title">
            <a:extLst xmlns:a="http://schemas.openxmlformats.org/drawingml/2006/main">
              <a:ext uri="{FF2B5EF4-FFF2-40B4-BE49-F238E27FC236}">
                <a16:creationId xmlns:a16="http://schemas.microsoft.com/office/drawing/2014/main" id="{CB2BD2DA-3A92-4D1C-913C-85EE3EDB6225}"/>
              </a:ext>
            </a:extLst>
          </p:cNvPr>
          <p:cNvSpPr>
            <a:spLocks xmlns:a="http://schemas.openxmlformats.org/drawingml/2006/main" noGrp="1"/>
          </p:cNvSpPr>
          <p:nvPr/>
        </p:nvSpPr>
        <p:spPr>
          <a:xfrm xmlns:a="http://schemas.openxmlformats.org/drawingml/2006/main">
            <a:off x="609600" y="476250"/>
            <a:ext cx="10858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FFFFFF"/>
                </a:solidFill>
                <a:latin typeface="Arial"/>
                <a:ea typeface="Arial"/>
                <a:cs typeface="Arial"/>
              </a:defRPr>
            </a:defPPr>
            <a:lvl1pPr algn="l">
              <a:defRPr sz="3150" b="1">
                <a:solidFill>
                  <a:srgbClr val="FFFFFF"/>
                </a:solidFill>
                <a:latin typeface="Arial"/>
                <a:ea typeface="Arial"/>
                <a:cs typeface="Arial"/>
              </a:defRPr>
            </a:lvl1pPr>
            <a:lvl2pPr algn="l">
              <a:defRPr sz="3150" b="1">
                <a:solidFill>
                  <a:srgbClr val="FFFFFF"/>
                </a:solidFill>
                <a:latin typeface="Arial"/>
                <a:ea typeface="Arial"/>
                <a:cs typeface="Arial"/>
              </a:defRPr>
            </a:lvl2pPr>
            <a:lvl3pPr algn="l">
              <a:defRPr sz="3150" b="1">
                <a:solidFill>
                  <a:srgbClr val="FFFFFF"/>
                </a:solidFill>
                <a:latin typeface="Arial"/>
                <a:ea typeface="Arial"/>
                <a:cs typeface="Arial"/>
              </a:defRPr>
            </a:lvl3pPr>
            <a:lvl4pPr algn="l">
              <a:defRPr sz="3150" b="1">
                <a:solidFill>
                  <a:srgbClr val="FFFFFF"/>
                </a:solidFill>
                <a:latin typeface="Arial"/>
                <a:ea typeface="Arial"/>
                <a:cs typeface="Arial"/>
              </a:defRPr>
            </a:lvl4pPr>
            <a:lvl5pPr algn="l">
              <a:defRPr sz="3150" b="1">
                <a:solidFill>
                  <a:srgbClr val="FFFFFF"/>
                </a:solidFill>
                <a:latin typeface="Arial"/>
                <a:ea typeface="Arial"/>
                <a:cs typeface="Arial"/>
              </a:defRPr>
            </a:lvl5pPr>
            <a:lvl6pPr algn="l">
              <a:defRPr sz="3150" b="1">
                <a:solidFill>
                  <a:srgbClr val="FFFFFF"/>
                </a:solidFill>
                <a:latin typeface="Arial"/>
                <a:ea typeface="Arial"/>
                <a:cs typeface="Arial"/>
              </a:defRPr>
            </a:lvl6pPr>
            <a:lvl7pPr algn="l">
              <a:defRPr sz="3150" b="1">
                <a:solidFill>
                  <a:srgbClr val="FFFFFF"/>
                </a:solidFill>
                <a:latin typeface="Arial"/>
                <a:ea typeface="Arial"/>
                <a:cs typeface="Arial"/>
              </a:defRPr>
            </a:lvl7pPr>
            <a:lvl8pPr algn="l">
              <a:defRPr sz="3150" b="1">
                <a:solidFill>
                  <a:srgbClr val="FFFFFF"/>
                </a:solidFill>
                <a:latin typeface="Arial"/>
                <a:ea typeface="Arial"/>
                <a:cs typeface="Arial"/>
              </a:defRPr>
            </a:lvl8pPr>
            <a:lvl9pPr algn="l">
              <a:defRPr sz="3150" b="1">
                <a:solidFill>
                  <a:srgbClr val="FFFFFF"/>
                </a:solidFill>
                <a:latin typeface="Arial"/>
                <a:ea typeface="Arial"/>
                <a:cs typeface="Arial"/>
              </a:defRPr>
            </a:lvl9pPr>
          </a:lstStyle>
          <a:p xmlns:a="http://schemas.openxmlformats.org/drawingml/2006/main">
            <a:pPr algn="l">
              <a:defRPr sz="3150" b="1">
                <a:solidFill>
                  <a:srgbClr val="FFFFFF"/>
                </a:solidFill>
                <a:latin typeface="Arial"/>
                <a:ea typeface="Arial"/>
                <a:cs typeface="Arial"/>
              </a:defRPr>
            </a:pPr>
            <a:r>
              <a:rPr sz="3150" b="1">
                <a:solidFill>
                  <a:srgbClr val="FFFFFF"/>
                </a:solidFill>
                <a:latin typeface="Arial"/>
                <a:ea typeface="Arial"/>
                <a:cs typeface="Arial"/>
              </a:rPr>
              <a:t>One clause, six privilege checks</a:t>
            </a:r>
          </a:p>
        </p:txBody>
      </p:sp>
      <p:sp>
        <p:nvSpPr>
          <p:cNvPr id="2" name="Live offline reference compilation">
            <a:extLst xmlns:a="http://schemas.openxmlformats.org/drawingml/2006/main">
              <a:ext uri="{FF2B5EF4-FFF2-40B4-BE49-F238E27FC236}">
                <a16:creationId xmlns:a16="http://schemas.microsoft.com/office/drawing/2014/main" id="{F6148E7F-9380-45AA-927B-1B07551E2F52}"/>
              </a:ext>
            </a:extLst>
          </p:cNvPr>
          <p:cNvSpPr>
            <a:spLocks xmlns:a="http://schemas.openxmlformats.org/drawingml/2006/main" noGrp="1"/>
          </p:cNvSpPr>
          <p:nvPr/>
        </p:nvSpPr>
        <p:spPr>
          <a:xfrm xmlns:a="http://schemas.openxmlformats.org/drawingml/2006/main">
            <a:off x="647700" y="1257300"/>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a:solidFill>
                  <a:srgbClr val="37D5BE"/>
                </a:solidFill>
                <a:latin typeface="Arial"/>
                <a:ea typeface="Arial"/>
                <a:cs typeface="Arial"/>
              </a:defRPr>
            </a:defPPr>
            <a:lvl1pPr algn="l">
              <a:defRPr sz="1500" b="0">
                <a:solidFill>
                  <a:srgbClr val="37D5BE"/>
                </a:solidFill>
                <a:latin typeface="Arial"/>
                <a:ea typeface="Arial"/>
                <a:cs typeface="Arial"/>
              </a:defRPr>
            </a:lvl1pPr>
            <a:lvl2pPr algn="l">
              <a:defRPr sz="1500" b="0">
                <a:solidFill>
                  <a:srgbClr val="37D5BE"/>
                </a:solidFill>
                <a:latin typeface="Arial"/>
                <a:ea typeface="Arial"/>
                <a:cs typeface="Arial"/>
              </a:defRPr>
            </a:lvl2pPr>
            <a:lvl3pPr algn="l">
              <a:defRPr sz="1500" b="0">
                <a:solidFill>
                  <a:srgbClr val="37D5BE"/>
                </a:solidFill>
                <a:latin typeface="Arial"/>
                <a:ea typeface="Arial"/>
                <a:cs typeface="Arial"/>
              </a:defRPr>
            </a:lvl3pPr>
            <a:lvl4pPr algn="l">
              <a:defRPr sz="1500" b="0">
                <a:solidFill>
                  <a:srgbClr val="37D5BE"/>
                </a:solidFill>
                <a:latin typeface="Arial"/>
                <a:ea typeface="Arial"/>
                <a:cs typeface="Arial"/>
              </a:defRPr>
            </a:lvl4pPr>
            <a:lvl5pPr algn="l">
              <a:defRPr sz="1500" b="0">
                <a:solidFill>
                  <a:srgbClr val="37D5BE"/>
                </a:solidFill>
                <a:latin typeface="Arial"/>
                <a:ea typeface="Arial"/>
                <a:cs typeface="Arial"/>
              </a:defRPr>
            </a:lvl5pPr>
            <a:lvl6pPr algn="l">
              <a:defRPr sz="1500" b="0">
                <a:solidFill>
                  <a:srgbClr val="37D5BE"/>
                </a:solidFill>
                <a:latin typeface="Arial"/>
                <a:ea typeface="Arial"/>
                <a:cs typeface="Arial"/>
              </a:defRPr>
            </a:lvl6pPr>
            <a:lvl7pPr algn="l">
              <a:defRPr sz="1500" b="0">
                <a:solidFill>
                  <a:srgbClr val="37D5BE"/>
                </a:solidFill>
                <a:latin typeface="Arial"/>
                <a:ea typeface="Arial"/>
                <a:cs typeface="Arial"/>
              </a:defRPr>
            </a:lvl7pPr>
            <a:lvl8pPr algn="l">
              <a:defRPr sz="1500" b="0">
                <a:solidFill>
                  <a:srgbClr val="37D5BE"/>
                </a:solidFill>
                <a:latin typeface="Arial"/>
                <a:ea typeface="Arial"/>
                <a:cs typeface="Arial"/>
              </a:defRPr>
            </a:lvl8pPr>
            <a:lvl9pPr algn="l">
              <a:defRPr sz="1500" b="0">
                <a:solidFill>
                  <a:srgbClr val="37D5BE"/>
                </a:solidFill>
                <a:latin typeface="Arial"/>
                <a:ea typeface="Arial"/>
                <a:cs typeface="Arial"/>
              </a:defRPr>
            </a:lvl9pPr>
          </a:lstStyle>
          <a:p xmlns:a="http://schemas.openxmlformats.org/drawingml/2006/main">
            <a:pPr algn="l">
              <a:defRPr sz="1500" b="0">
                <a:solidFill>
                  <a:srgbClr val="37D5BE"/>
                </a:solidFill>
                <a:latin typeface="Arial"/>
                <a:ea typeface="Arial"/>
                <a:cs typeface="Arial"/>
              </a:defRPr>
            </a:pPr>
            <a:r>
              <a:rPr sz="1500" b="0">
                <a:solidFill>
                  <a:srgbClr val="37D5BE"/>
                </a:solidFill>
                <a:latin typeface="Arial"/>
                <a:ea typeface="Arial"/>
                <a:cs typeface="Arial"/>
              </a:rPr>
              <a:t>Live offline reference compilation</a:t>
            </a:r>
          </a:p>
        </p:txBody>
      </p:sp>
      <p:sp>
        <p:nvSpPr>
          <p:cNvPr id="3" name="09">
            <a:extLst xmlns:a="http://schemas.openxmlformats.org/drawingml/2006/main">
              <a:ext uri="{FF2B5EF4-FFF2-40B4-BE49-F238E27FC236}">
                <a16:creationId xmlns:a16="http://schemas.microsoft.com/office/drawing/2014/main" id="{5C2F1F1E-3FBB-43CD-A540-9BC90CC68DE4}"/>
              </a:ext>
            </a:extLst>
          </p:cNvPr>
          <p:cNvSpPr>
            <a:spLocks xmlns:a="http://schemas.openxmlformats.org/drawingml/2006/main" noGrp="1"/>
          </p:cNvSpPr>
          <p:nvPr/>
        </p:nvSpPr>
        <p:spPr>
          <a:xfrm xmlns:a="http://schemas.openxmlformats.org/drawingml/2006/main">
            <a:off x="11172825" y="641032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0">
                <a:solidFill>
                  <a:srgbClr val="A8C1CA"/>
                </a:solidFill>
                <a:latin typeface="Arial"/>
                <a:ea typeface="Arial"/>
                <a:cs typeface="Arial"/>
              </a:defRPr>
            </a:defPPr>
            <a:lvl1pPr algn="r">
              <a:defRPr sz="975" b="0">
                <a:solidFill>
                  <a:srgbClr val="A8C1CA"/>
                </a:solidFill>
                <a:latin typeface="Arial"/>
                <a:ea typeface="Arial"/>
                <a:cs typeface="Arial"/>
              </a:defRPr>
            </a:lvl1pPr>
            <a:lvl2pPr algn="r">
              <a:defRPr sz="975" b="0">
                <a:solidFill>
                  <a:srgbClr val="A8C1CA"/>
                </a:solidFill>
                <a:latin typeface="Arial"/>
                <a:ea typeface="Arial"/>
                <a:cs typeface="Arial"/>
              </a:defRPr>
            </a:lvl2pPr>
            <a:lvl3pPr algn="r">
              <a:defRPr sz="975" b="0">
                <a:solidFill>
                  <a:srgbClr val="A8C1CA"/>
                </a:solidFill>
                <a:latin typeface="Arial"/>
                <a:ea typeface="Arial"/>
                <a:cs typeface="Arial"/>
              </a:defRPr>
            </a:lvl3pPr>
            <a:lvl4pPr algn="r">
              <a:defRPr sz="975" b="0">
                <a:solidFill>
                  <a:srgbClr val="A8C1CA"/>
                </a:solidFill>
                <a:latin typeface="Arial"/>
                <a:ea typeface="Arial"/>
                <a:cs typeface="Arial"/>
              </a:defRPr>
            </a:lvl4pPr>
            <a:lvl5pPr algn="r">
              <a:defRPr sz="975" b="0">
                <a:solidFill>
                  <a:srgbClr val="A8C1CA"/>
                </a:solidFill>
                <a:latin typeface="Arial"/>
                <a:ea typeface="Arial"/>
                <a:cs typeface="Arial"/>
              </a:defRPr>
            </a:lvl5pPr>
            <a:lvl6pPr algn="r">
              <a:defRPr sz="975" b="0">
                <a:solidFill>
                  <a:srgbClr val="A8C1CA"/>
                </a:solidFill>
                <a:latin typeface="Arial"/>
                <a:ea typeface="Arial"/>
                <a:cs typeface="Arial"/>
              </a:defRPr>
            </a:lvl6pPr>
            <a:lvl7pPr algn="r">
              <a:defRPr sz="975" b="0">
                <a:solidFill>
                  <a:srgbClr val="A8C1CA"/>
                </a:solidFill>
                <a:latin typeface="Arial"/>
                <a:ea typeface="Arial"/>
                <a:cs typeface="Arial"/>
              </a:defRPr>
            </a:lvl7pPr>
            <a:lvl8pPr algn="r">
              <a:defRPr sz="975" b="0">
                <a:solidFill>
                  <a:srgbClr val="A8C1CA"/>
                </a:solidFill>
                <a:latin typeface="Arial"/>
                <a:ea typeface="Arial"/>
                <a:cs typeface="Arial"/>
              </a:defRPr>
            </a:lvl8pPr>
            <a:lvl9pPr algn="r">
              <a:defRPr sz="975" b="0">
                <a:solidFill>
                  <a:srgbClr val="A8C1CA"/>
                </a:solidFill>
                <a:latin typeface="Arial"/>
                <a:ea typeface="Arial"/>
                <a:cs typeface="Arial"/>
              </a:defRPr>
            </a:lvl9pPr>
          </a:lstStyle>
          <a:p xmlns:a="http://schemas.openxmlformats.org/drawingml/2006/main">
            <a:pPr algn="r">
              <a:defRPr sz="975" b="0">
                <a:solidFill>
                  <a:srgbClr val="A8C1CA"/>
                </a:solidFill>
                <a:latin typeface="Arial"/>
                <a:ea typeface="Arial"/>
                <a:cs typeface="Arial"/>
              </a:defRPr>
            </a:pPr>
            <a:r>
              <a:rPr sz="975" b="0">
                <a:solidFill>
                  <a:srgbClr val="A8C1CA"/>
                </a:solidFill>
                <a:latin typeface="Arial"/>
                <a:ea typeface="Arial"/>
                <a:cs typeface="Arial"/>
              </a:rPr>
              <a:t>09</a:t>
            </a:r>
          </a:p>
        </p:txBody>
      </p:sp>
      <p:sp>
        <p:nvSpPr>
          <p:cNvPr id="4" name="Block privilege escalation">
            <a:extLst xmlns:a="http://schemas.openxmlformats.org/drawingml/2006/main">
              <a:ext uri="{FF2B5EF4-FFF2-40B4-BE49-F238E27FC236}">
                <a16:creationId xmlns:a16="http://schemas.microsoft.com/office/drawing/2014/main" id="{D9830C6A-F5A8-4546-B6AC-C392DF19CAF5}"/>
              </a:ext>
            </a:extLst>
          </p:cNvPr>
          <p:cNvSpPr>
            <a:spLocks xmlns:a="http://schemas.openxmlformats.org/drawingml/2006/main" noGrp="1"/>
          </p:cNvSpPr>
          <p:nvPr/>
        </p:nvSpPr>
        <p:spPr>
          <a:xfrm xmlns:a="http://schemas.openxmlformats.org/drawingml/2006/main">
            <a:off x="685800" y="2085975"/>
            <a:ext cx="58102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325" b="1">
                <a:solidFill>
                  <a:srgbClr val="FFFFFF"/>
                </a:solidFill>
                <a:latin typeface="Arial"/>
                <a:ea typeface="Arial"/>
                <a:cs typeface="Arial"/>
              </a:defRPr>
            </a:defPPr>
            <a:lvl1pPr algn="l">
              <a:defRPr sz="2325" b="1">
                <a:solidFill>
                  <a:srgbClr val="FFFFFF"/>
                </a:solidFill>
                <a:latin typeface="Arial"/>
                <a:ea typeface="Arial"/>
                <a:cs typeface="Arial"/>
              </a:defRPr>
            </a:lvl1pPr>
            <a:lvl2pPr algn="l">
              <a:defRPr sz="2325" b="1">
                <a:solidFill>
                  <a:srgbClr val="FFFFFF"/>
                </a:solidFill>
                <a:latin typeface="Arial"/>
                <a:ea typeface="Arial"/>
                <a:cs typeface="Arial"/>
              </a:defRPr>
            </a:lvl2pPr>
            <a:lvl3pPr algn="l">
              <a:defRPr sz="2325" b="1">
                <a:solidFill>
                  <a:srgbClr val="FFFFFF"/>
                </a:solidFill>
                <a:latin typeface="Arial"/>
                <a:ea typeface="Arial"/>
                <a:cs typeface="Arial"/>
              </a:defRPr>
            </a:lvl3pPr>
            <a:lvl4pPr algn="l">
              <a:defRPr sz="2325" b="1">
                <a:solidFill>
                  <a:srgbClr val="FFFFFF"/>
                </a:solidFill>
                <a:latin typeface="Arial"/>
                <a:ea typeface="Arial"/>
                <a:cs typeface="Arial"/>
              </a:defRPr>
            </a:lvl4pPr>
            <a:lvl5pPr algn="l">
              <a:defRPr sz="2325" b="1">
                <a:solidFill>
                  <a:srgbClr val="FFFFFF"/>
                </a:solidFill>
                <a:latin typeface="Arial"/>
                <a:ea typeface="Arial"/>
                <a:cs typeface="Arial"/>
              </a:defRPr>
            </a:lvl5pPr>
            <a:lvl6pPr algn="l">
              <a:defRPr sz="2325" b="1">
                <a:solidFill>
                  <a:srgbClr val="FFFFFF"/>
                </a:solidFill>
                <a:latin typeface="Arial"/>
                <a:ea typeface="Arial"/>
                <a:cs typeface="Arial"/>
              </a:defRPr>
            </a:lvl6pPr>
            <a:lvl7pPr algn="l">
              <a:defRPr sz="2325" b="1">
                <a:solidFill>
                  <a:srgbClr val="FFFFFF"/>
                </a:solidFill>
                <a:latin typeface="Arial"/>
                <a:ea typeface="Arial"/>
                <a:cs typeface="Arial"/>
              </a:defRPr>
            </a:lvl7pPr>
            <a:lvl8pPr algn="l">
              <a:defRPr sz="2325" b="1">
                <a:solidFill>
                  <a:srgbClr val="FFFFFF"/>
                </a:solidFill>
                <a:latin typeface="Arial"/>
                <a:ea typeface="Arial"/>
                <a:cs typeface="Arial"/>
              </a:defRPr>
            </a:lvl8pPr>
            <a:lvl9pPr algn="l">
              <a:defRPr sz="2325" b="1">
                <a:solidFill>
                  <a:srgbClr val="FFFFFF"/>
                </a:solidFill>
                <a:latin typeface="Arial"/>
                <a:ea typeface="Arial"/>
                <a:cs typeface="Arial"/>
              </a:defRPr>
            </a:lvl9pPr>
          </a:lstStyle>
          <a:p xmlns:a="http://schemas.openxmlformats.org/drawingml/2006/main">
            <a:pPr algn="l">
              <a:defRPr sz="2325" b="1">
                <a:solidFill>
                  <a:srgbClr val="FFFFFF"/>
                </a:solidFill>
                <a:latin typeface="Arial"/>
                <a:ea typeface="Arial"/>
                <a:cs typeface="Arial"/>
              </a:defRPr>
            </a:pPr>
            <a:r>
              <a:rPr sz="2325" b="1">
                <a:solidFill>
                  <a:srgbClr val="FFFFFF"/>
                </a:solidFill>
                <a:latin typeface="Arial"/>
                <a:ea typeface="Arial"/>
                <a:cs typeface="Arial"/>
              </a:rPr>
              <a:t>Block privilege escalation</a:t>
            </a:r>
          </a:p>
        </p:txBody>
      </p:sp>
      <p:sp>
        <p:nvSpPr>
          <p:cNvPr id="5" name="allowPrivilegeEscalation:&#10;  false">
            <a:extLst xmlns:a="http://schemas.openxmlformats.org/drawingml/2006/main">
              <a:ext uri="{FF2B5EF4-FFF2-40B4-BE49-F238E27FC236}">
                <a16:creationId xmlns:a16="http://schemas.microsoft.com/office/drawing/2014/main" id="{A4ECD1CE-7D8F-4771-8F5D-305FB57EF531}"/>
              </a:ext>
            </a:extLst>
          </p:cNvPr>
          <p:cNvSpPr>
            <a:spLocks xmlns:a="http://schemas.openxmlformats.org/drawingml/2006/main" noGrp="1"/>
          </p:cNvSpPr>
          <p:nvPr/>
        </p:nvSpPr>
        <p:spPr>
          <a:xfrm xmlns:a="http://schemas.openxmlformats.org/drawingml/2006/main">
            <a:off x="714375" y="3038475"/>
            <a:ext cx="60960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325" b="1">
                <a:solidFill>
                  <a:srgbClr val="37D5BE"/>
                </a:solidFill>
                <a:latin typeface="Courier New"/>
                <a:ea typeface="Courier New"/>
                <a:cs typeface="Courier New"/>
              </a:defRPr>
            </a:defPPr>
            <a:lvl1pPr algn="l">
              <a:defRPr sz="2325" b="1">
                <a:solidFill>
                  <a:srgbClr val="37D5BE"/>
                </a:solidFill>
                <a:latin typeface="Courier New"/>
                <a:ea typeface="Courier New"/>
                <a:cs typeface="Courier New"/>
              </a:defRPr>
            </a:lvl1pPr>
            <a:lvl2pPr algn="l">
              <a:defRPr sz="2325" b="1">
                <a:solidFill>
                  <a:srgbClr val="37D5BE"/>
                </a:solidFill>
                <a:latin typeface="Courier New"/>
                <a:ea typeface="Courier New"/>
                <a:cs typeface="Courier New"/>
              </a:defRPr>
            </a:lvl2pPr>
            <a:lvl3pPr algn="l">
              <a:defRPr sz="2325" b="1">
                <a:solidFill>
                  <a:srgbClr val="37D5BE"/>
                </a:solidFill>
                <a:latin typeface="Courier New"/>
                <a:ea typeface="Courier New"/>
                <a:cs typeface="Courier New"/>
              </a:defRPr>
            </a:lvl3pPr>
            <a:lvl4pPr algn="l">
              <a:defRPr sz="2325" b="1">
                <a:solidFill>
                  <a:srgbClr val="37D5BE"/>
                </a:solidFill>
                <a:latin typeface="Courier New"/>
                <a:ea typeface="Courier New"/>
                <a:cs typeface="Courier New"/>
              </a:defRPr>
            </a:lvl4pPr>
            <a:lvl5pPr algn="l">
              <a:defRPr sz="2325" b="1">
                <a:solidFill>
                  <a:srgbClr val="37D5BE"/>
                </a:solidFill>
                <a:latin typeface="Courier New"/>
                <a:ea typeface="Courier New"/>
                <a:cs typeface="Courier New"/>
              </a:defRPr>
            </a:lvl5pPr>
            <a:lvl6pPr algn="l">
              <a:defRPr sz="2325" b="1">
                <a:solidFill>
                  <a:srgbClr val="37D5BE"/>
                </a:solidFill>
                <a:latin typeface="Courier New"/>
                <a:ea typeface="Courier New"/>
                <a:cs typeface="Courier New"/>
              </a:defRPr>
            </a:lvl6pPr>
            <a:lvl7pPr algn="l">
              <a:defRPr sz="2325" b="1">
                <a:solidFill>
                  <a:srgbClr val="37D5BE"/>
                </a:solidFill>
                <a:latin typeface="Courier New"/>
                <a:ea typeface="Courier New"/>
                <a:cs typeface="Courier New"/>
              </a:defRPr>
            </a:lvl7pPr>
            <a:lvl8pPr algn="l">
              <a:defRPr sz="2325" b="1">
                <a:solidFill>
                  <a:srgbClr val="37D5BE"/>
                </a:solidFill>
                <a:latin typeface="Courier New"/>
                <a:ea typeface="Courier New"/>
                <a:cs typeface="Courier New"/>
              </a:defRPr>
            </a:lvl8pPr>
            <a:lvl9pPr algn="l">
              <a:defRPr sz="2325" b="1">
                <a:solidFill>
                  <a:srgbClr val="37D5BE"/>
                </a:solidFill>
                <a:latin typeface="Courier New"/>
                <a:ea typeface="Courier New"/>
                <a:cs typeface="Courier New"/>
              </a:defRPr>
            </a:lvl9pPr>
          </a:lstStyle>
          <a:p xmlns:a="http://schemas.openxmlformats.org/drawingml/2006/main">
            <a:pPr algn="l">
              <a:defRPr sz="2325" b="1">
                <a:solidFill>
                  <a:srgbClr val="37D5BE"/>
                </a:solidFill>
                <a:latin typeface="Courier New"/>
                <a:ea typeface="Courier New"/>
                <a:cs typeface="Courier New"/>
              </a:defRPr>
            </a:pPr>
            <a:r>
              <a:rPr sz="2325" b="1">
                <a:solidFill>
                  <a:srgbClr val="37D5BE"/>
                </a:solidFill>
                <a:latin typeface="Courier New"/>
                <a:ea typeface="Courier New"/>
                <a:cs typeface="Courier New"/>
              </a:rPr>
              <a:t>allowPrivilegeEscalation:</a:t>
            </a:r>
          </a:p>
          <a:p xmlns:a="http://schemas.openxmlformats.org/drawingml/2006/main">
            <a:pPr algn="l">
              <a:defRPr sz="2325" b="1">
                <a:solidFill>
                  <a:srgbClr val="37D5BE"/>
                </a:solidFill>
                <a:latin typeface="Courier New"/>
                <a:ea typeface="Courier New"/>
                <a:cs typeface="Courier New"/>
              </a:defRPr>
            </a:pPr>
            <a:r>
              <a:rPr sz="2325" b="1">
                <a:solidFill>
                  <a:srgbClr val="37D5BE"/>
                </a:solidFill>
                <a:latin typeface="Courier New"/>
                <a:ea typeface="Courier New"/>
                <a:cs typeface="Courier New"/>
              </a:rPr>
              <a:t>  false</a:t>
            </a:r>
          </a:p>
        </p:txBody>
      </p:sp>
      <p:sp>
        <p:nvSpPr>
          <p:cNvPr id="6" name="New Pod admission only">
            <a:extLst xmlns:a="http://schemas.openxmlformats.org/drawingml/2006/main">
              <a:ext uri="{FF2B5EF4-FFF2-40B4-BE49-F238E27FC236}">
                <a16:creationId xmlns:a16="http://schemas.microsoft.com/office/drawing/2014/main" id="{6ACA0BDC-43BB-4D46-892C-448D84854BBD}"/>
              </a:ext>
            </a:extLst>
          </p:cNvPr>
          <p:cNvSpPr>
            <a:spLocks xmlns:a="http://schemas.openxmlformats.org/drawingml/2006/main" noGrp="1"/>
          </p:cNvSpPr>
          <p:nvPr/>
        </p:nvSpPr>
        <p:spPr>
          <a:xfrm xmlns:a="http://schemas.openxmlformats.org/drawingml/2006/main">
            <a:off x="714375" y="4629150"/>
            <a:ext cx="581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FFFFFF"/>
                </a:solidFill>
                <a:latin typeface="Arial"/>
                <a:ea typeface="Arial"/>
                <a:cs typeface="Arial"/>
              </a:defRPr>
            </a:defPPr>
            <a:lvl1pPr algn="l">
              <a:defRPr sz="2175" b="0">
                <a:solidFill>
                  <a:srgbClr val="FFFFFF"/>
                </a:solidFill>
                <a:latin typeface="Arial"/>
                <a:ea typeface="Arial"/>
                <a:cs typeface="Arial"/>
              </a:defRPr>
            </a:lvl1pPr>
            <a:lvl2pPr algn="l">
              <a:defRPr sz="2175" b="0">
                <a:solidFill>
                  <a:srgbClr val="FFFFFF"/>
                </a:solidFill>
                <a:latin typeface="Arial"/>
                <a:ea typeface="Arial"/>
                <a:cs typeface="Arial"/>
              </a:defRPr>
            </a:lvl2pPr>
            <a:lvl3pPr algn="l">
              <a:defRPr sz="2175" b="0">
                <a:solidFill>
                  <a:srgbClr val="FFFFFF"/>
                </a:solidFill>
                <a:latin typeface="Arial"/>
                <a:ea typeface="Arial"/>
                <a:cs typeface="Arial"/>
              </a:defRPr>
            </a:lvl3pPr>
            <a:lvl4pPr algn="l">
              <a:defRPr sz="2175" b="0">
                <a:solidFill>
                  <a:srgbClr val="FFFFFF"/>
                </a:solidFill>
                <a:latin typeface="Arial"/>
                <a:ea typeface="Arial"/>
                <a:cs typeface="Arial"/>
              </a:defRPr>
            </a:lvl4pPr>
            <a:lvl5pPr algn="l">
              <a:defRPr sz="2175" b="0">
                <a:solidFill>
                  <a:srgbClr val="FFFFFF"/>
                </a:solidFill>
                <a:latin typeface="Arial"/>
                <a:ea typeface="Arial"/>
                <a:cs typeface="Arial"/>
              </a:defRPr>
            </a:lvl5pPr>
            <a:lvl6pPr algn="l">
              <a:defRPr sz="2175" b="0">
                <a:solidFill>
                  <a:srgbClr val="FFFFFF"/>
                </a:solidFill>
                <a:latin typeface="Arial"/>
                <a:ea typeface="Arial"/>
                <a:cs typeface="Arial"/>
              </a:defRPr>
            </a:lvl6pPr>
            <a:lvl7pPr algn="l">
              <a:defRPr sz="2175" b="0">
                <a:solidFill>
                  <a:srgbClr val="FFFFFF"/>
                </a:solidFill>
                <a:latin typeface="Arial"/>
                <a:ea typeface="Arial"/>
                <a:cs typeface="Arial"/>
              </a:defRPr>
            </a:lvl7pPr>
            <a:lvl8pPr algn="l">
              <a:defRPr sz="2175" b="0">
                <a:solidFill>
                  <a:srgbClr val="FFFFFF"/>
                </a:solidFill>
                <a:latin typeface="Arial"/>
                <a:ea typeface="Arial"/>
                <a:cs typeface="Arial"/>
              </a:defRPr>
            </a:lvl8pPr>
            <a:lvl9pPr algn="l">
              <a:defRPr sz="2175" b="0">
                <a:solidFill>
                  <a:srgbClr val="FFFFFF"/>
                </a:solidFill>
                <a:latin typeface="Arial"/>
                <a:ea typeface="Arial"/>
                <a:cs typeface="Arial"/>
              </a:defRPr>
            </a:lvl9pPr>
          </a:lstStyle>
          <a:p xmlns:a="http://schemas.openxmlformats.org/drawingml/2006/main">
            <a:pPr algn="l">
              <a:defRPr sz="2175" b="0">
                <a:solidFill>
                  <a:srgbClr val="FFFFFF"/>
                </a:solidFill>
                <a:latin typeface="Arial"/>
                <a:ea typeface="Arial"/>
                <a:cs typeface="Arial"/>
              </a:defRPr>
            </a:pPr>
            <a:r>
              <a:rPr sz="2175" b="0">
                <a:solidFill>
                  <a:srgbClr val="FFFFFF"/>
                </a:solidFill>
                <a:latin typeface="Arial"/>
                <a:ea typeface="Arial"/>
                <a:cs typeface="Arial"/>
              </a:rPr>
              <a:t>New Pod admission only</a:t>
            </a:r>
          </a:p>
        </p:txBody>
      </p:sp>
      <p:sp>
        <p:nvSpPr>
          <p:cNvPr id="7" name="6/6">
            <a:extLst xmlns:a="http://schemas.openxmlformats.org/drawingml/2006/main">
              <a:ext uri="{FF2B5EF4-FFF2-40B4-BE49-F238E27FC236}">
                <a16:creationId xmlns:a16="http://schemas.microsoft.com/office/drawing/2014/main" id="{3D9CC22A-0678-46CB-BFF1-25ADFD28DE51}"/>
              </a:ext>
            </a:extLst>
          </p:cNvPr>
          <p:cNvSpPr>
            <a:spLocks xmlns:a="http://schemas.openxmlformats.org/drawingml/2006/main" noGrp="1"/>
          </p:cNvSpPr>
          <p:nvPr/>
        </p:nvSpPr>
        <p:spPr>
          <a:xfrm xmlns:a="http://schemas.openxmlformats.org/drawingml/2006/main">
            <a:off x="7772400" y="2276475"/>
            <a:ext cx="3524250" cy="1543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900" b="1">
                <a:solidFill>
                  <a:srgbClr val="37D5BE"/>
                </a:solidFill>
                <a:latin typeface="Arial"/>
                <a:ea typeface="Arial"/>
                <a:cs typeface="Arial"/>
              </a:defRPr>
            </a:defPPr>
            <a:lvl1pPr algn="ctr">
              <a:defRPr sz="9900" b="1">
                <a:solidFill>
                  <a:srgbClr val="37D5BE"/>
                </a:solidFill>
                <a:latin typeface="Arial"/>
                <a:ea typeface="Arial"/>
                <a:cs typeface="Arial"/>
              </a:defRPr>
            </a:lvl1pPr>
            <a:lvl2pPr algn="ctr">
              <a:defRPr sz="9900" b="1">
                <a:solidFill>
                  <a:srgbClr val="37D5BE"/>
                </a:solidFill>
                <a:latin typeface="Arial"/>
                <a:ea typeface="Arial"/>
                <a:cs typeface="Arial"/>
              </a:defRPr>
            </a:lvl2pPr>
            <a:lvl3pPr algn="ctr">
              <a:defRPr sz="9900" b="1">
                <a:solidFill>
                  <a:srgbClr val="37D5BE"/>
                </a:solidFill>
                <a:latin typeface="Arial"/>
                <a:ea typeface="Arial"/>
                <a:cs typeface="Arial"/>
              </a:defRPr>
            </a:lvl3pPr>
            <a:lvl4pPr algn="ctr">
              <a:defRPr sz="9900" b="1">
                <a:solidFill>
                  <a:srgbClr val="37D5BE"/>
                </a:solidFill>
                <a:latin typeface="Arial"/>
                <a:ea typeface="Arial"/>
                <a:cs typeface="Arial"/>
              </a:defRPr>
            </a:lvl4pPr>
            <a:lvl5pPr algn="ctr">
              <a:defRPr sz="9900" b="1">
                <a:solidFill>
                  <a:srgbClr val="37D5BE"/>
                </a:solidFill>
                <a:latin typeface="Arial"/>
                <a:ea typeface="Arial"/>
                <a:cs typeface="Arial"/>
              </a:defRPr>
            </a:lvl5pPr>
            <a:lvl6pPr algn="ctr">
              <a:defRPr sz="9900" b="1">
                <a:solidFill>
                  <a:srgbClr val="37D5BE"/>
                </a:solidFill>
                <a:latin typeface="Arial"/>
                <a:ea typeface="Arial"/>
                <a:cs typeface="Arial"/>
              </a:defRPr>
            </a:lvl6pPr>
            <a:lvl7pPr algn="ctr">
              <a:defRPr sz="9900" b="1">
                <a:solidFill>
                  <a:srgbClr val="37D5BE"/>
                </a:solidFill>
                <a:latin typeface="Arial"/>
                <a:ea typeface="Arial"/>
                <a:cs typeface="Arial"/>
              </a:defRPr>
            </a:lvl7pPr>
            <a:lvl8pPr algn="ctr">
              <a:defRPr sz="9900" b="1">
                <a:solidFill>
                  <a:srgbClr val="37D5BE"/>
                </a:solidFill>
                <a:latin typeface="Arial"/>
                <a:ea typeface="Arial"/>
                <a:cs typeface="Arial"/>
              </a:defRPr>
            </a:lvl8pPr>
            <a:lvl9pPr algn="ctr">
              <a:defRPr sz="9900" b="1">
                <a:solidFill>
                  <a:srgbClr val="37D5BE"/>
                </a:solidFill>
                <a:latin typeface="Arial"/>
                <a:ea typeface="Arial"/>
                <a:cs typeface="Arial"/>
              </a:defRPr>
            </a:lvl9pPr>
          </a:lstStyle>
          <a:p xmlns:a="http://schemas.openxmlformats.org/drawingml/2006/main">
            <a:pPr algn="ctr">
              <a:defRPr sz="9900" b="1">
                <a:solidFill>
                  <a:srgbClr val="37D5BE"/>
                </a:solidFill>
                <a:latin typeface="Arial"/>
                <a:ea typeface="Arial"/>
                <a:cs typeface="Arial"/>
              </a:defRPr>
            </a:pPr>
            <a:r>
              <a:rPr sz="9900" b="1">
                <a:solidFill>
                  <a:srgbClr val="37D5BE"/>
                </a:solidFill>
                <a:latin typeface="Arial"/>
                <a:ea typeface="Arial"/>
                <a:cs typeface="Arial"/>
              </a:rPr>
              <a:t>6/6</a:t>
            </a:r>
          </a:p>
        </p:txBody>
      </p:sp>
      <p:sp>
        <p:nvSpPr>
          <p:cNvPr id="8" name="fixed checks pass">
            <a:extLst xmlns:a="http://schemas.openxmlformats.org/drawingml/2006/main">
              <a:ext uri="{FF2B5EF4-FFF2-40B4-BE49-F238E27FC236}">
                <a16:creationId xmlns:a16="http://schemas.microsoft.com/office/drawing/2014/main" id="{FF6F5C0D-4AAE-4927-BA16-382DE7502B98}"/>
              </a:ext>
            </a:extLst>
          </p:cNvPr>
          <p:cNvSpPr>
            <a:spLocks xmlns:a="http://schemas.openxmlformats.org/drawingml/2006/main" noGrp="1"/>
          </p:cNvSpPr>
          <p:nvPr/>
        </p:nvSpPr>
        <p:spPr>
          <a:xfrm xmlns:a="http://schemas.openxmlformats.org/drawingml/2006/main">
            <a:off x="7734300" y="4048125"/>
            <a:ext cx="3619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100" b="0">
                <a:solidFill>
                  <a:srgbClr val="FFFFFF"/>
                </a:solidFill>
                <a:latin typeface="Arial"/>
                <a:ea typeface="Arial"/>
                <a:cs typeface="Arial"/>
              </a:defRPr>
            </a:defPPr>
            <a:lvl1pPr algn="ctr">
              <a:defRPr sz="2100" b="0">
                <a:solidFill>
                  <a:srgbClr val="FFFFFF"/>
                </a:solidFill>
                <a:latin typeface="Arial"/>
                <a:ea typeface="Arial"/>
                <a:cs typeface="Arial"/>
              </a:defRPr>
            </a:lvl1pPr>
            <a:lvl2pPr algn="ctr">
              <a:defRPr sz="2100" b="0">
                <a:solidFill>
                  <a:srgbClr val="FFFFFF"/>
                </a:solidFill>
                <a:latin typeface="Arial"/>
                <a:ea typeface="Arial"/>
                <a:cs typeface="Arial"/>
              </a:defRPr>
            </a:lvl2pPr>
            <a:lvl3pPr algn="ctr">
              <a:defRPr sz="2100" b="0">
                <a:solidFill>
                  <a:srgbClr val="FFFFFF"/>
                </a:solidFill>
                <a:latin typeface="Arial"/>
                <a:ea typeface="Arial"/>
                <a:cs typeface="Arial"/>
              </a:defRPr>
            </a:lvl3pPr>
            <a:lvl4pPr algn="ctr">
              <a:defRPr sz="2100" b="0">
                <a:solidFill>
                  <a:srgbClr val="FFFFFF"/>
                </a:solidFill>
                <a:latin typeface="Arial"/>
                <a:ea typeface="Arial"/>
                <a:cs typeface="Arial"/>
              </a:defRPr>
            </a:lvl4pPr>
            <a:lvl5pPr algn="ctr">
              <a:defRPr sz="2100" b="0">
                <a:solidFill>
                  <a:srgbClr val="FFFFFF"/>
                </a:solidFill>
                <a:latin typeface="Arial"/>
                <a:ea typeface="Arial"/>
                <a:cs typeface="Arial"/>
              </a:defRPr>
            </a:lvl5pPr>
            <a:lvl6pPr algn="ctr">
              <a:defRPr sz="2100" b="0">
                <a:solidFill>
                  <a:srgbClr val="FFFFFF"/>
                </a:solidFill>
                <a:latin typeface="Arial"/>
                <a:ea typeface="Arial"/>
                <a:cs typeface="Arial"/>
              </a:defRPr>
            </a:lvl6pPr>
            <a:lvl7pPr algn="ctr">
              <a:defRPr sz="2100" b="0">
                <a:solidFill>
                  <a:srgbClr val="FFFFFF"/>
                </a:solidFill>
                <a:latin typeface="Arial"/>
                <a:ea typeface="Arial"/>
                <a:cs typeface="Arial"/>
              </a:defRPr>
            </a:lvl7pPr>
            <a:lvl8pPr algn="ctr">
              <a:defRPr sz="2100" b="0">
                <a:solidFill>
                  <a:srgbClr val="FFFFFF"/>
                </a:solidFill>
                <a:latin typeface="Arial"/>
                <a:ea typeface="Arial"/>
                <a:cs typeface="Arial"/>
              </a:defRPr>
            </a:lvl8pPr>
            <a:lvl9pPr algn="ctr">
              <a:defRPr sz="2100" b="0">
                <a:solidFill>
                  <a:srgbClr val="FFFFFF"/>
                </a:solidFill>
                <a:latin typeface="Arial"/>
                <a:ea typeface="Arial"/>
                <a:cs typeface="Arial"/>
              </a:defRPr>
            </a:lvl9pPr>
          </a:lstStyle>
          <a:p xmlns:a="http://schemas.openxmlformats.org/drawingml/2006/main">
            <a:pPr algn="ctr">
              <a:defRPr sz="2100" b="0">
                <a:solidFill>
                  <a:srgbClr val="FFFFFF"/>
                </a:solidFill>
                <a:latin typeface="Arial"/>
                <a:ea typeface="Arial"/>
                <a:cs typeface="Arial"/>
              </a:defRPr>
            </a:pPr>
            <a:r>
              <a:rPr sz="2100" b="0">
                <a:solidFill>
                  <a:srgbClr val="FFFFFF"/>
                </a:solidFill>
                <a:latin typeface="Arial"/>
                <a:ea typeface="Arial"/>
                <a:cs typeface="Arial"/>
              </a:rPr>
              <a:t>fixed checks pass</a:t>
            </a:r>
          </a:p>
        </p:txBody>
      </p:sp>
      <p:sp>
        <p:nvSpPr>
          <p:cNvPr id="9" name="Full proposal remains REVIEW_REQUIRED">
            <a:extLst xmlns:a="http://schemas.openxmlformats.org/drawingml/2006/main">
              <a:ext uri="{FF2B5EF4-FFF2-40B4-BE49-F238E27FC236}">
                <a16:creationId xmlns:a16="http://schemas.microsoft.com/office/drawing/2014/main" id="{8A4AEBB6-3F24-4BA6-B800-F78999568A05}"/>
              </a:ext>
            </a:extLst>
          </p:cNvPr>
          <p:cNvSpPr>
            <a:spLocks xmlns:a="http://schemas.openxmlformats.org/drawingml/2006/main" noGrp="1"/>
          </p:cNvSpPr>
          <p:nvPr/>
        </p:nvSpPr>
        <p:spPr>
          <a:xfrm xmlns:a="http://schemas.openxmlformats.org/drawingml/2006/main">
            <a:off x="714375" y="5772150"/>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00" b="1">
                <a:solidFill>
                  <a:srgbClr val="F7785D"/>
                </a:solidFill>
                <a:latin typeface="Arial"/>
                <a:ea typeface="Arial"/>
                <a:cs typeface="Arial"/>
              </a:defRPr>
            </a:defPPr>
            <a:lvl1pPr algn="l">
              <a:defRPr sz="1800" b="1">
                <a:solidFill>
                  <a:srgbClr val="F7785D"/>
                </a:solidFill>
                <a:latin typeface="Arial"/>
                <a:ea typeface="Arial"/>
                <a:cs typeface="Arial"/>
              </a:defRPr>
            </a:lvl1pPr>
            <a:lvl2pPr algn="l">
              <a:defRPr sz="1800" b="1">
                <a:solidFill>
                  <a:srgbClr val="F7785D"/>
                </a:solidFill>
                <a:latin typeface="Arial"/>
                <a:ea typeface="Arial"/>
                <a:cs typeface="Arial"/>
              </a:defRPr>
            </a:lvl2pPr>
            <a:lvl3pPr algn="l">
              <a:defRPr sz="1800" b="1">
                <a:solidFill>
                  <a:srgbClr val="F7785D"/>
                </a:solidFill>
                <a:latin typeface="Arial"/>
                <a:ea typeface="Arial"/>
                <a:cs typeface="Arial"/>
              </a:defRPr>
            </a:lvl3pPr>
            <a:lvl4pPr algn="l">
              <a:defRPr sz="1800" b="1">
                <a:solidFill>
                  <a:srgbClr val="F7785D"/>
                </a:solidFill>
                <a:latin typeface="Arial"/>
                <a:ea typeface="Arial"/>
                <a:cs typeface="Arial"/>
              </a:defRPr>
            </a:lvl4pPr>
            <a:lvl5pPr algn="l">
              <a:defRPr sz="1800" b="1">
                <a:solidFill>
                  <a:srgbClr val="F7785D"/>
                </a:solidFill>
                <a:latin typeface="Arial"/>
                <a:ea typeface="Arial"/>
                <a:cs typeface="Arial"/>
              </a:defRPr>
            </a:lvl5pPr>
            <a:lvl6pPr algn="l">
              <a:defRPr sz="1800" b="1">
                <a:solidFill>
                  <a:srgbClr val="F7785D"/>
                </a:solidFill>
                <a:latin typeface="Arial"/>
                <a:ea typeface="Arial"/>
                <a:cs typeface="Arial"/>
              </a:defRPr>
            </a:lvl6pPr>
            <a:lvl7pPr algn="l">
              <a:defRPr sz="1800" b="1">
                <a:solidFill>
                  <a:srgbClr val="F7785D"/>
                </a:solidFill>
                <a:latin typeface="Arial"/>
                <a:ea typeface="Arial"/>
                <a:cs typeface="Arial"/>
              </a:defRPr>
            </a:lvl7pPr>
            <a:lvl8pPr algn="l">
              <a:defRPr sz="1800" b="1">
                <a:solidFill>
                  <a:srgbClr val="F7785D"/>
                </a:solidFill>
                <a:latin typeface="Arial"/>
                <a:ea typeface="Arial"/>
                <a:cs typeface="Arial"/>
              </a:defRPr>
            </a:lvl8pPr>
            <a:lvl9pPr algn="l">
              <a:defRPr sz="1800" b="1">
                <a:solidFill>
                  <a:srgbClr val="F7785D"/>
                </a:solidFill>
                <a:latin typeface="Arial"/>
                <a:ea typeface="Arial"/>
                <a:cs typeface="Arial"/>
              </a:defRPr>
            </a:lvl9pPr>
          </a:lstStyle>
          <a:p xmlns:a="http://schemas.openxmlformats.org/drawingml/2006/main">
            <a:pPr algn="l">
              <a:defRPr sz="1800" b="1">
                <a:solidFill>
                  <a:srgbClr val="F7785D"/>
                </a:solidFill>
                <a:latin typeface="Arial"/>
                <a:ea typeface="Arial"/>
                <a:cs typeface="Arial"/>
              </a:defRPr>
            </a:pPr>
            <a:r>
              <a:rPr sz="1800" b="1">
                <a:solidFill>
                  <a:srgbClr val="F7785D"/>
                </a:solidFill>
                <a:latin typeface="Arial"/>
                <a:ea typeface="Arial"/>
                <a:cs typeface="Arial"/>
              </a:rPr>
              <a:t>Full proposal remains REVIEW_REQUIRED</a:t>
            </a:r>
          </a:p>
        </p:txBody>
      </p:sp>
    </p:spTree>
    <p:extLst>
      <p:ext uri="{BB962C8B-B14F-4D97-AF65-F5344CB8AC3E}">
        <p14:creationId xmlns:p14="http://schemas.microsoft.com/office/powerpoint/2010/main" val="1716602663"/>
      </p:ext>
    </p:extLst>
  </p:cSld>
</p:sld>
</file>

<file path=ppt/slides/slide10.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5" name="slide-10-title">
            <a:extLst xmlns:a="http://schemas.openxmlformats.org/drawingml/2006/main">
              <a:ext uri="{FF2B5EF4-FFF2-40B4-BE49-F238E27FC236}">
                <a16:creationId xmlns:a16="http://schemas.microsoft.com/office/drawing/2014/main" id="{02A5F8C4-74BA-47CF-B4CA-E487581579B7}"/>
              </a:ext>
            </a:extLst>
          </p:cNvPr>
          <p:cNvSpPr>
            <a:spLocks xmlns:a="http://schemas.openxmlformats.org/drawingml/2006/main" noGrp="1"/>
          </p:cNvSpPr>
          <p:nvPr/>
        </p:nvSpPr>
        <p:spPr>
          <a:xfrm xmlns:a="http://schemas.openxmlformats.org/drawingml/2006/main">
            <a:off x="609600" y="476250"/>
            <a:ext cx="10858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112B3A"/>
                </a:solidFill>
                <a:latin typeface="Arial"/>
                <a:ea typeface="Arial"/>
                <a:cs typeface="Arial"/>
              </a:defRPr>
            </a:defPPr>
            <a:lvl1pPr algn="l">
              <a:defRPr sz="3150" b="1">
                <a:solidFill>
                  <a:srgbClr val="112B3A"/>
                </a:solidFill>
                <a:latin typeface="Arial"/>
                <a:ea typeface="Arial"/>
                <a:cs typeface="Arial"/>
              </a:defRPr>
            </a:lvl1pPr>
            <a:lvl2pPr algn="l">
              <a:defRPr sz="3150" b="1">
                <a:solidFill>
                  <a:srgbClr val="112B3A"/>
                </a:solidFill>
                <a:latin typeface="Arial"/>
                <a:ea typeface="Arial"/>
                <a:cs typeface="Arial"/>
              </a:defRPr>
            </a:lvl2pPr>
            <a:lvl3pPr algn="l">
              <a:defRPr sz="3150" b="1">
                <a:solidFill>
                  <a:srgbClr val="112B3A"/>
                </a:solidFill>
                <a:latin typeface="Arial"/>
                <a:ea typeface="Arial"/>
                <a:cs typeface="Arial"/>
              </a:defRPr>
            </a:lvl3pPr>
            <a:lvl4pPr algn="l">
              <a:defRPr sz="3150" b="1">
                <a:solidFill>
                  <a:srgbClr val="112B3A"/>
                </a:solidFill>
                <a:latin typeface="Arial"/>
                <a:ea typeface="Arial"/>
                <a:cs typeface="Arial"/>
              </a:defRPr>
            </a:lvl4pPr>
            <a:lvl5pPr algn="l">
              <a:defRPr sz="3150" b="1">
                <a:solidFill>
                  <a:srgbClr val="112B3A"/>
                </a:solidFill>
                <a:latin typeface="Arial"/>
                <a:ea typeface="Arial"/>
                <a:cs typeface="Arial"/>
              </a:defRPr>
            </a:lvl5pPr>
            <a:lvl6pPr algn="l">
              <a:defRPr sz="3150" b="1">
                <a:solidFill>
                  <a:srgbClr val="112B3A"/>
                </a:solidFill>
                <a:latin typeface="Arial"/>
                <a:ea typeface="Arial"/>
                <a:cs typeface="Arial"/>
              </a:defRPr>
            </a:lvl6pPr>
            <a:lvl7pPr algn="l">
              <a:defRPr sz="3150" b="1">
                <a:solidFill>
                  <a:srgbClr val="112B3A"/>
                </a:solidFill>
                <a:latin typeface="Arial"/>
                <a:ea typeface="Arial"/>
                <a:cs typeface="Arial"/>
              </a:defRPr>
            </a:lvl7pPr>
            <a:lvl8pPr algn="l">
              <a:defRPr sz="3150" b="1">
                <a:solidFill>
                  <a:srgbClr val="112B3A"/>
                </a:solidFill>
                <a:latin typeface="Arial"/>
                <a:ea typeface="Arial"/>
                <a:cs typeface="Arial"/>
              </a:defRPr>
            </a:lvl8pPr>
            <a:lvl9pPr algn="l">
              <a:defRPr sz="3150" b="1">
                <a:solidFill>
                  <a:srgbClr val="112B3A"/>
                </a:solidFill>
                <a:latin typeface="Arial"/>
                <a:ea typeface="Arial"/>
                <a:cs typeface="Arial"/>
              </a:defRPr>
            </a:lvl9pPr>
          </a:lstStyle>
          <a:p xmlns:a="http://schemas.openxmlformats.org/drawingml/2006/main">
            <a:pPr algn="l">
              <a:defRPr sz="3150" b="1">
                <a:solidFill>
                  <a:srgbClr val="112B3A"/>
                </a:solidFill>
                <a:latin typeface="Arial"/>
                <a:ea typeface="Arial"/>
                <a:cs typeface="Arial"/>
              </a:defRPr>
            </a:pPr>
            <a:r>
              <a:rPr sz="3150" b="1">
                <a:solidFill>
                  <a:srgbClr val="112B3A"/>
                </a:solidFill>
                <a:latin typeface="Arial"/>
                <a:ea typeface="Arial"/>
                <a:cs typeface="Arial"/>
              </a:rPr>
              <a:t>The remaining intent still needs owners</a:t>
            </a:r>
          </a:p>
        </p:txBody>
      </p:sp>
      <p:sp>
        <p:nvSpPr>
          <p:cNvPr id="2" name="10">
            <a:extLst xmlns:a="http://schemas.openxmlformats.org/drawingml/2006/main">
              <a:ext uri="{FF2B5EF4-FFF2-40B4-BE49-F238E27FC236}">
                <a16:creationId xmlns:a16="http://schemas.microsoft.com/office/drawing/2014/main" id="{525039EA-0D15-4E90-BE71-13BE88BCB3D4}"/>
              </a:ext>
            </a:extLst>
          </p:cNvPr>
          <p:cNvSpPr>
            <a:spLocks xmlns:a="http://schemas.openxmlformats.org/drawingml/2006/main" noGrp="1"/>
          </p:cNvSpPr>
          <p:nvPr/>
        </p:nvSpPr>
        <p:spPr>
          <a:xfrm xmlns:a="http://schemas.openxmlformats.org/drawingml/2006/main">
            <a:off x="11172825" y="641032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0">
                <a:solidFill>
                  <a:srgbClr val="526875"/>
                </a:solidFill>
                <a:latin typeface="Arial"/>
                <a:ea typeface="Arial"/>
                <a:cs typeface="Arial"/>
              </a:defRPr>
            </a:defPPr>
            <a:lvl1pPr algn="r">
              <a:defRPr sz="975" b="0">
                <a:solidFill>
                  <a:srgbClr val="526875"/>
                </a:solidFill>
                <a:latin typeface="Arial"/>
                <a:ea typeface="Arial"/>
                <a:cs typeface="Arial"/>
              </a:defRPr>
            </a:lvl1pPr>
            <a:lvl2pPr algn="r">
              <a:defRPr sz="975" b="0">
                <a:solidFill>
                  <a:srgbClr val="526875"/>
                </a:solidFill>
                <a:latin typeface="Arial"/>
                <a:ea typeface="Arial"/>
                <a:cs typeface="Arial"/>
              </a:defRPr>
            </a:lvl2pPr>
            <a:lvl3pPr algn="r">
              <a:defRPr sz="975" b="0">
                <a:solidFill>
                  <a:srgbClr val="526875"/>
                </a:solidFill>
                <a:latin typeface="Arial"/>
                <a:ea typeface="Arial"/>
                <a:cs typeface="Arial"/>
              </a:defRPr>
            </a:lvl3pPr>
            <a:lvl4pPr algn="r">
              <a:defRPr sz="975" b="0">
                <a:solidFill>
                  <a:srgbClr val="526875"/>
                </a:solidFill>
                <a:latin typeface="Arial"/>
                <a:ea typeface="Arial"/>
                <a:cs typeface="Arial"/>
              </a:defRPr>
            </a:lvl4pPr>
            <a:lvl5pPr algn="r">
              <a:defRPr sz="975" b="0">
                <a:solidFill>
                  <a:srgbClr val="526875"/>
                </a:solidFill>
                <a:latin typeface="Arial"/>
                <a:ea typeface="Arial"/>
                <a:cs typeface="Arial"/>
              </a:defRPr>
            </a:lvl5pPr>
            <a:lvl6pPr algn="r">
              <a:defRPr sz="975" b="0">
                <a:solidFill>
                  <a:srgbClr val="526875"/>
                </a:solidFill>
                <a:latin typeface="Arial"/>
                <a:ea typeface="Arial"/>
                <a:cs typeface="Arial"/>
              </a:defRPr>
            </a:lvl6pPr>
            <a:lvl7pPr algn="r">
              <a:defRPr sz="975" b="0">
                <a:solidFill>
                  <a:srgbClr val="526875"/>
                </a:solidFill>
                <a:latin typeface="Arial"/>
                <a:ea typeface="Arial"/>
                <a:cs typeface="Arial"/>
              </a:defRPr>
            </a:lvl7pPr>
            <a:lvl8pPr algn="r">
              <a:defRPr sz="975" b="0">
                <a:solidFill>
                  <a:srgbClr val="526875"/>
                </a:solidFill>
                <a:latin typeface="Arial"/>
                <a:ea typeface="Arial"/>
                <a:cs typeface="Arial"/>
              </a:defRPr>
            </a:lvl8pPr>
            <a:lvl9pPr algn="r">
              <a:defRPr sz="975" b="0">
                <a:solidFill>
                  <a:srgbClr val="526875"/>
                </a:solidFill>
                <a:latin typeface="Arial"/>
                <a:ea typeface="Arial"/>
                <a:cs typeface="Arial"/>
              </a:defRPr>
            </a:lvl9pPr>
          </a:lstStyle>
          <a:p xmlns:a="http://schemas.openxmlformats.org/drawingml/2006/main">
            <a:pPr algn="r">
              <a:defRPr sz="975" b="0">
                <a:solidFill>
                  <a:srgbClr val="526875"/>
                </a:solidFill>
                <a:latin typeface="Arial"/>
                <a:ea typeface="Arial"/>
                <a:cs typeface="Arial"/>
              </a:defRPr>
            </a:pPr>
            <a:r>
              <a:rPr sz="975" b="0">
                <a:solidFill>
                  <a:srgbClr val="526875"/>
                </a:solidFill>
                <a:latin typeface="Arial"/>
                <a:ea typeface="Arial"/>
                <a:cs typeface="Arial"/>
              </a:rPr>
              <a:t>10</a:t>
            </a:r>
          </a:p>
        </p:txBody>
      </p:sp>
      <p:graphicFrame>
        <p:nvGraphicFramePr>
          <p:cNvPr id="3" name="">
            <a:extLst xmlns:a="http://schemas.openxmlformats.org/drawingml/2006/main">
              <a:ext uri="{FF2B5EF4-FFF2-40B4-BE49-F238E27FC236}">
                <a16:creationId xmlns:a16="http://schemas.microsoft.com/office/drawing/2014/main" id="{983F57D8-FC45-471E-9E4F-DFEFF96BA3E0}"/>
              </a:ext>
            </a:extLst>
          </p:cNvPr>
          <p:cNvGraphicFramePr/>
          <p:nvPr/>
        </p:nvGraphicFramePr>
        <p:xfrm>
          <a:off xmlns:a="http://schemas.openxmlformats.org/drawingml/2006/main" x="704850" y="1981200"/>
          <a:ext xmlns:a="http://schemas.openxmlformats.org/drawingml/2006/main" cx="10782300" cy="3429000"/>
        </p:xfrm>
        <a:graphic xmlns:a="http://schemas.openxmlformats.org/drawingml/2006/main">
          <a:graphicData uri="http://schemas.openxmlformats.org/drawingml/2006/table">
            <a:tbl>
              <a:tblPr firstRow="1" bandRow="0"/>
              <a:tblGrid>
                <a:gridCol w="4591050"/>
                <a:gridCol w="6191250"/>
              </a:tblGrid>
              <a:tr h="685800">
                <a:tc>
                  <a:txBody>
                    <a:bodyPr/>
                    <a:lstStyle/>
                    <a:p>
                      <a:r>
                        <a:rPr sz="1800" b="1">
                          <a:solidFill>
                            <a:srgbClr val="FFFFFF"/>
                          </a:solidFill>
                          <a:latin typeface="Arial"/>
                          <a:ea typeface="Arial"/>
                          <a:cs typeface="Arial"/>
                        </a:rPr>
                        <a:t>Intent clause</a:t>
                      </a:r>
                    </a:p>
                  </a:txBody>
                  <a:tcPr marL="91440" marR="91440" marT="45720" marB="45720">
                    <a:lnL w="9525">
                      <a:solidFill>
                        <a:srgbClr val="D7DCD8"/>
                      </a:solidFill>
                      <a:prstDash val="solid"/>
                    </a:lnL>
                    <a:lnR w="9525">
                      <a:solidFill>
                        <a:srgbClr val="D7DCD8"/>
                      </a:solidFill>
                      <a:prstDash val="solid"/>
                    </a:lnR>
                    <a:lnT w="9525">
                      <a:solidFill>
                        <a:srgbClr val="D7DCD8"/>
                      </a:solidFill>
                      <a:prstDash val="solid"/>
                    </a:lnT>
                    <a:lnB w="9525">
                      <a:solidFill>
                        <a:srgbClr val="D7DCD8"/>
                      </a:solidFill>
                      <a:prstDash val="solid"/>
                    </a:lnB>
                    <a:solidFill>
                      <a:srgbClr val="123148"/>
                    </a:solidFill>
                  </a:tcPr>
                </a:tc>
                <a:tc>
                  <a:txBody>
                    <a:bodyPr/>
                    <a:lstStyle/>
                    <a:p>
                      <a:r>
                        <a:rPr sz="1800" b="1">
                          <a:solidFill>
                            <a:srgbClr val="FFFFFF"/>
                          </a:solidFill>
                          <a:latin typeface="Arial"/>
                          <a:ea typeface="Arial"/>
                          <a:cs typeface="Arial"/>
                        </a:rPr>
                        <a:t>Review evidence</a:t>
                      </a:r>
                    </a:p>
                  </a:txBody>
                  <a:tcPr marL="91440" marR="91440" marT="45720" marB="45720">
                    <a:lnR w="9525">
                      <a:solidFill>
                        <a:srgbClr val="D7DCD8"/>
                      </a:solidFill>
                      <a:prstDash val="solid"/>
                    </a:lnR>
                    <a:lnT w="9525">
                      <a:solidFill>
                        <a:srgbClr val="D7DCD8"/>
                      </a:solidFill>
                      <a:prstDash val="solid"/>
                    </a:lnT>
                    <a:lnB w="9525">
                      <a:solidFill>
                        <a:srgbClr val="D7DCD8"/>
                      </a:solidFill>
                      <a:prstDash val="solid"/>
                    </a:lnB>
                    <a:solidFill>
                      <a:srgbClr val="123148"/>
                    </a:solidFill>
                  </a:tcPr>
                </a:tc>
              </a:tr>
              <a:tr h="685800">
                <a:tc>
                  <a:txBody>
                    <a:bodyPr/>
                    <a:lstStyle/>
                    <a:p>
                      <a:r>
                        <a:rPr sz="1875" b="1">
                          <a:solidFill>
                            <a:srgbClr val="112B3A"/>
                          </a:solidFill>
                          <a:latin typeface="Arial"/>
                          <a:ea typeface="Arial"/>
                          <a:cs typeface="Arial"/>
                        </a:rPr>
                        <a:t>Privilege escalation</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FFFFFF"/>
                    </a:solidFill>
                  </a:tcPr>
                </a:tc>
                <a:tc>
                  <a:txBody>
                    <a:bodyPr/>
                    <a:lstStyle/>
                    <a:p>
                      <a:r>
                        <a:rPr sz="1875" b="0">
                          <a:solidFill>
                            <a:srgbClr val="112B3A"/>
                          </a:solidFill>
                          <a:latin typeface="Arial"/>
                          <a:ea typeface="Arial"/>
                          <a:cs typeface="Arial"/>
                        </a:rPr>
                        <a:t>Six fixed checks pass</a:t>
                      </a:r>
                    </a:p>
                  </a:txBody>
                  <a:tcPr marL="91440" marR="91440" marT="45720" marB="45720">
                    <a:lnR w="9525">
                      <a:solidFill>
                        <a:srgbClr val="D7DCD8"/>
                      </a:solidFill>
                      <a:prstDash val="solid"/>
                    </a:lnR>
                    <a:lnB w="9525">
                      <a:solidFill>
                        <a:srgbClr val="D7DCD8"/>
                      </a:solidFill>
                      <a:prstDash val="solid"/>
                    </a:lnB>
                    <a:solidFill>
                      <a:srgbClr val="FFFFFF"/>
                    </a:solidFill>
                  </a:tcPr>
                </a:tc>
              </a:tr>
              <a:tr h="685800">
                <a:tc>
                  <a:txBody>
                    <a:bodyPr/>
                    <a:lstStyle/>
                    <a:p>
                      <a:r>
                        <a:rPr sz="1875" b="1">
                          <a:solidFill>
                            <a:srgbClr val="112B3A"/>
                          </a:solidFill>
                          <a:latin typeface="Arial"/>
                          <a:ea typeface="Arial"/>
                          <a:cs typeface="Arial"/>
                        </a:rPr>
                        <a:t>Traffic containment</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E2EDEB"/>
                    </a:solidFill>
                  </a:tcPr>
                </a:tc>
                <a:tc>
                  <a:txBody>
                    <a:bodyPr/>
                    <a:lstStyle/>
                    <a:p>
                      <a:r>
                        <a:rPr sz="1875" b="0">
                          <a:solidFill>
                            <a:srgbClr val="112B3A"/>
                          </a:solidFill>
                          <a:latin typeface="Arial"/>
                          <a:ea typeface="Arial"/>
                          <a:cs typeface="Arial"/>
                        </a:rPr>
                        <a:t>CNI verification</a:t>
                      </a:r>
                    </a:p>
                  </a:txBody>
                  <a:tcPr marL="91440" marR="91440" marT="45720" marB="45720">
                    <a:lnR w="9525">
                      <a:solidFill>
                        <a:srgbClr val="D7DCD8"/>
                      </a:solidFill>
                      <a:prstDash val="solid"/>
                    </a:lnR>
                    <a:lnB w="9525">
                      <a:solidFill>
                        <a:srgbClr val="D7DCD8"/>
                      </a:solidFill>
                      <a:prstDash val="solid"/>
                    </a:lnB>
                    <a:solidFill>
                      <a:srgbClr val="E2EDEB"/>
                    </a:solidFill>
                  </a:tcPr>
                </a:tc>
              </a:tr>
              <a:tr h="685800">
                <a:tc>
                  <a:txBody>
                    <a:bodyPr/>
                    <a:lstStyle/>
                    <a:p>
                      <a:r>
                        <a:rPr sz="1875" b="1">
                          <a:solidFill>
                            <a:srgbClr val="112B3A"/>
                          </a:solidFill>
                          <a:latin typeface="Arial"/>
                          <a:ea typeface="Arial"/>
                          <a:cs typeface="Arial"/>
                        </a:rPr>
                        <a:t>API permissions</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FFFFFF"/>
                    </a:solidFill>
                  </a:tcPr>
                </a:tc>
                <a:tc>
                  <a:txBody>
                    <a:bodyPr/>
                    <a:lstStyle/>
                    <a:p>
                      <a:r>
                        <a:rPr sz="1875" b="0">
                          <a:solidFill>
                            <a:srgbClr val="112B3A"/>
                          </a:solidFill>
                          <a:latin typeface="Arial"/>
                          <a:ea typeface="Arial"/>
                          <a:cs typeface="Arial"/>
                        </a:rPr>
                        <a:t>RBAC handoff</a:t>
                      </a:r>
                    </a:p>
                  </a:txBody>
                  <a:tcPr marL="91440" marR="91440" marT="45720" marB="45720">
                    <a:lnR w="9525">
                      <a:solidFill>
                        <a:srgbClr val="D7DCD8"/>
                      </a:solidFill>
                      <a:prstDash val="solid"/>
                    </a:lnR>
                    <a:lnB w="9525">
                      <a:solidFill>
                        <a:srgbClr val="D7DCD8"/>
                      </a:solidFill>
                      <a:prstDash val="solid"/>
                    </a:lnB>
                    <a:solidFill>
                      <a:srgbClr val="FFFFFF"/>
                    </a:solidFill>
                  </a:tcPr>
                </a:tc>
              </a:tr>
              <a:tr h="685800">
                <a:tc>
                  <a:txBody>
                    <a:bodyPr/>
                    <a:lstStyle/>
                    <a:p>
                      <a:r>
                        <a:rPr sz="1875" b="1">
                          <a:solidFill>
                            <a:srgbClr val="112B3A"/>
                          </a:solidFill>
                          <a:latin typeface="Arial"/>
                          <a:ea typeface="Arial"/>
                          <a:cs typeface="Arial"/>
                        </a:rPr>
                        <a:t>Exceptions and rollout</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E2EDEB"/>
                    </a:solidFill>
                  </a:tcPr>
                </a:tc>
                <a:tc>
                  <a:txBody>
                    <a:bodyPr/>
                    <a:lstStyle/>
                    <a:p>
                      <a:r>
                        <a:rPr sz="1875" b="0">
                          <a:solidFill>
                            <a:srgbClr val="112B3A"/>
                          </a:solidFill>
                          <a:latin typeface="Arial"/>
                          <a:ea typeface="Arial"/>
                          <a:cs typeface="Arial"/>
                        </a:rPr>
                        <a:t>Human approval and revocation</a:t>
                      </a:r>
                    </a:p>
                  </a:txBody>
                  <a:tcPr marL="91440" marR="91440" marT="45720" marB="45720">
                    <a:lnR w="9525">
                      <a:solidFill>
                        <a:srgbClr val="D7DCD8"/>
                      </a:solidFill>
                      <a:prstDash val="solid"/>
                    </a:lnR>
                    <a:lnB w="9525">
                      <a:solidFill>
                        <a:srgbClr val="D7DCD8"/>
                      </a:solidFill>
                      <a:prstDash val="solid"/>
                    </a:lnB>
                    <a:solidFill>
                      <a:srgbClr val="E2EDEB"/>
                    </a:solidFill>
                  </a:tcPr>
                </a:tc>
              </a:tr>
            </a:tbl>
          </a:graphicData>
        </a:graphic>
      </p:graphicFrame>
      <p:sp>
        <p:nvSpPr>
          <p:cNvPr id="4" name="Passing one rule leaves other requirements un">
            <a:extLst xmlns:a="http://schemas.openxmlformats.org/drawingml/2006/main">
              <a:ext uri="{FF2B5EF4-FFF2-40B4-BE49-F238E27FC236}">
                <a16:creationId xmlns:a16="http://schemas.microsoft.com/office/drawing/2014/main" id="{997A2DFC-ACFB-48A7-B209-FA5AF9FE2E63}"/>
              </a:ext>
            </a:extLst>
          </p:cNvPr>
          <p:cNvSpPr>
            <a:spLocks xmlns:a="http://schemas.openxmlformats.org/drawingml/2006/main" noGrp="1"/>
          </p:cNvSpPr>
          <p:nvPr/>
        </p:nvSpPr>
        <p:spPr>
          <a:xfrm xmlns:a="http://schemas.openxmlformats.org/drawingml/2006/main">
            <a:off x="714375" y="5772150"/>
            <a:ext cx="10572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1">
                <a:solidFill>
                  <a:srgbClr val="12846B"/>
                </a:solidFill>
                <a:latin typeface="Arial"/>
                <a:ea typeface="Arial"/>
                <a:cs typeface="Arial"/>
              </a:defRPr>
            </a:defPPr>
            <a:lvl1pPr algn="l">
              <a:defRPr sz="2025" b="1">
                <a:solidFill>
                  <a:srgbClr val="12846B"/>
                </a:solidFill>
                <a:latin typeface="Arial"/>
                <a:ea typeface="Arial"/>
                <a:cs typeface="Arial"/>
              </a:defRPr>
            </a:lvl1pPr>
            <a:lvl2pPr algn="l">
              <a:defRPr sz="2025" b="1">
                <a:solidFill>
                  <a:srgbClr val="12846B"/>
                </a:solidFill>
                <a:latin typeface="Arial"/>
                <a:ea typeface="Arial"/>
                <a:cs typeface="Arial"/>
              </a:defRPr>
            </a:lvl2pPr>
            <a:lvl3pPr algn="l">
              <a:defRPr sz="2025" b="1">
                <a:solidFill>
                  <a:srgbClr val="12846B"/>
                </a:solidFill>
                <a:latin typeface="Arial"/>
                <a:ea typeface="Arial"/>
                <a:cs typeface="Arial"/>
              </a:defRPr>
            </a:lvl3pPr>
            <a:lvl4pPr algn="l">
              <a:defRPr sz="2025" b="1">
                <a:solidFill>
                  <a:srgbClr val="12846B"/>
                </a:solidFill>
                <a:latin typeface="Arial"/>
                <a:ea typeface="Arial"/>
                <a:cs typeface="Arial"/>
              </a:defRPr>
            </a:lvl4pPr>
            <a:lvl5pPr algn="l">
              <a:defRPr sz="2025" b="1">
                <a:solidFill>
                  <a:srgbClr val="12846B"/>
                </a:solidFill>
                <a:latin typeface="Arial"/>
                <a:ea typeface="Arial"/>
                <a:cs typeface="Arial"/>
              </a:defRPr>
            </a:lvl5pPr>
            <a:lvl6pPr algn="l">
              <a:defRPr sz="2025" b="1">
                <a:solidFill>
                  <a:srgbClr val="12846B"/>
                </a:solidFill>
                <a:latin typeface="Arial"/>
                <a:ea typeface="Arial"/>
                <a:cs typeface="Arial"/>
              </a:defRPr>
            </a:lvl6pPr>
            <a:lvl7pPr algn="l">
              <a:defRPr sz="2025" b="1">
                <a:solidFill>
                  <a:srgbClr val="12846B"/>
                </a:solidFill>
                <a:latin typeface="Arial"/>
                <a:ea typeface="Arial"/>
                <a:cs typeface="Arial"/>
              </a:defRPr>
            </a:lvl7pPr>
            <a:lvl8pPr algn="l">
              <a:defRPr sz="2025" b="1">
                <a:solidFill>
                  <a:srgbClr val="12846B"/>
                </a:solidFill>
                <a:latin typeface="Arial"/>
                <a:ea typeface="Arial"/>
                <a:cs typeface="Arial"/>
              </a:defRPr>
            </a:lvl8pPr>
            <a:lvl9pPr algn="l">
              <a:defRPr sz="2025" b="1">
                <a:solidFill>
                  <a:srgbClr val="12846B"/>
                </a:solidFill>
                <a:latin typeface="Arial"/>
                <a:ea typeface="Arial"/>
                <a:cs typeface="Arial"/>
              </a:defRPr>
            </a:lvl9pPr>
          </a:lstStyle>
          <a:p xmlns:a="http://schemas.openxmlformats.org/drawingml/2006/main">
            <a:pPr algn="l">
              <a:defRPr sz="2025" b="1">
                <a:solidFill>
                  <a:srgbClr val="12846B"/>
                </a:solidFill>
                <a:latin typeface="Arial"/>
                <a:ea typeface="Arial"/>
                <a:cs typeface="Arial"/>
              </a:defRPr>
            </a:pPr>
            <a:r>
              <a:rPr sz="2025" b="1">
                <a:solidFill>
                  <a:srgbClr val="12846B"/>
                </a:solidFill>
                <a:latin typeface="Arial"/>
                <a:ea typeface="Arial"/>
                <a:cs typeface="Arial"/>
              </a:rPr>
              <a:t>Passing one rule leaves other requirements unresolved</a:t>
            </a:r>
          </a:p>
        </p:txBody>
      </p:sp>
    </p:spTree>
    <p:extLst>
      <p:ext uri="{BB962C8B-B14F-4D97-AF65-F5344CB8AC3E}">
        <p14:creationId xmlns:p14="http://schemas.microsoft.com/office/powerpoint/2010/main" val="1505366733"/>
      </p:ext>
    </p:extLst>
  </p:cSld>
</p:sld>
</file>

<file path=ppt/slides/slide11.xml><?xml version="1.0" encoding="utf-8"?>
<p:sld xmlns:p="http://schemas.openxmlformats.org/presentationml/2006/main">
  <p:cSld>
    <p:bg>
      <p:bgPr>
        <a:solidFill xmlns:a="http://schemas.openxmlformats.org/drawingml/2006/main">
          <a:srgbClr val="081A29"/>
        </a:solidFill>
      </p:bgPr>
    </p:bg>
    <p:spTree>
      <p:nvGrpSpPr>
        <p:cNvPr id="1" name=""/>
        <p:cNvGrpSpPr/>
        <p:nvPr/>
      </p:nvGrpSpPr>
      <p:grpSpPr>
        <a:xfrm xmlns:a="http://schemas.openxmlformats.org/drawingml/2006/main"/>
      </p:grpSpPr>
      <p:sp>
        <p:nvSpPr>
          <p:cNvPr id="21" name="slide-11-title">
            <a:extLst xmlns:a="http://schemas.openxmlformats.org/drawingml/2006/main">
              <a:ext uri="{FF2B5EF4-FFF2-40B4-BE49-F238E27FC236}">
                <a16:creationId xmlns:a16="http://schemas.microsoft.com/office/drawing/2014/main" id="{01F7262A-39B0-4A8F-B9AF-94C8893DA243}"/>
              </a:ext>
            </a:extLst>
          </p:cNvPr>
          <p:cNvSpPr>
            <a:spLocks xmlns:a="http://schemas.openxmlformats.org/drawingml/2006/main" noGrp="1"/>
          </p:cNvSpPr>
          <p:nvPr/>
        </p:nvSpPr>
        <p:spPr>
          <a:xfrm xmlns:a="http://schemas.openxmlformats.org/drawingml/2006/main">
            <a:off x="609600" y="476250"/>
            <a:ext cx="10858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FFFFFF"/>
                </a:solidFill>
                <a:latin typeface="Arial"/>
                <a:ea typeface="Arial"/>
                <a:cs typeface="Arial"/>
              </a:defRPr>
            </a:defPPr>
            <a:lvl1pPr algn="l">
              <a:defRPr sz="3150" b="1">
                <a:solidFill>
                  <a:srgbClr val="FFFFFF"/>
                </a:solidFill>
                <a:latin typeface="Arial"/>
                <a:ea typeface="Arial"/>
                <a:cs typeface="Arial"/>
              </a:defRPr>
            </a:lvl1pPr>
            <a:lvl2pPr algn="l">
              <a:defRPr sz="3150" b="1">
                <a:solidFill>
                  <a:srgbClr val="FFFFFF"/>
                </a:solidFill>
                <a:latin typeface="Arial"/>
                <a:ea typeface="Arial"/>
                <a:cs typeface="Arial"/>
              </a:defRPr>
            </a:lvl2pPr>
            <a:lvl3pPr algn="l">
              <a:defRPr sz="3150" b="1">
                <a:solidFill>
                  <a:srgbClr val="FFFFFF"/>
                </a:solidFill>
                <a:latin typeface="Arial"/>
                <a:ea typeface="Arial"/>
                <a:cs typeface="Arial"/>
              </a:defRPr>
            </a:lvl3pPr>
            <a:lvl4pPr algn="l">
              <a:defRPr sz="3150" b="1">
                <a:solidFill>
                  <a:srgbClr val="FFFFFF"/>
                </a:solidFill>
                <a:latin typeface="Arial"/>
                <a:ea typeface="Arial"/>
                <a:cs typeface="Arial"/>
              </a:defRPr>
            </a:lvl4pPr>
            <a:lvl5pPr algn="l">
              <a:defRPr sz="3150" b="1">
                <a:solidFill>
                  <a:srgbClr val="FFFFFF"/>
                </a:solidFill>
                <a:latin typeface="Arial"/>
                <a:ea typeface="Arial"/>
                <a:cs typeface="Arial"/>
              </a:defRPr>
            </a:lvl5pPr>
            <a:lvl6pPr algn="l">
              <a:defRPr sz="3150" b="1">
                <a:solidFill>
                  <a:srgbClr val="FFFFFF"/>
                </a:solidFill>
                <a:latin typeface="Arial"/>
                <a:ea typeface="Arial"/>
                <a:cs typeface="Arial"/>
              </a:defRPr>
            </a:lvl6pPr>
            <a:lvl7pPr algn="l">
              <a:defRPr sz="3150" b="1">
                <a:solidFill>
                  <a:srgbClr val="FFFFFF"/>
                </a:solidFill>
                <a:latin typeface="Arial"/>
                <a:ea typeface="Arial"/>
                <a:cs typeface="Arial"/>
              </a:defRPr>
            </a:lvl7pPr>
            <a:lvl8pPr algn="l">
              <a:defRPr sz="3150" b="1">
                <a:solidFill>
                  <a:srgbClr val="FFFFFF"/>
                </a:solidFill>
                <a:latin typeface="Arial"/>
                <a:ea typeface="Arial"/>
                <a:cs typeface="Arial"/>
              </a:defRPr>
            </a:lvl8pPr>
            <a:lvl9pPr algn="l">
              <a:defRPr sz="3150" b="1">
                <a:solidFill>
                  <a:srgbClr val="FFFFFF"/>
                </a:solidFill>
                <a:latin typeface="Arial"/>
                <a:ea typeface="Arial"/>
                <a:cs typeface="Arial"/>
              </a:defRPr>
            </a:lvl9pPr>
          </a:lstStyle>
          <a:p xmlns:a="http://schemas.openxmlformats.org/drawingml/2006/main">
            <a:pPr algn="l">
              <a:defRPr sz="3150" b="1">
                <a:solidFill>
                  <a:srgbClr val="FFFFFF"/>
                </a:solidFill>
                <a:latin typeface="Arial"/>
                <a:ea typeface="Arial"/>
                <a:cs typeface="Arial"/>
              </a:defRPr>
            </a:pPr>
            <a:r>
              <a:rPr sz="3150" b="1">
                <a:solidFill>
                  <a:srgbClr val="FFFFFF"/>
                </a:solidFill>
                <a:latin typeface="Arial"/>
                <a:ea typeface="Arial"/>
                <a:cs typeface="Arial"/>
              </a:rPr>
              <a:t>Quarantine Mode</a:t>
            </a:r>
          </a:p>
        </p:txBody>
      </p:sp>
      <p:sp>
        <p:nvSpPr>
          <p:cNvPr id="2" name="A coordinated incident posture, with explicit">
            <a:extLst xmlns:a="http://schemas.openxmlformats.org/drawingml/2006/main">
              <a:ext uri="{FF2B5EF4-FFF2-40B4-BE49-F238E27FC236}">
                <a16:creationId xmlns:a16="http://schemas.microsoft.com/office/drawing/2014/main" id="{09988B22-96E8-43E6-AA0E-13D2A0B12680}"/>
              </a:ext>
            </a:extLst>
          </p:cNvPr>
          <p:cNvSpPr>
            <a:spLocks xmlns:a="http://schemas.openxmlformats.org/drawingml/2006/main" noGrp="1"/>
          </p:cNvSpPr>
          <p:nvPr/>
        </p:nvSpPr>
        <p:spPr>
          <a:xfrm xmlns:a="http://schemas.openxmlformats.org/drawingml/2006/main">
            <a:off x="647700" y="1257300"/>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a:solidFill>
                  <a:srgbClr val="37D5BE"/>
                </a:solidFill>
                <a:latin typeface="Arial"/>
                <a:ea typeface="Arial"/>
                <a:cs typeface="Arial"/>
              </a:defRPr>
            </a:defPPr>
            <a:lvl1pPr algn="l">
              <a:defRPr sz="1500" b="0">
                <a:solidFill>
                  <a:srgbClr val="37D5BE"/>
                </a:solidFill>
                <a:latin typeface="Arial"/>
                <a:ea typeface="Arial"/>
                <a:cs typeface="Arial"/>
              </a:defRPr>
            </a:lvl1pPr>
            <a:lvl2pPr algn="l">
              <a:defRPr sz="1500" b="0">
                <a:solidFill>
                  <a:srgbClr val="37D5BE"/>
                </a:solidFill>
                <a:latin typeface="Arial"/>
                <a:ea typeface="Arial"/>
                <a:cs typeface="Arial"/>
              </a:defRPr>
            </a:lvl2pPr>
            <a:lvl3pPr algn="l">
              <a:defRPr sz="1500" b="0">
                <a:solidFill>
                  <a:srgbClr val="37D5BE"/>
                </a:solidFill>
                <a:latin typeface="Arial"/>
                <a:ea typeface="Arial"/>
                <a:cs typeface="Arial"/>
              </a:defRPr>
            </a:lvl3pPr>
            <a:lvl4pPr algn="l">
              <a:defRPr sz="1500" b="0">
                <a:solidFill>
                  <a:srgbClr val="37D5BE"/>
                </a:solidFill>
                <a:latin typeface="Arial"/>
                <a:ea typeface="Arial"/>
                <a:cs typeface="Arial"/>
              </a:defRPr>
            </a:lvl4pPr>
            <a:lvl5pPr algn="l">
              <a:defRPr sz="1500" b="0">
                <a:solidFill>
                  <a:srgbClr val="37D5BE"/>
                </a:solidFill>
                <a:latin typeface="Arial"/>
                <a:ea typeface="Arial"/>
                <a:cs typeface="Arial"/>
              </a:defRPr>
            </a:lvl5pPr>
            <a:lvl6pPr algn="l">
              <a:defRPr sz="1500" b="0">
                <a:solidFill>
                  <a:srgbClr val="37D5BE"/>
                </a:solidFill>
                <a:latin typeface="Arial"/>
                <a:ea typeface="Arial"/>
                <a:cs typeface="Arial"/>
              </a:defRPr>
            </a:lvl6pPr>
            <a:lvl7pPr algn="l">
              <a:defRPr sz="1500" b="0">
                <a:solidFill>
                  <a:srgbClr val="37D5BE"/>
                </a:solidFill>
                <a:latin typeface="Arial"/>
                <a:ea typeface="Arial"/>
                <a:cs typeface="Arial"/>
              </a:defRPr>
            </a:lvl7pPr>
            <a:lvl8pPr algn="l">
              <a:defRPr sz="1500" b="0">
                <a:solidFill>
                  <a:srgbClr val="37D5BE"/>
                </a:solidFill>
                <a:latin typeface="Arial"/>
                <a:ea typeface="Arial"/>
                <a:cs typeface="Arial"/>
              </a:defRPr>
            </a:lvl8pPr>
            <a:lvl9pPr algn="l">
              <a:defRPr sz="1500" b="0">
                <a:solidFill>
                  <a:srgbClr val="37D5BE"/>
                </a:solidFill>
                <a:latin typeface="Arial"/>
                <a:ea typeface="Arial"/>
                <a:cs typeface="Arial"/>
              </a:defRPr>
            </a:lvl9pPr>
          </a:lstStyle>
          <a:p xmlns:a="http://schemas.openxmlformats.org/drawingml/2006/main">
            <a:pPr algn="l">
              <a:defRPr sz="1500" b="0">
                <a:solidFill>
                  <a:srgbClr val="37D5BE"/>
                </a:solidFill>
                <a:latin typeface="Arial"/>
                <a:ea typeface="Arial"/>
                <a:cs typeface="Arial"/>
              </a:defRPr>
            </a:pPr>
            <a:r>
              <a:rPr sz="1500" b="0">
                <a:solidFill>
                  <a:srgbClr val="37D5BE"/>
                </a:solidFill>
                <a:latin typeface="Arial"/>
                <a:ea typeface="Arial"/>
                <a:cs typeface="Arial"/>
              </a:rPr>
              <a:t>A coordinated incident posture, with explicit authority and exit tests</a:t>
            </a:r>
          </a:p>
        </p:txBody>
      </p:sp>
      <p:sp>
        <p:nvSpPr>
          <p:cNvPr id="3" name="11">
            <a:extLst xmlns:a="http://schemas.openxmlformats.org/drawingml/2006/main">
              <a:ext uri="{FF2B5EF4-FFF2-40B4-BE49-F238E27FC236}">
                <a16:creationId xmlns:a16="http://schemas.microsoft.com/office/drawing/2014/main" id="{109D0ECC-5F4D-451E-87E9-B591EDB05408}"/>
              </a:ext>
            </a:extLst>
          </p:cNvPr>
          <p:cNvSpPr>
            <a:spLocks xmlns:a="http://schemas.openxmlformats.org/drawingml/2006/main" noGrp="1"/>
          </p:cNvSpPr>
          <p:nvPr/>
        </p:nvSpPr>
        <p:spPr>
          <a:xfrm xmlns:a="http://schemas.openxmlformats.org/drawingml/2006/main">
            <a:off x="11172825" y="641032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0">
                <a:solidFill>
                  <a:srgbClr val="A8C1CA"/>
                </a:solidFill>
                <a:latin typeface="Arial"/>
                <a:ea typeface="Arial"/>
                <a:cs typeface="Arial"/>
              </a:defRPr>
            </a:defPPr>
            <a:lvl1pPr algn="r">
              <a:defRPr sz="975" b="0">
                <a:solidFill>
                  <a:srgbClr val="A8C1CA"/>
                </a:solidFill>
                <a:latin typeface="Arial"/>
                <a:ea typeface="Arial"/>
                <a:cs typeface="Arial"/>
              </a:defRPr>
            </a:lvl1pPr>
            <a:lvl2pPr algn="r">
              <a:defRPr sz="975" b="0">
                <a:solidFill>
                  <a:srgbClr val="A8C1CA"/>
                </a:solidFill>
                <a:latin typeface="Arial"/>
                <a:ea typeface="Arial"/>
                <a:cs typeface="Arial"/>
              </a:defRPr>
            </a:lvl2pPr>
            <a:lvl3pPr algn="r">
              <a:defRPr sz="975" b="0">
                <a:solidFill>
                  <a:srgbClr val="A8C1CA"/>
                </a:solidFill>
                <a:latin typeface="Arial"/>
                <a:ea typeface="Arial"/>
                <a:cs typeface="Arial"/>
              </a:defRPr>
            </a:lvl3pPr>
            <a:lvl4pPr algn="r">
              <a:defRPr sz="975" b="0">
                <a:solidFill>
                  <a:srgbClr val="A8C1CA"/>
                </a:solidFill>
                <a:latin typeface="Arial"/>
                <a:ea typeface="Arial"/>
                <a:cs typeface="Arial"/>
              </a:defRPr>
            </a:lvl4pPr>
            <a:lvl5pPr algn="r">
              <a:defRPr sz="975" b="0">
                <a:solidFill>
                  <a:srgbClr val="A8C1CA"/>
                </a:solidFill>
                <a:latin typeface="Arial"/>
                <a:ea typeface="Arial"/>
                <a:cs typeface="Arial"/>
              </a:defRPr>
            </a:lvl5pPr>
            <a:lvl6pPr algn="r">
              <a:defRPr sz="975" b="0">
                <a:solidFill>
                  <a:srgbClr val="A8C1CA"/>
                </a:solidFill>
                <a:latin typeface="Arial"/>
                <a:ea typeface="Arial"/>
                <a:cs typeface="Arial"/>
              </a:defRPr>
            </a:lvl6pPr>
            <a:lvl7pPr algn="r">
              <a:defRPr sz="975" b="0">
                <a:solidFill>
                  <a:srgbClr val="A8C1CA"/>
                </a:solidFill>
                <a:latin typeface="Arial"/>
                <a:ea typeface="Arial"/>
                <a:cs typeface="Arial"/>
              </a:defRPr>
            </a:lvl7pPr>
            <a:lvl8pPr algn="r">
              <a:defRPr sz="975" b="0">
                <a:solidFill>
                  <a:srgbClr val="A8C1CA"/>
                </a:solidFill>
                <a:latin typeface="Arial"/>
                <a:ea typeface="Arial"/>
                <a:cs typeface="Arial"/>
              </a:defRPr>
            </a:lvl8pPr>
            <a:lvl9pPr algn="r">
              <a:defRPr sz="975" b="0">
                <a:solidFill>
                  <a:srgbClr val="A8C1CA"/>
                </a:solidFill>
                <a:latin typeface="Arial"/>
                <a:ea typeface="Arial"/>
                <a:cs typeface="Arial"/>
              </a:defRPr>
            </a:lvl9pPr>
          </a:lstStyle>
          <a:p xmlns:a="http://schemas.openxmlformats.org/drawingml/2006/main">
            <a:pPr algn="r">
              <a:defRPr sz="975" b="0">
                <a:solidFill>
                  <a:srgbClr val="A8C1CA"/>
                </a:solidFill>
                <a:latin typeface="Arial"/>
                <a:ea typeface="Arial"/>
                <a:cs typeface="Arial"/>
              </a:defRPr>
            </a:pPr>
            <a:r>
              <a:rPr sz="975" b="0">
                <a:solidFill>
                  <a:srgbClr val="A8C1CA"/>
                </a:solidFill>
                <a:latin typeface="Arial"/>
                <a:ea typeface="Arial"/>
                <a:cs typeface="Arial"/>
              </a:rPr>
              <a:t>11</a:t>
            </a:r>
          </a:p>
        </p:txBody>
      </p:sp>
      <p:sp>
        <p:nvSpPr>
          <p:cNvPr id="4" name="Q0">
            <a:extLst xmlns:a="http://schemas.openxmlformats.org/drawingml/2006/main">
              <a:ext uri="{FF2B5EF4-FFF2-40B4-BE49-F238E27FC236}">
                <a16:creationId xmlns:a16="http://schemas.microsoft.com/office/drawing/2014/main" id="{C42DA406-0D6F-4502-8761-81E21512D290}"/>
              </a:ext>
            </a:extLst>
          </p:cNvPr>
          <p:cNvSpPr>
            <a:spLocks xmlns:a="http://schemas.openxmlformats.org/drawingml/2006/main" noGrp="1"/>
          </p:cNvSpPr>
          <p:nvPr/>
        </p:nvSpPr>
        <p:spPr>
          <a:xfrm xmlns:a="http://schemas.openxmlformats.org/drawingml/2006/main">
            <a:off x="685800" y="2276475"/>
            <a:ext cx="2381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5700" b="1">
                <a:solidFill>
                  <a:srgbClr val="37D5BE"/>
                </a:solidFill>
                <a:latin typeface="Arial"/>
                <a:ea typeface="Arial"/>
                <a:cs typeface="Arial"/>
              </a:defRPr>
            </a:defPPr>
            <a:lvl1pPr algn="l">
              <a:defRPr sz="5700" b="1">
                <a:solidFill>
                  <a:srgbClr val="37D5BE"/>
                </a:solidFill>
                <a:latin typeface="Arial"/>
                <a:ea typeface="Arial"/>
                <a:cs typeface="Arial"/>
              </a:defRPr>
            </a:lvl1pPr>
            <a:lvl2pPr algn="l">
              <a:defRPr sz="5700" b="1">
                <a:solidFill>
                  <a:srgbClr val="37D5BE"/>
                </a:solidFill>
                <a:latin typeface="Arial"/>
                <a:ea typeface="Arial"/>
                <a:cs typeface="Arial"/>
              </a:defRPr>
            </a:lvl2pPr>
            <a:lvl3pPr algn="l">
              <a:defRPr sz="5700" b="1">
                <a:solidFill>
                  <a:srgbClr val="37D5BE"/>
                </a:solidFill>
                <a:latin typeface="Arial"/>
                <a:ea typeface="Arial"/>
                <a:cs typeface="Arial"/>
              </a:defRPr>
            </a:lvl3pPr>
            <a:lvl4pPr algn="l">
              <a:defRPr sz="5700" b="1">
                <a:solidFill>
                  <a:srgbClr val="37D5BE"/>
                </a:solidFill>
                <a:latin typeface="Arial"/>
                <a:ea typeface="Arial"/>
                <a:cs typeface="Arial"/>
              </a:defRPr>
            </a:lvl4pPr>
            <a:lvl5pPr algn="l">
              <a:defRPr sz="5700" b="1">
                <a:solidFill>
                  <a:srgbClr val="37D5BE"/>
                </a:solidFill>
                <a:latin typeface="Arial"/>
                <a:ea typeface="Arial"/>
                <a:cs typeface="Arial"/>
              </a:defRPr>
            </a:lvl5pPr>
            <a:lvl6pPr algn="l">
              <a:defRPr sz="5700" b="1">
                <a:solidFill>
                  <a:srgbClr val="37D5BE"/>
                </a:solidFill>
                <a:latin typeface="Arial"/>
                <a:ea typeface="Arial"/>
                <a:cs typeface="Arial"/>
              </a:defRPr>
            </a:lvl6pPr>
            <a:lvl7pPr algn="l">
              <a:defRPr sz="5700" b="1">
                <a:solidFill>
                  <a:srgbClr val="37D5BE"/>
                </a:solidFill>
                <a:latin typeface="Arial"/>
                <a:ea typeface="Arial"/>
                <a:cs typeface="Arial"/>
              </a:defRPr>
            </a:lvl7pPr>
            <a:lvl8pPr algn="l">
              <a:defRPr sz="5700" b="1">
                <a:solidFill>
                  <a:srgbClr val="37D5BE"/>
                </a:solidFill>
                <a:latin typeface="Arial"/>
                <a:ea typeface="Arial"/>
                <a:cs typeface="Arial"/>
              </a:defRPr>
            </a:lvl8pPr>
            <a:lvl9pPr algn="l">
              <a:defRPr sz="5700" b="1">
                <a:solidFill>
                  <a:srgbClr val="37D5BE"/>
                </a:solidFill>
                <a:latin typeface="Arial"/>
                <a:ea typeface="Arial"/>
                <a:cs typeface="Arial"/>
              </a:defRPr>
            </a:lvl9pPr>
          </a:lstStyle>
          <a:p xmlns:a="http://schemas.openxmlformats.org/drawingml/2006/main">
            <a:pPr algn="l">
              <a:defRPr sz="5700" b="1">
                <a:solidFill>
                  <a:srgbClr val="37D5BE"/>
                </a:solidFill>
                <a:latin typeface="Arial"/>
                <a:ea typeface="Arial"/>
                <a:cs typeface="Arial"/>
              </a:defRPr>
            </a:pPr>
            <a:r>
              <a:rPr sz="5700" b="1">
                <a:solidFill>
                  <a:srgbClr val="37D5BE"/>
                </a:solidFill>
                <a:latin typeface="Arial"/>
                <a:ea typeface="Arial"/>
                <a:cs typeface="Arial"/>
              </a:rPr>
              <a:t>Q0</a:t>
            </a:r>
          </a:p>
        </p:txBody>
      </p:sp>
      <p:sp>
        <p:nvSpPr>
          <p:cNvPr id="5" name="diagram-boundary">
            <a:extLst xmlns:a="http://schemas.openxmlformats.org/drawingml/2006/main">
              <a:ext uri="{FF2B5EF4-FFF2-40B4-BE49-F238E27FC236}">
                <a16:creationId xmlns:a16="http://schemas.microsoft.com/office/drawing/2014/main" id="{8B8AF524-DC8B-4710-BF8F-19FE1A44DEDF}"/>
              </a:ext>
            </a:extLst>
          </p:cNvPr>
          <p:cNvSpPr>
            <a:spLocks xmlns:a="http://schemas.openxmlformats.org/drawingml/2006/main" noGrp="1"/>
          </p:cNvSpPr>
          <p:nvPr/>
        </p:nvSpPr>
        <p:spPr>
          <a:xfrm xmlns:a="http://schemas.openxmlformats.org/drawingml/2006/main">
            <a:off x="685800" y="3514725"/>
            <a:ext cx="2352675" cy="19050"/>
          </a:xfrm>
          <a:prstGeom xmlns:a="http://schemas.openxmlformats.org/drawingml/2006/main" prst="rect">
            <a:avLst/>
          </a:prstGeom>
          <a:solidFill xmlns:a="http://schemas.openxmlformats.org/drawingml/2006/main">
            <a:srgbClr val="3B6576"/>
          </a:solidFill>
          <a:ln xmlns:a="http://schemas.openxmlformats.org/drawingml/2006/main" w="0">
            <a:noFill/>
            <a:prstDash val="solid"/>
          </a:ln>
        </p:spPr>
      </p:sp>
      <p:sp>
        <p:nvSpPr>
          <p:cNvPr id="6" name="Normal">
            <a:extLst xmlns:a="http://schemas.openxmlformats.org/drawingml/2006/main">
              <a:ext uri="{FF2B5EF4-FFF2-40B4-BE49-F238E27FC236}">
                <a16:creationId xmlns:a16="http://schemas.microsoft.com/office/drawing/2014/main" id="{3A4003A1-7F74-4F0C-AB81-7C7E13A5AE4D}"/>
              </a:ext>
            </a:extLst>
          </p:cNvPr>
          <p:cNvSpPr>
            <a:spLocks xmlns:a="http://schemas.openxmlformats.org/drawingml/2006/main" noGrp="1"/>
          </p:cNvSpPr>
          <p:nvPr/>
        </p:nvSpPr>
        <p:spPr>
          <a:xfrm xmlns:a="http://schemas.openxmlformats.org/drawingml/2006/main">
            <a:off x="685800" y="3790950"/>
            <a:ext cx="2381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250" b="1">
                <a:solidFill>
                  <a:srgbClr val="FFFFFF"/>
                </a:solidFill>
                <a:latin typeface="Arial"/>
                <a:ea typeface="Arial"/>
                <a:cs typeface="Arial"/>
              </a:defRPr>
            </a:defPPr>
            <a:lvl1pPr algn="l">
              <a:defRPr sz="2250" b="1">
                <a:solidFill>
                  <a:srgbClr val="FFFFFF"/>
                </a:solidFill>
                <a:latin typeface="Arial"/>
                <a:ea typeface="Arial"/>
                <a:cs typeface="Arial"/>
              </a:defRPr>
            </a:lvl1pPr>
            <a:lvl2pPr algn="l">
              <a:defRPr sz="2250" b="1">
                <a:solidFill>
                  <a:srgbClr val="FFFFFF"/>
                </a:solidFill>
                <a:latin typeface="Arial"/>
                <a:ea typeface="Arial"/>
                <a:cs typeface="Arial"/>
              </a:defRPr>
            </a:lvl2pPr>
            <a:lvl3pPr algn="l">
              <a:defRPr sz="2250" b="1">
                <a:solidFill>
                  <a:srgbClr val="FFFFFF"/>
                </a:solidFill>
                <a:latin typeface="Arial"/>
                <a:ea typeface="Arial"/>
                <a:cs typeface="Arial"/>
              </a:defRPr>
            </a:lvl3pPr>
            <a:lvl4pPr algn="l">
              <a:defRPr sz="2250" b="1">
                <a:solidFill>
                  <a:srgbClr val="FFFFFF"/>
                </a:solidFill>
                <a:latin typeface="Arial"/>
                <a:ea typeface="Arial"/>
                <a:cs typeface="Arial"/>
              </a:defRPr>
            </a:lvl4pPr>
            <a:lvl5pPr algn="l">
              <a:defRPr sz="2250" b="1">
                <a:solidFill>
                  <a:srgbClr val="FFFFFF"/>
                </a:solidFill>
                <a:latin typeface="Arial"/>
                <a:ea typeface="Arial"/>
                <a:cs typeface="Arial"/>
              </a:defRPr>
            </a:lvl5pPr>
            <a:lvl6pPr algn="l">
              <a:defRPr sz="2250" b="1">
                <a:solidFill>
                  <a:srgbClr val="FFFFFF"/>
                </a:solidFill>
                <a:latin typeface="Arial"/>
                <a:ea typeface="Arial"/>
                <a:cs typeface="Arial"/>
              </a:defRPr>
            </a:lvl6pPr>
            <a:lvl7pPr algn="l">
              <a:defRPr sz="2250" b="1">
                <a:solidFill>
                  <a:srgbClr val="FFFFFF"/>
                </a:solidFill>
                <a:latin typeface="Arial"/>
                <a:ea typeface="Arial"/>
                <a:cs typeface="Arial"/>
              </a:defRPr>
            </a:lvl7pPr>
            <a:lvl8pPr algn="l">
              <a:defRPr sz="2250" b="1">
                <a:solidFill>
                  <a:srgbClr val="FFFFFF"/>
                </a:solidFill>
                <a:latin typeface="Arial"/>
                <a:ea typeface="Arial"/>
                <a:cs typeface="Arial"/>
              </a:defRPr>
            </a:lvl8pPr>
            <a:lvl9pPr algn="l">
              <a:defRPr sz="2250" b="1">
                <a:solidFill>
                  <a:srgbClr val="FFFFFF"/>
                </a:solidFill>
                <a:latin typeface="Arial"/>
                <a:ea typeface="Arial"/>
                <a:cs typeface="Arial"/>
              </a:defRPr>
            </a:lvl9pPr>
          </a:lstStyle>
          <a:p xmlns:a="http://schemas.openxmlformats.org/drawingml/2006/main">
            <a:pPr algn="l">
              <a:defRPr sz="2250" b="1">
                <a:solidFill>
                  <a:srgbClr val="FFFFFF"/>
                </a:solidFill>
                <a:latin typeface="Arial"/>
                <a:ea typeface="Arial"/>
                <a:cs typeface="Arial"/>
              </a:defRPr>
            </a:pPr>
            <a:r>
              <a:rPr sz="2250" b="1">
                <a:solidFill>
                  <a:srgbClr val="FFFFFF"/>
                </a:solidFill>
                <a:latin typeface="Arial"/>
                <a:ea typeface="Arial"/>
                <a:cs typeface="Arial"/>
              </a:rPr>
              <a:t>Normal</a:t>
            </a:r>
          </a:p>
        </p:txBody>
      </p:sp>
      <p:sp>
        <p:nvSpPr>
          <p:cNvPr id="7" name="Baseline">
            <a:extLst xmlns:a="http://schemas.openxmlformats.org/drawingml/2006/main">
              <a:ext uri="{FF2B5EF4-FFF2-40B4-BE49-F238E27FC236}">
                <a16:creationId xmlns:a16="http://schemas.microsoft.com/office/drawing/2014/main" id="{78461F58-858C-402E-B35A-E15A753CBC1E}"/>
              </a:ext>
            </a:extLst>
          </p:cNvPr>
          <p:cNvSpPr>
            <a:spLocks xmlns:a="http://schemas.openxmlformats.org/drawingml/2006/main" noGrp="1"/>
          </p:cNvSpPr>
          <p:nvPr/>
        </p:nvSpPr>
        <p:spPr>
          <a:xfrm xmlns:a="http://schemas.openxmlformats.org/drawingml/2006/main">
            <a:off x="685800" y="4400550"/>
            <a:ext cx="2381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FFFFFF"/>
                </a:solidFill>
                <a:latin typeface="Arial"/>
                <a:ea typeface="Arial"/>
                <a:cs typeface="Arial"/>
              </a:defRPr>
            </a:defPPr>
            <a:lvl1pPr algn="l">
              <a:defRPr sz="1875" b="0">
                <a:solidFill>
                  <a:srgbClr val="FFFFFF"/>
                </a:solidFill>
                <a:latin typeface="Arial"/>
                <a:ea typeface="Arial"/>
                <a:cs typeface="Arial"/>
              </a:defRPr>
            </a:lvl1pPr>
            <a:lvl2pPr algn="l">
              <a:defRPr sz="1875" b="0">
                <a:solidFill>
                  <a:srgbClr val="FFFFFF"/>
                </a:solidFill>
                <a:latin typeface="Arial"/>
                <a:ea typeface="Arial"/>
                <a:cs typeface="Arial"/>
              </a:defRPr>
            </a:lvl2pPr>
            <a:lvl3pPr algn="l">
              <a:defRPr sz="1875" b="0">
                <a:solidFill>
                  <a:srgbClr val="FFFFFF"/>
                </a:solidFill>
                <a:latin typeface="Arial"/>
                <a:ea typeface="Arial"/>
                <a:cs typeface="Arial"/>
              </a:defRPr>
            </a:lvl3pPr>
            <a:lvl4pPr algn="l">
              <a:defRPr sz="1875" b="0">
                <a:solidFill>
                  <a:srgbClr val="FFFFFF"/>
                </a:solidFill>
                <a:latin typeface="Arial"/>
                <a:ea typeface="Arial"/>
                <a:cs typeface="Arial"/>
              </a:defRPr>
            </a:lvl4pPr>
            <a:lvl5pPr algn="l">
              <a:defRPr sz="1875" b="0">
                <a:solidFill>
                  <a:srgbClr val="FFFFFF"/>
                </a:solidFill>
                <a:latin typeface="Arial"/>
                <a:ea typeface="Arial"/>
                <a:cs typeface="Arial"/>
              </a:defRPr>
            </a:lvl5pPr>
            <a:lvl6pPr algn="l">
              <a:defRPr sz="1875" b="0">
                <a:solidFill>
                  <a:srgbClr val="FFFFFF"/>
                </a:solidFill>
                <a:latin typeface="Arial"/>
                <a:ea typeface="Arial"/>
                <a:cs typeface="Arial"/>
              </a:defRPr>
            </a:lvl6pPr>
            <a:lvl7pPr algn="l">
              <a:defRPr sz="1875" b="0">
                <a:solidFill>
                  <a:srgbClr val="FFFFFF"/>
                </a:solidFill>
                <a:latin typeface="Arial"/>
                <a:ea typeface="Arial"/>
                <a:cs typeface="Arial"/>
              </a:defRPr>
            </a:lvl7pPr>
            <a:lvl8pPr algn="l">
              <a:defRPr sz="1875" b="0">
                <a:solidFill>
                  <a:srgbClr val="FFFFFF"/>
                </a:solidFill>
                <a:latin typeface="Arial"/>
                <a:ea typeface="Arial"/>
                <a:cs typeface="Arial"/>
              </a:defRPr>
            </a:lvl8pPr>
            <a:lvl9pPr algn="l">
              <a:defRPr sz="1875" b="0">
                <a:solidFill>
                  <a:srgbClr val="FFFFFF"/>
                </a:solidFill>
                <a:latin typeface="Arial"/>
                <a:ea typeface="Arial"/>
                <a:cs typeface="Arial"/>
              </a:defRPr>
            </a:lvl9pPr>
          </a:lstStyle>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Baseline</a:t>
            </a:r>
          </a:p>
        </p:txBody>
      </p:sp>
      <p:sp>
        <p:nvSpPr>
          <p:cNvPr id="8" name="Q1">
            <a:extLst xmlns:a="http://schemas.openxmlformats.org/drawingml/2006/main">
              <a:ext uri="{FF2B5EF4-FFF2-40B4-BE49-F238E27FC236}">
                <a16:creationId xmlns:a16="http://schemas.microsoft.com/office/drawing/2014/main" id="{0081C556-C282-4E58-A3D8-4E86D5D4381B}"/>
              </a:ext>
            </a:extLst>
          </p:cNvPr>
          <p:cNvSpPr>
            <a:spLocks xmlns:a="http://schemas.openxmlformats.org/drawingml/2006/main" noGrp="1"/>
          </p:cNvSpPr>
          <p:nvPr/>
        </p:nvSpPr>
        <p:spPr>
          <a:xfrm xmlns:a="http://schemas.openxmlformats.org/drawingml/2006/main">
            <a:off x="3543300" y="2276475"/>
            <a:ext cx="2381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5700" b="1">
                <a:solidFill>
                  <a:srgbClr val="37D5BE"/>
                </a:solidFill>
                <a:latin typeface="Arial"/>
                <a:ea typeface="Arial"/>
                <a:cs typeface="Arial"/>
              </a:defRPr>
            </a:defPPr>
            <a:lvl1pPr algn="l">
              <a:defRPr sz="5700" b="1">
                <a:solidFill>
                  <a:srgbClr val="37D5BE"/>
                </a:solidFill>
                <a:latin typeface="Arial"/>
                <a:ea typeface="Arial"/>
                <a:cs typeface="Arial"/>
              </a:defRPr>
            </a:lvl1pPr>
            <a:lvl2pPr algn="l">
              <a:defRPr sz="5700" b="1">
                <a:solidFill>
                  <a:srgbClr val="37D5BE"/>
                </a:solidFill>
                <a:latin typeface="Arial"/>
                <a:ea typeface="Arial"/>
                <a:cs typeface="Arial"/>
              </a:defRPr>
            </a:lvl2pPr>
            <a:lvl3pPr algn="l">
              <a:defRPr sz="5700" b="1">
                <a:solidFill>
                  <a:srgbClr val="37D5BE"/>
                </a:solidFill>
                <a:latin typeface="Arial"/>
                <a:ea typeface="Arial"/>
                <a:cs typeface="Arial"/>
              </a:defRPr>
            </a:lvl3pPr>
            <a:lvl4pPr algn="l">
              <a:defRPr sz="5700" b="1">
                <a:solidFill>
                  <a:srgbClr val="37D5BE"/>
                </a:solidFill>
                <a:latin typeface="Arial"/>
                <a:ea typeface="Arial"/>
                <a:cs typeface="Arial"/>
              </a:defRPr>
            </a:lvl4pPr>
            <a:lvl5pPr algn="l">
              <a:defRPr sz="5700" b="1">
                <a:solidFill>
                  <a:srgbClr val="37D5BE"/>
                </a:solidFill>
                <a:latin typeface="Arial"/>
                <a:ea typeface="Arial"/>
                <a:cs typeface="Arial"/>
              </a:defRPr>
            </a:lvl5pPr>
            <a:lvl6pPr algn="l">
              <a:defRPr sz="5700" b="1">
                <a:solidFill>
                  <a:srgbClr val="37D5BE"/>
                </a:solidFill>
                <a:latin typeface="Arial"/>
                <a:ea typeface="Arial"/>
                <a:cs typeface="Arial"/>
              </a:defRPr>
            </a:lvl6pPr>
            <a:lvl7pPr algn="l">
              <a:defRPr sz="5700" b="1">
                <a:solidFill>
                  <a:srgbClr val="37D5BE"/>
                </a:solidFill>
                <a:latin typeface="Arial"/>
                <a:ea typeface="Arial"/>
                <a:cs typeface="Arial"/>
              </a:defRPr>
            </a:lvl7pPr>
            <a:lvl8pPr algn="l">
              <a:defRPr sz="5700" b="1">
                <a:solidFill>
                  <a:srgbClr val="37D5BE"/>
                </a:solidFill>
                <a:latin typeface="Arial"/>
                <a:ea typeface="Arial"/>
                <a:cs typeface="Arial"/>
              </a:defRPr>
            </a:lvl8pPr>
            <a:lvl9pPr algn="l">
              <a:defRPr sz="5700" b="1">
                <a:solidFill>
                  <a:srgbClr val="37D5BE"/>
                </a:solidFill>
                <a:latin typeface="Arial"/>
                <a:ea typeface="Arial"/>
                <a:cs typeface="Arial"/>
              </a:defRPr>
            </a:lvl9pPr>
          </a:lstStyle>
          <a:p xmlns:a="http://schemas.openxmlformats.org/drawingml/2006/main">
            <a:pPr algn="l">
              <a:defRPr sz="5700" b="1">
                <a:solidFill>
                  <a:srgbClr val="37D5BE"/>
                </a:solidFill>
                <a:latin typeface="Arial"/>
                <a:ea typeface="Arial"/>
                <a:cs typeface="Arial"/>
              </a:defRPr>
            </a:pPr>
            <a:r>
              <a:rPr sz="5700" b="1">
                <a:solidFill>
                  <a:srgbClr val="37D5BE"/>
                </a:solidFill>
                <a:latin typeface="Arial"/>
                <a:ea typeface="Arial"/>
                <a:cs typeface="Arial"/>
              </a:rPr>
              <a:t>Q1</a:t>
            </a:r>
          </a:p>
        </p:txBody>
      </p:sp>
      <p:sp>
        <p:nvSpPr>
          <p:cNvPr id="9" name="diagram-boundary">
            <a:extLst xmlns:a="http://schemas.openxmlformats.org/drawingml/2006/main">
              <a:ext uri="{FF2B5EF4-FFF2-40B4-BE49-F238E27FC236}">
                <a16:creationId xmlns:a16="http://schemas.microsoft.com/office/drawing/2014/main" id="{8A507EC9-F69C-4E55-93D0-84D6291681C8}"/>
              </a:ext>
            </a:extLst>
          </p:cNvPr>
          <p:cNvSpPr>
            <a:spLocks xmlns:a="http://schemas.openxmlformats.org/drawingml/2006/main" noGrp="1"/>
          </p:cNvSpPr>
          <p:nvPr/>
        </p:nvSpPr>
        <p:spPr>
          <a:xfrm xmlns:a="http://schemas.openxmlformats.org/drawingml/2006/main">
            <a:off x="3543300" y="3514725"/>
            <a:ext cx="2352675" cy="19050"/>
          </a:xfrm>
          <a:prstGeom xmlns:a="http://schemas.openxmlformats.org/drawingml/2006/main" prst="rect">
            <a:avLst/>
          </a:prstGeom>
          <a:solidFill xmlns:a="http://schemas.openxmlformats.org/drawingml/2006/main">
            <a:srgbClr val="3B6576"/>
          </a:solidFill>
          <a:ln xmlns:a="http://schemas.openxmlformats.org/drawingml/2006/main" w="0">
            <a:noFill/>
            <a:prstDash val="solid"/>
          </a:ln>
        </p:spPr>
      </p:sp>
      <p:sp>
        <p:nvSpPr>
          <p:cNvPr id="10" name="Freeze">
            <a:extLst xmlns:a="http://schemas.openxmlformats.org/drawingml/2006/main">
              <a:ext uri="{FF2B5EF4-FFF2-40B4-BE49-F238E27FC236}">
                <a16:creationId xmlns:a16="http://schemas.microsoft.com/office/drawing/2014/main" id="{49529D7F-CBD3-45DF-B66C-01874E5D9460}"/>
              </a:ext>
            </a:extLst>
          </p:cNvPr>
          <p:cNvSpPr>
            <a:spLocks xmlns:a="http://schemas.openxmlformats.org/drawingml/2006/main" noGrp="1"/>
          </p:cNvSpPr>
          <p:nvPr/>
        </p:nvSpPr>
        <p:spPr>
          <a:xfrm xmlns:a="http://schemas.openxmlformats.org/drawingml/2006/main">
            <a:off x="3543300" y="3790950"/>
            <a:ext cx="2381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250" b="1">
                <a:solidFill>
                  <a:srgbClr val="FFFFFF"/>
                </a:solidFill>
                <a:latin typeface="Arial"/>
                <a:ea typeface="Arial"/>
                <a:cs typeface="Arial"/>
              </a:defRPr>
            </a:defPPr>
            <a:lvl1pPr algn="l">
              <a:defRPr sz="2250" b="1">
                <a:solidFill>
                  <a:srgbClr val="FFFFFF"/>
                </a:solidFill>
                <a:latin typeface="Arial"/>
                <a:ea typeface="Arial"/>
                <a:cs typeface="Arial"/>
              </a:defRPr>
            </a:lvl1pPr>
            <a:lvl2pPr algn="l">
              <a:defRPr sz="2250" b="1">
                <a:solidFill>
                  <a:srgbClr val="FFFFFF"/>
                </a:solidFill>
                <a:latin typeface="Arial"/>
                <a:ea typeface="Arial"/>
                <a:cs typeface="Arial"/>
              </a:defRPr>
            </a:lvl2pPr>
            <a:lvl3pPr algn="l">
              <a:defRPr sz="2250" b="1">
                <a:solidFill>
                  <a:srgbClr val="FFFFFF"/>
                </a:solidFill>
                <a:latin typeface="Arial"/>
                <a:ea typeface="Arial"/>
                <a:cs typeface="Arial"/>
              </a:defRPr>
            </a:lvl3pPr>
            <a:lvl4pPr algn="l">
              <a:defRPr sz="2250" b="1">
                <a:solidFill>
                  <a:srgbClr val="FFFFFF"/>
                </a:solidFill>
                <a:latin typeface="Arial"/>
                <a:ea typeface="Arial"/>
                <a:cs typeface="Arial"/>
              </a:defRPr>
            </a:lvl4pPr>
            <a:lvl5pPr algn="l">
              <a:defRPr sz="2250" b="1">
                <a:solidFill>
                  <a:srgbClr val="FFFFFF"/>
                </a:solidFill>
                <a:latin typeface="Arial"/>
                <a:ea typeface="Arial"/>
                <a:cs typeface="Arial"/>
              </a:defRPr>
            </a:lvl5pPr>
            <a:lvl6pPr algn="l">
              <a:defRPr sz="2250" b="1">
                <a:solidFill>
                  <a:srgbClr val="FFFFFF"/>
                </a:solidFill>
                <a:latin typeface="Arial"/>
                <a:ea typeface="Arial"/>
                <a:cs typeface="Arial"/>
              </a:defRPr>
            </a:lvl6pPr>
            <a:lvl7pPr algn="l">
              <a:defRPr sz="2250" b="1">
                <a:solidFill>
                  <a:srgbClr val="FFFFFF"/>
                </a:solidFill>
                <a:latin typeface="Arial"/>
                <a:ea typeface="Arial"/>
                <a:cs typeface="Arial"/>
              </a:defRPr>
            </a:lvl7pPr>
            <a:lvl8pPr algn="l">
              <a:defRPr sz="2250" b="1">
                <a:solidFill>
                  <a:srgbClr val="FFFFFF"/>
                </a:solidFill>
                <a:latin typeface="Arial"/>
                <a:ea typeface="Arial"/>
                <a:cs typeface="Arial"/>
              </a:defRPr>
            </a:lvl8pPr>
            <a:lvl9pPr algn="l">
              <a:defRPr sz="2250" b="1">
                <a:solidFill>
                  <a:srgbClr val="FFFFFF"/>
                </a:solidFill>
                <a:latin typeface="Arial"/>
                <a:ea typeface="Arial"/>
                <a:cs typeface="Arial"/>
              </a:defRPr>
            </a:lvl9pPr>
          </a:lstStyle>
          <a:p xmlns:a="http://schemas.openxmlformats.org/drawingml/2006/main">
            <a:pPr algn="l">
              <a:defRPr sz="2250" b="1">
                <a:solidFill>
                  <a:srgbClr val="FFFFFF"/>
                </a:solidFill>
                <a:latin typeface="Arial"/>
                <a:ea typeface="Arial"/>
                <a:cs typeface="Arial"/>
              </a:defRPr>
            </a:pPr>
            <a:r>
              <a:rPr sz="2250" b="1">
                <a:solidFill>
                  <a:srgbClr val="FFFFFF"/>
                </a:solidFill>
                <a:latin typeface="Arial"/>
                <a:ea typeface="Arial"/>
                <a:cs typeface="Arial"/>
              </a:rPr>
              <a:t>Freeze</a:t>
            </a:r>
          </a:p>
        </p:txBody>
      </p:sp>
      <p:sp>
        <p:nvSpPr>
          <p:cNvPr id="11" name="Stop agent writes">
            <a:extLst xmlns:a="http://schemas.openxmlformats.org/drawingml/2006/main">
              <a:ext uri="{FF2B5EF4-FFF2-40B4-BE49-F238E27FC236}">
                <a16:creationId xmlns:a16="http://schemas.microsoft.com/office/drawing/2014/main" id="{C68F9836-DA11-409A-B12A-CDC7241AC2BE}"/>
              </a:ext>
            </a:extLst>
          </p:cNvPr>
          <p:cNvSpPr>
            <a:spLocks xmlns:a="http://schemas.openxmlformats.org/drawingml/2006/main" noGrp="1"/>
          </p:cNvSpPr>
          <p:nvPr/>
        </p:nvSpPr>
        <p:spPr>
          <a:xfrm xmlns:a="http://schemas.openxmlformats.org/drawingml/2006/main">
            <a:off x="3543300" y="4400550"/>
            <a:ext cx="2381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FFFFFF"/>
                </a:solidFill>
                <a:latin typeface="Arial"/>
                <a:ea typeface="Arial"/>
                <a:cs typeface="Arial"/>
              </a:defRPr>
            </a:defPPr>
            <a:lvl1pPr algn="l">
              <a:defRPr sz="1875" b="0">
                <a:solidFill>
                  <a:srgbClr val="FFFFFF"/>
                </a:solidFill>
                <a:latin typeface="Arial"/>
                <a:ea typeface="Arial"/>
                <a:cs typeface="Arial"/>
              </a:defRPr>
            </a:lvl1pPr>
            <a:lvl2pPr algn="l">
              <a:defRPr sz="1875" b="0">
                <a:solidFill>
                  <a:srgbClr val="FFFFFF"/>
                </a:solidFill>
                <a:latin typeface="Arial"/>
                <a:ea typeface="Arial"/>
                <a:cs typeface="Arial"/>
              </a:defRPr>
            </a:lvl2pPr>
            <a:lvl3pPr algn="l">
              <a:defRPr sz="1875" b="0">
                <a:solidFill>
                  <a:srgbClr val="FFFFFF"/>
                </a:solidFill>
                <a:latin typeface="Arial"/>
                <a:ea typeface="Arial"/>
                <a:cs typeface="Arial"/>
              </a:defRPr>
            </a:lvl3pPr>
            <a:lvl4pPr algn="l">
              <a:defRPr sz="1875" b="0">
                <a:solidFill>
                  <a:srgbClr val="FFFFFF"/>
                </a:solidFill>
                <a:latin typeface="Arial"/>
                <a:ea typeface="Arial"/>
                <a:cs typeface="Arial"/>
              </a:defRPr>
            </a:lvl4pPr>
            <a:lvl5pPr algn="l">
              <a:defRPr sz="1875" b="0">
                <a:solidFill>
                  <a:srgbClr val="FFFFFF"/>
                </a:solidFill>
                <a:latin typeface="Arial"/>
                <a:ea typeface="Arial"/>
                <a:cs typeface="Arial"/>
              </a:defRPr>
            </a:lvl5pPr>
            <a:lvl6pPr algn="l">
              <a:defRPr sz="1875" b="0">
                <a:solidFill>
                  <a:srgbClr val="FFFFFF"/>
                </a:solidFill>
                <a:latin typeface="Arial"/>
                <a:ea typeface="Arial"/>
                <a:cs typeface="Arial"/>
              </a:defRPr>
            </a:lvl6pPr>
            <a:lvl7pPr algn="l">
              <a:defRPr sz="1875" b="0">
                <a:solidFill>
                  <a:srgbClr val="FFFFFF"/>
                </a:solidFill>
                <a:latin typeface="Arial"/>
                <a:ea typeface="Arial"/>
                <a:cs typeface="Arial"/>
              </a:defRPr>
            </a:lvl7pPr>
            <a:lvl8pPr algn="l">
              <a:defRPr sz="1875" b="0">
                <a:solidFill>
                  <a:srgbClr val="FFFFFF"/>
                </a:solidFill>
                <a:latin typeface="Arial"/>
                <a:ea typeface="Arial"/>
                <a:cs typeface="Arial"/>
              </a:defRPr>
            </a:lvl8pPr>
            <a:lvl9pPr algn="l">
              <a:defRPr sz="1875" b="0">
                <a:solidFill>
                  <a:srgbClr val="FFFFFF"/>
                </a:solidFill>
                <a:latin typeface="Arial"/>
                <a:ea typeface="Arial"/>
                <a:cs typeface="Arial"/>
              </a:defRPr>
            </a:lvl9pPr>
          </a:lstStyle>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Stop agent writes</a:t>
            </a:r>
          </a:p>
        </p:txBody>
      </p:sp>
      <p:sp>
        <p:nvSpPr>
          <p:cNvPr id="12" name="Q2">
            <a:extLst xmlns:a="http://schemas.openxmlformats.org/drawingml/2006/main">
              <a:ext uri="{FF2B5EF4-FFF2-40B4-BE49-F238E27FC236}">
                <a16:creationId xmlns:a16="http://schemas.microsoft.com/office/drawing/2014/main" id="{045EA80B-DE1F-4B01-B02E-7570BF78B2D1}"/>
              </a:ext>
            </a:extLst>
          </p:cNvPr>
          <p:cNvSpPr>
            <a:spLocks xmlns:a="http://schemas.openxmlformats.org/drawingml/2006/main" noGrp="1"/>
          </p:cNvSpPr>
          <p:nvPr/>
        </p:nvSpPr>
        <p:spPr>
          <a:xfrm xmlns:a="http://schemas.openxmlformats.org/drawingml/2006/main">
            <a:off x="6400800" y="2276475"/>
            <a:ext cx="2381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5700" b="1">
                <a:solidFill>
                  <a:srgbClr val="D99524"/>
                </a:solidFill>
                <a:latin typeface="Arial"/>
                <a:ea typeface="Arial"/>
                <a:cs typeface="Arial"/>
              </a:defRPr>
            </a:defPPr>
            <a:lvl1pPr algn="l">
              <a:defRPr sz="5700" b="1">
                <a:solidFill>
                  <a:srgbClr val="D99524"/>
                </a:solidFill>
                <a:latin typeface="Arial"/>
                <a:ea typeface="Arial"/>
                <a:cs typeface="Arial"/>
              </a:defRPr>
            </a:lvl1pPr>
            <a:lvl2pPr algn="l">
              <a:defRPr sz="5700" b="1">
                <a:solidFill>
                  <a:srgbClr val="D99524"/>
                </a:solidFill>
                <a:latin typeface="Arial"/>
                <a:ea typeface="Arial"/>
                <a:cs typeface="Arial"/>
              </a:defRPr>
            </a:lvl2pPr>
            <a:lvl3pPr algn="l">
              <a:defRPr sz="5700" b="1">
                <a:solidFill>
                  <a:srgbClr val="D99524"/>
                </a:solidFill>
                <a:latin typeface="Arial"/>
                <a:ea typeface="Arial"/>
                <a:cs typeface="Arial"/>
              </a:defRPr>
            </a:lvl3pPr>
            <a:lvl4pPr algn="l">
              <a:defRPr sz="5700" b="1">
                <a:solidFill>
                  <a:srgbClr val="D99524"/>
                </a:solidFill>
                <a:latin typeface="Arial"/>
                <a:ea typeface="Arial"/>
                <a:cs typeface="Arial"/>
              </a:defRPr>
            </a:lvl4pPr>
            <a:lvl5pPr algn="l">
              <a:defRPr sz="5700" b="1">
                <a:solidFill>
                  <a:srgbClr val="D99524"/>
                </a:solidFill>
                <a:latin typeface="Arial"/>
                <a:ea typeface="Arial"/>
                <a:cs typeface="Arial"/>
              </a:defRPr>
            </a:lvl5pPr>
            <a:lvl6pPr algn="l">
              <a:defRPr sz="5700" b="1">
                <a:solidFill>
                  <a:srgbClr val="D99524"/>
                </a:solidFill>
                <a:latin typeface="Arial"/>
                <a:ea typeface="Arial"/>
                <a:cs typeface="Arial"/>
              </a:defRPr>
            </a:lvl6pPr>
            <a:lvl7pPr algn="l">
              <a:defRPr sz="5700" b="1">
                <a:solidFill>
                  <a:srgbClr val="D99524"/>
                </a:solidFill>
                <a:latin typeface="Arial"/>
                <a:ea typeface="Arial"/>
                <a:cs typeface="Arial"/>
              </a:defRPr>
            </a:lvl7pPr>
            <a:lvl8pPr algn="l">
              <a:defRPr sz="5700" b="1">
                <a:solidFill>
                  <a:srgbClr val="D99524"/>
                </a:solidFill>
                <a:latin typeface="Arial"/>
                <a:ea typeface="Arial"/>
                <a:cs typeface="Arial"/>
              </a:defRPr>
            </a:lvl8pPr>
            <a:lvl9pPr algn="l">
              <a:defRPr sz="5700" b="1">
                <a:solidFill>
                  <a:srgbClr val="D99524"/>
                </a:solidFill>
                <a:latin typeface="Arial"/>
                <a:ea typeface="Arial"/>
                <a:cs typeface="Arial"/>
              </a:defRPr>
            </a:lvl9pPr>
          </a:lstStyle>
          <a:p xmlns:a="http://schemas.openxmlformats.org/drawingml/2006/main">
            <a:pPr algn="l">
              <a:defRPr sz="5700" b="1">
                <a:solidFill>
                  <a:srgbClr val="D99524"/>
                </a:solidFill>
                <a:latin typeface="Arial"/>
                <a:ea typeface="Arial"/>
                <a:cs typeface="Arial"/>
              </a:defRPr>
            </a:pPr>
            <a:r>
              <a:rPr sz="5700" b="1">
                <a:solidFill>
                  <a:srgbClr val="D99524"/>
                </a:solidFill>
                <a:latin typeface="Arial"/>
                <a:ea typeface="Arial"/>
                <a:cs typeface="Arial"/>
              </a:rPr>
              <a:t>Q2</a:t>
            </a:r>
          </a:p>
        </p:txBody>
      </p:sp>
      <p:sp>
        <p:nvSpPr>
          <p:cNvPr id="13" name="diagram-boundary">
            <a:extLst xmlns:a="http://schemas.openxmlformats.org/drawingml/2006/main">
              <a:ext uri="{FF2B5EF4-FFF2-40B4-BE49-F238E27FC236}">
                <a16:creationId xmlns:a16="http://schemas.microsoft.com/office/drawing/2014/main" id="{E5935D95-C10A-41EC-BB90-919793F24036}"/>
              </a:ext>
            </a:extLst>
          </p:cNvPr>
          <p:cNvSpPr>
            <a:spLocks xmlns:a="http://schemas.openxmlformats.org/drawingml/2006/main" noGrp="1"/>
          </p:cNvSpPr>
          <p:nvPr/>
        </p:nvSpPr>
        <p:spPr>
          <a:xfrm xmlns:a="http://schemas.openxmlformats.org/drawingml/2006/main">
            <a:off x="6400800" y="3514725"/>
            <a:ext cx="2352675" cy="19050"/>
          </a:xfrm>
          <a:prstGeom xmlns:a="http://schemas.openxmlformats.org/drawingml/2006/main" prst="rect">
            <a:avLst/>
          </a:prstGeom>
          <a:solidFill xmlns:a="http://schemas.openxmlformats.org/drawingml/2006/main">
            <a:srgbClr val="3B6576"/>
          </a:solidFill>
          <a:ln xmlns:a="http://schemas.openxmlformats.org/drawingml/2006/main" w="0">
            <a:noFill/>
            <a:prstDash val="solid"/>
          </a:ln>
        </p:spPr>
      </p:sp>
      <p:sp>
        <p:nvSpPr>
          <p:cNvPr id="14" name="Constrain">
            <a:extLst xmlns:a="http://schemas.openxmlformats.org/drawingml/2006/main">
              <a:ext uri="{FF2B5EF4-FFF2-40B4-BE49-F238E27FC236}">
                <a16:creationId xmlns:a16="http://schemas.microsoft.com/office/drawing/2014/main" id="{4FA522CA-4474-4ADF-9CA0-F6D3D42BC7D9}"/>
              </a:ext>
            </a:extLst>
          </p:cNvPr>
          <p:cNvSpPr>
            <a:spLocks xmlns:a="http://schemas.openxmlformats.org/drawingml/2006/main" noGrp="1"/>
          </p:cNvSpPr>
          <p:nvPr/>
        </p:nvSpPr>
        <p:spPr>
          <a:xfrm xmlns:a="http://schemas.openxmlformats.org/drawingml/2006/main">
            <a:off x="6400800" y="3790950"/>
            <a:ext cx="2381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250" b="1">
                <a:solidFill>
                  <a:srgbClr val="FFFFFF"/>
                </a:solidFill>
                <a:latin typeface="Arial"/>
                <a:ea typeface="Arial"/>
                <a:cs typeface="Arial"/>
              </a:defRPr>
            </a:defPPr>
            <a:lvl1pPr algn="l">
              <a:defRPr sz="2250" b="1">
                <a:solidFill>
                  <a:srgbClr val="FFFFFF"/>
                </a:solidFill>
                <a:latin typeface="Arial"/>
                <a:ea typeface="Arial"/>
                <a:cs typeface="Arial"/>
              </a:defRPr>
            </a:lvl1pPr>
            <a:lvl2pPr algn="l">
              <a:defRPr sz="2250" b="1">
                <a:solidFill>
                  <a:srgbClr val="FFFFFF"/>
                </a:solidFill>
                <a:latin typeface="Arial"/>
                <a:ea typeface="Arial"/>
                <a:cs typeface="Arial"/>
              </a:defRPr>
            </a:lvl2pPr>
            <a:lvl3pPr algn="l">
              <a:defRPr sz="2250" b="1">
                <a:solidFill>
                  <a:srgbClr val="FFFFFF"/>
                </a:solidFill>
                <a:latin typeface="Arial"/>
                <a:ea typeface="Arial"/>
                <a:cs typeface="Arial"/>
              </a:defRPr>
            </a:lvl3pPr>
            <a:lvl4pPr algn="l">
              <a:defRPr sz="2250" b="1">
                <a:solidFill>
                  <a:srgbClr val="FFFFFF"/>
                </a:solidFill>
                <a:latin typeface="Arial"/>
                <a:ea typeface="Arial"/>
                <a:cs typeface="Arial"/>
              </a:defRPr>
            </a:lvl4pPr>
            <a:lvl5pPr algn="l">
              <a:defRPr sz="2250" b="1">
                <a:solidFill>
                  <a:srgbClr val="FFFFFF"/>
                </a:solidFill>
                <a:latin typeface="Arial"/>
                <a:ea typeface="Arial"/>
                <a:cs typeface="Arial"/>
              </a:defRPr>
            </a:lvl5pPr>
            <a:lvl6pPr algn="l">
              <a:defRPr sz="2250" b="1">
                <a:solidFill>
                  <a:srgbClr val="FFFFFF"/>
                </a:solidFill>
                <a:latin typeface="Arial"/>
                <a:ea typeface="Arial"/>
                <a:cs typeface="Arial"/>
              </a:defRPr>
            </a:lvl6pPr>
            <a:lvl7pPr algn="l">
              <a:defRPr sz="2250" b="1">
                <a:solidFill>
                  <a:srgbClr val="FFFFFF"/>
                </a:solidFill>
                <a:latin typeface="Arial"/>
                <a:ea typeface="Arial"/>
                <a:cs typeface="Arial"/>
              </a:defRPr>
            </a:lvl7pPr>
            <a:lvl8pPr algn="l">
              <a:defRPr sz="2250" b="1">
                <a:solidFill>
                  <a:srgbClr val="FFFFFF"/>
                </a:solidFill>
                <a:latin typeface="Arial"/>
                <a:ea typeface="Arial"/>
                <a:cs typeface="Arial"/>
              </a:defRPr>
            </a:lvl8pPr>
            <a:lvl9pPr algn="l">
              <a:defRPr sz="2250" b="1">
                <a:solidFill>
                  <a:srgbClr val="FFFFFF"/>
                </a:solidFill>
                <a:latin typeface="Arial"/>
                <a:ea typeface="Arial"/>
                <a:cs typeface="Arial"/>
              </a:defRPr>
            </a:lvl9pPr>
          </a:lstStyle>
          <a:p xmlns:a="http://schemas.openxmlformats.org/drawingml/2006/main">
            <a:pPr algn="l">
              <a:defRPr sz="2250" b="1">
                <a:solidFill>
                  <a:srgbClr val="FFFFFF"/>
                </a:solidFill>
                <a:latin typeface="Arial"/>
                <a:ea typeface="Arial"/>
                <a:cs typeface="Arial"/>
              </a:defRPr>
            </a:pPr>
            <a:r>
              <a:rPr sz="2250" b="1">
                <a:solidFill>
                  <a:srgbClr val="FFFFFF"/>
                </a:solidFill>
                <a:latin typeface="Arial"/>
                <a:ea typeface="Arial"/>
                <a:cs typeface="Arial"/>
              </a:rPr>
              <a:t>Constrain</a:t>
            </a:r>
          </a:p>
        </p:txBody>
      </p:sp>
      <p:sp>
        <p:nvSpPr>
          <p:cNvPr id="15" name="Traffic and identity scope">
            <a:extLst xmlns:a="http://schemas.openxmlformats.org/drawingml/2006/main">
              <a:ext uri="{FF2B5EF4-FFF2-40B4-BE49-F238E27FC236}">
                <a16:creationId xmlns:a16="http://schemas.microsoft.com/office/drawing/2014/main" id="{445B4B4A-BC3F-483B-B71C-163FF9CEFE88}"/>
              </a:ext>
            </a:extLst>
          </p:cNvPr>
          <p:cNvSpPr>
            <a:spLocks xmlns:a="http://schemas.openxmlformats.org/drawingml/2006/main" noGrp="1"/>
          </p:cNvSpPr>
          <p:nvPr/>
        </p:nvSpPr>
        <p:spPr>
          <a:xfrm xmlns:a="http://schemas.openxmlformats.org/drawingml/2006/main">
            <a:off x="6400800" y="4400550"/>
            <a:ext cx="2381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FFFFFF"/>
                </a:solidFill>
                <a:latin typeface="Arial"/>
                <a:ea typeface="Arial"/>
                <a:cs typeface="Arial"/>
              </a:defRPr>
            </a:defPPr>
            <a:lvl1pPr algn="l">
              <a:defRPr sz="1875" b="0">
                <a:solidFill>
                  <a:srgbClr val="FFFFFF"/>
                </a:solidFill>
                <a:latin typeface="Arial"/>
                <a:ea typeface="Arial"/>
                <a:cs typeface="Arial"/>
              </a:defRPr>
            </a:lvl1pPr>
            <a:lvl2pPr algn="l">
              <a:defRPr sz="1875" b="0">
                <a:solidFill>
                  <a:srgbClr val="FFFFFF"/>
                </a:solidFill>
                <a:latin typeface="Arial"/>
                <a:ea typeface="Arial"/>
                <a:cs typeface="Arial"/>
              </a:defRPr>
            </a:lvl2pPr>
            <a:lvl3pPr algn="l">
              <a:defRPr sz="1875" b="0">
                <a:solidFill>
                  <a:srgbClr val="FFFFFF"/>
                </a:solidFill>
                <a:latin typeface="Arial"/>
                <a:ea typeface="Arial"/>
                <a:cs typeface="Arial"/>
              </a:defRPr>
            </a:lvl3pPr>
            <a:lvl4pPr algn="l">
              <a:defRPr sz="1875" b="0">
                <a:solidFill>
                  <a:srgbClr val="FFFFFF"/>
                </a:solidFill>
                <a:latin typeface="Arial"/>
                <a:ea typeface="Arial"/>
                <a:cs typeface="Arial"/>
              </a:defRPr>
            </a:lvl4pPr>
            <a:lvl5pPr algn="l">
              <a:defRPr sz="1875" b="0">
                <a:solidFill>
                  <a:srgbClr val="FFFFFF"/>
                </a:solidFill>
                <a:latin typeface="Arial"/>
                <a:ea typeface="Arial"/>
                <a:cs typeface="Arial"/>
              </a:defRPr>
            </a:lvl5pPr>
            <a:lvl6pPr algn="l">
              <a:defRPr sz="1875" b="0">
                <a:solidFill>
                  <a:srgbClr val="FFFFFF"/>
                </a:solidFill>
                <a:latin typeface="Arial"/>
                <a:ea typeface="Arial"/>
                <a:cs typeface="Arial"/>
              </a:defRPr>
            </a:lvl6pPr>
            <a:lvl7pPr algn="l">
              <a:defRPr sz="1875" b="0">
                <a:solidFill>
                  <a:srgbClr val="FFFFFF"/>
                </a:solidFill>
                <a:latin typeface="Arial"/>
                <a:ea typeface="Arial"/>
                <a:cs typeface="Arial"/>
              </a:defRPr>
            </a:lvl7pPr>
            <a:lvl8pPr algn="l">
              <a:defRPr sz="1875" b="0">
                <a:solidFill>
                  <a:srgbClr val="FFFFFF"/>
                </a:solidFill>
                <a:latin typeface="Arial"/>
                <a:ea typeface="Arial"/>
                <a:cs typeface="Arial"/>
              </a:defRPr>
            </a:lvl8pPr>
            <a:lvl9pPr algn="l">
              <a:defRPr sz="1875" b="0">
                <a:solidFill>
                  <a:srgbClr val="FFFFFF"/>
                </a:solidFill>
                <a:latin typeface="Arial"/>
                <a:ea typeface="Arial"/>
                <a:cs typeface="Arial"/>
              </a:defRPr>
            </a:lvl9pPr>
          </a:lstStyle>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Traffic and identity scope</a:t>
            </a:r>
          </a:p>
        </p:txBody>
      </p:sp>
      <p:sp>
        <p:nvSpPr>
          <p:cNvPr id="16" name="Q3">
            <a:extLst xmlns:a="http://schemas.openxmlformats.org/drawingml/2006/main">
              <a:ext uri="{FF2B5EF4-FFF2-40B4-BE49-F238E27FC236}">
                <a16:creationId xmlns:a16="http://schemas.microsoft.com/office/drawing/2014/main" id="{4C66A91D-4A20-4827-861F-82F34B924BD9}"/>
              </a:ext>
            </a:extLst>
          </p:cNvPr>
          <p:cNvSpPr>
            <a:spLocks xmlns:a="http://schemas.openxmlformats.org/drawingml/2006/main" noGrp="1"/>
          </p:cNvSpPr>
          <p:nvPr/>
        </p:nvSpPr>
        <p:spPr>
          <a:xfrm xmlns:a="http://schemas.openxmlformats.org/drawingml/2006/main">
            <a:off x="9258300" y="2276475"/>
            <a:ext cx="2381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5700" b="1">
                <a:solidFill>
                  <a:srgbClr val="F7785D"/>
                </a:solidFill>
                <a:latin typeface="Arial"/>
                <a:ea typeface="Arial"/>
                <a:cs typeface="Arial"/>
              </a:defRPr>
            </a:defPPr>
            <a:lvl1pPr algn="l">
              <a:defRPr sz="5700" b="1">
                <a:solidFill>
                  <a:srgbClr val="F7785D"/>
                </a:solidFill>
                <a:latin typeface="Arial"/>
                <a:ea typeface="Arial"/>
                <a:cs typeface="Arial"/>
              </a:defRPr>
            </a:lvl1pPr>
            <a:lvl2pPr algn="l">
              <a:defRPr sz="5700" b="1">
                <a:solidFill>
                  <a:srgbClr val="F7785D"/>
                </a:solidFill>
                <a:latin typeface="Arial"/>
                <a:ea typeface="Arial"/>
                <a:cs typeface="Arial"/>
              </a:defRPr>
            </a:lvl2pPr>
            <a:lvl3pPr algn="l">
              <a:defRPr sz="5700" b="1">
                <a:solidFill>
                  <a:srgbClr val="F7785D"/>
                </a:solidFill>
                <a:latin typeface="Arial"/>
                <a:ea typeface="Arial"/>
                <a:cs typeface="Arial"/>
              </a:defRPr>
            </a:lvl3pPr>
            <a:lvl4pPr algn="l">
              <a:defRPr sz="5700" b="1">
                <a:solidFill>
                  <a:srgbClr val="F7785D"/>
                </a:solidFill>
                <a:latin typeface="Arial"/>
                <a:ea typeface="Arial"/>
                <a:cs typeface="Arial"/>
              </a:defRPr>
            </a:lvl4pPr>
            <a:lvl5pPr algn="l">
              <a:defRPr sz="5700" b="1">
                <a:solidFill>
                  <a:srgbClr val="F7785D"/>
                </a:solidFill>
                <a:latin typeface="Arial"/>
                <a:ea typeface="Arial"/>
                <a:cs typeface="Arial"/>
              </a:defRPr>
            </a:lvl5pPr>
            <a:lvl6pPr algn="l">
              <a:defRPr sz="5700" b="1">
                <a:solidFill>
                  <a:srgbClr val="F7785D"/>
                </a:solidFill>
                <a:latin typeface="Arial"/>
                <a:ea typeface="Arial"/>
                <a:cs typeface="Arial"/>
              </a:defRPr>
            </a:lvl6pPr>
            <a:lvl7pPr algn="l">
              <a:defRPr sz="5700" b="1">
                <a:solidFill>
                  <a:srgbClr val="F7785D"/>
                </a:solidFill>
                <a:latin typeface="Arial"/>
                <a:ea typeface="Arial"/>
                <a:cs typeface="Arial"/>
              </a:defRPr>
            </a:lvl7pPr>
            <a:lvl8pPr algn="l">
              <a:defRPr sz="5700" b="1">
                <a:solidFill>
                  <a:srgbClr val="F7785D"/>
                </a:solidFill>
                <a:latin typeface="Arial"/>
                <a:ea typeface="Arial"/>
                <a:cs typeface="Arial"/>
              </a:defRPr>
            </a:lvl8pPr>
            <a:lvl9pPr algn="l">
              <a:defRPr sz="5700" b="1">
                <a:solidFill>
                  <a:srgbClr val="F7785D"/>
                </a:solidFill>
                <a:latin typeface="Arial"/>
                <a:ea typeface="Arial"/>
                <a:cs typeface="Arial"/>
              </a:defRPr>
            </a:lvl9pPr>
          </a:lstStyle>
          <a:p xmlns:a="http://schemas.openxmlformats.org/drawingml/2006/main">
            <a:pPr algn="l">
              <a:defRPr sz="5700" b="1">
                <a:solidFill>
                  <a:srgbClr val="F7785D"/>
                </a:solidFill>
                <a:latin typeface="Arial"/>
                <a:ea typeface="Arial"/>
                <a:cs typeface="Arial"/>
              </a:defRPr>
            </a:pPr>
            <a:r>
              <a:rPr sz="5700" b="1">
                <a:solidFill>
                  <a:srgbClr val="F7785D"/>
                </a:solidFill>
                <a:latin typeface="Arial"/>
                <a:ea typeface="Arial"/>
                <a:cs typeface="Arial"/>
              </a:rPr>
              <a:t>Q3</a:t>
            </a:r>
          </a:p>
        </p:txBody>
      </p:sp>
      <p:sp>
        <p:nvSpPr>
          <p:cNvPr id="17" name="diagram-boundary">
            <a:extLst xmlns:a="http://schemas.openxmlformats.org/drawingml/2006/main">
              <a:ext uri="{FF2B5EF4-FFF2-40B4-BE49-F238E27FC236}">
                <a16:creationId xmlns:a16="http://schemas.microsoft.com/office/drawing/2014/main" id="{E03B8B18-F422-4A3F-B2CC-80A051E45703}"/>
              </a:ext>
            </a:extLst>
          </p:cNvPr>
          <p:cNvSpPr>
            <a:spLocks xmlns:a="http://schemas.openxmlformats.org/drawingml/2006/main" noGrp="1"/>
          </p:cNvSpPr>
          <p:nvPr/>
        </p:nvSpPr>
        <p:spPr>
          <a:xfrm xmlns:a="http://schemas.openxmlformats.org/drawingml/2006/main">
            <a:off x="9258300" y="3514725"/>
            <a:ext cx="2352675" cy="19050"/>
          </a:xfrm>
          <a:prstGeom xmlns:a="http://schemas.openxmlformats.org/drawingml/2006/main" prst="rect">
            <a:avLst/>
          </a:prstGeom>
          <a:solidFill xmlns:a="http://schemas.openxmlformats.org/drawingml/2006/main">
            <a:srgbClr val="3B6576"/>
          </a:solidFill>
          <a:ln xmlns:a="http://schemas.openxmlformats.org/drawingml/2006/main" w="0">
            <a:noFill/>
            <a:prstDash val="solid"/>
          </a:ln>
        </p:spPr>
      </p:sp>
      <p:sp>
        <p:nvSpPr>
          <p:cNvPr id="18" name="Isolate">
            <a:extLst xmlns:a="http://schemas.openxmlformats.org/drawingml/2006/main">
              <a:ext uri="{FF2B5EF4-FFF2-40B4-BE49-F238E27FC236}">
                <a16:creationId xmlns:a16="http://schemas.microsoft.com/office/drawing/2014/main" id="{B2308A53-FFB2-46BB-B045-72EED6512B1F}"/>
              </a:ext>
            </a:extLst>
          </p:cNvPr>
          <p:cNvSpPr>
            <a:spLocks xmlns:a="http://schemas.openxmlformats.org/drawingml/2006/main" noGrp="1"/>
          </p:cNvSpPr>
          <p:nvPr/>
        </p:nvSpPr>
        <p:spPr>
          <a:xfrm xmlns:a="http://schemas.openxmlformats.org/drawingml/2006/main">
            <a:off x="9258300" y="3790950"/>
            <a:ext cx="2381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250" b="1">
                <a:solidFill>
                  <a:srgbClr val="FFFFFF"/>
                </a:solidFill>
                <a:latin typeface="Arial"/>
                <a:ea typeface="Arial"/>
                <a:cs typeface="Arial"/>
              </a:defRPr>
            </a:defPPr>
            <a:lvl1pPr algn="l">
              <a:defRPr sz="2250" b="1">
                <a:solidFill>
                  <a:srgbClr val="FFFFFF"/>
                </a:solidFill>
                <a:latin typeface="Arial"/>
                <a:ea typeface="Arial"/>
                <a:cs typeface="Arial"/>
              </a:defRPr>
            </a:lvl1pPr>
            <a:lvl2pPr algn="l">
              <a:defRPr sz="2250" b="1">
                <a:solidFill>
                  <a:srgbClr val="FFFFFF"/>
                </a:solidFill>
                <a:latin typeface="Arial"/>
                <a:ea typeface="Arial"/>
                <a:cs typeface="Arial"/>
              </a:defRPr>
            </a:lvl2pPr>
            <a:lvl3pPr algn="l">
              <a:defRPr sz="2250" b="1">
                <a:solidFill>
                  <a:srgbClr val="FFFFFF"/>
                </a:solidFill>
                <a:latin typeface="Arial"/>
                <a:ea typeface="Arial"/>
                <a:cs typeface="Arial"/>
              </a:defRPr>
            </a:lvl3pPr>
            <a:lvl4pPr algn="l">
              <a:defRPr sz="2250" b="1">
                <a:solidFill>
                  <a:srgbClr val="FFFFFF"/>
                </a:solidFill>
                <a:latin typeface="Arial"/>
                <a:ea typeface="Arial"/>
                <a:cs typeface="Arial"/>
              </a:defRPr>
            </a:lvl4pPr>
            <a:lvl5pPr algn="l">
              <a:defRPr sz="2250" b="1">
                <a:solidFill>
                  <a:srgbClr val="FFFFFF"/>
                </a:solidFill>
                <a:latin typeface="Arial"/>
                <a:ea typeface="Arial"/>
                <a:cs typeface="Arial"/>
              </a:defRPr>
            </a:lvl5pPr>
            <a:lvl6pPr algn="l">
              <a:defRPr sz="2250" b="1">
                <a:solidFill>
                  <a:srgbClr val="FFFFFF"/>
                </a:solidFill>
                <a:latin typeface="Arial"/>
                <a:ea typeface="Arial"/>
                <a:cs typeface="Arial"/>
              </a:defRPr>
            </a:lvl6pPr>
            <a:lvl7pPr algn="l">
              <a:defRPr sz="2250" b="1">
                <a:solidFill>
                  <a:srgbClr val="FFFFFF"/>
                </a:solidFill>
                <a:latin typeface="Arial"/>
                <a:ea typeface="Arial"/>
                <a:cs typeface="Arial"/>
              </a:defRPr>
            </a:lvl7pPr>
            <a:lvl8pPr algn="l">
              <a:defRPr sz="2250" b="1">
                <a:solidFill>
                  <a:srgbClr val="FFFFFF"/>
                </a:solidFill>
                <a:latin typeface="Arial"/>
                <a:ea typeface="Arial"/>
                <a:cs typeface="Arial"/>
              </a:defRPr>
            </a:lvl8pPr>
            <a:lvl9pPr algn="l">
              <a:defRPr sz="2250" b="1">
                <a:solidFill>
                  <a:srgbClr val="FFFFFF"/>
                </a:solidFill>
                <a:latin typeface="Arial"/>
                <a:ea typeface="Arial"/>
                <a:cs typeface="Arial"/>
              </a:defRPr>
            </a:lvl9pPr>
          </a:lstStyle>
          <a:p xmlns:a="http://schemas.openxmlformats.org/drawingml/2006/main">
            <a:pPr algn="l">
              <a:defRPr sz="2250" b="1">
                <a:solidFill>
                  <a:srgbClr val="FFFFFF"/>
                </a:solidFill>
                <a:latin typeface="Arial"/>
                <a:ea typeface="Arial"/>
                <a:cs typeface="Arial"/>
              </a:defRPr>
            </a:pPr>
            <a:r>
              <a:rPr sz="2250" b="1">
                <a:solidFill>
                  <a:srgbClr val="FFFFFF"/>
                </a:solidFill>
                <a:latin typeface="Arial"/>
                <a:ea typeface="Arial"/>
                <a:cs typeface="Arial"/>
              </a:rPr>
              <a:t>Isolate</a:t>
            </a:r>
          </a:p>
        </p:txBody>
      </p:sp>
      <p:sp>
        <p:nvSpPr>
          <p:cNvPr id="19" name="Suspect traffic and new Pods">
            <a:extLst xmlns:a="http://schemas.openxmlformats.org/drawingml/2006/main">
              <a:ext uri="{FF2B5EF4-FFF2-40B4-BE49-F238E27FC236}">
                <a16:creationId xmlns:a16="http://schemas.microsoft.com/office/drawing/2014/main" id="{3D73F826-EF1F-4FCF-9BAD-6EB37E55BCBD}"/>
              </a:ext>
            </a:extLst>
          </p:cNvPr>
          <p:cNvSpPr>
            <a:spLocks xmlns:a="http://schemas.openxmlformats.org/drawingml/2006/main" noGrp="1"/>
          </p:cNvSpPr>
          <p:nvPr/>
        </p:nvSpPr>
        <p:spPr>
          <a:xfrm xmlns:a="http://schemas.openxmlformats.org/drawingml/2006/main">
            <a:off x="9258300" y="4400550"/>
            <a:ext cx="2381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FFFFFF"/>
                </a:solidFill>
                <a:latin typeface="Arial"/>
                <a:ea typeface="Arial"/>
                <a:cs typeface="Arial"/>
              </a:defRPr>
            </a:defPPr>
            <a:lvl1pPr algn="l">
              <a:defRPr sz="1875" b="0">
                <a:solidFill>
                  <a:srgbClr val="FFFFFF"/>
                </a:solidFill>
                <a:latin typeface="Arial"/>
                <a:ea typeface="Arial"/>
                <a:cs typeface="Arial"/>
              </a:defRPr>
            </a:lvl1pPr>
            <a:lvl2pPr algn="l">
              <a:defRPr sz="1875" b="0">
                <a:solidFill>
                  <a:srgbClr val="FFFFFF"/>
                </a:solidFill>
                <a:latin typeface="Arial"/>
                <a:ea typeface="Arial"/>
                <a:cs typeface="Arial"/>
              </a:defRPr>
            </a:lvl2pPr>
            <a:lvl3pPr algn="l">
              <a:defRPr sz="1875" b="0">
                <a:solidFill>
                  <a:srgbClr val="FFFFFF"/>
                </a:solidFill>
                <a:latin typeface="Arial"/>
                <a:ea typeface="Arial"/>
                <a:cs typeface="Arial"/>
              </a:defRPr>
            </a:lvl3pPr>
            <a:lvl4pPr algn="l">
              <a:defRPr sz="1875" b="0">
                <a:solidFill>
                  <a:srgbClr val="FFFFFF"/>
                </a:solidFill>
                <a:latin typeface="Arial"/>
                <a:ea typeface="Arial"/>
                <a:cs typeface="Arial"/>
              </a:defRPr>
            </a:lvl4pPr>
            <a:lvl5pPr algn="l">
              <a:defRPr sz="1875" b="0">
                <a:solidFill>
                  <a:srgbClr val="FFFFFF"/>
                </a:solidFill>
                <a:latin typeface="Arial"/>
                <a:ea typeface="Arial"/>
                <a:cs typeface="Arial"/>
              </a:defRPr>
            </a:lvl5pPr>
            <a:lvl6pPr algn="l">
              <a:defRPr sz="1875" b="0">
                <a:solidFill>
                  <a:srgbClr val="FFFFFF"/>
                </a:solidFill>
                <a:latin typeface="Arial"/>
                <a:ea typeface="Arial"/>
                <a:cs typeface="Arial"/>
              </a:defRPr>
            </a:lvl6pPr>
            <a:lvl7pPr algn="l">
              <a:defRPr sz="1875" b="0">
                <a:solidFill>
                  <a:srgbClr val="FFFFFF"/>
                </a:solidFill>
                <a:latin typeface="Arial"/>
                <a:ea typeface="Arial"/>
                <a:cs typeface="Arial"/>
              </a:defRPr>
            </a:lvl7pPr>
            <a:lvl8pPr algn="l">
              <a:defRPr sz="1875" b="0">
                <a:solidFill>
                  <a:srgbClr val="FFFFFF"/>
                </a:solidFill>
                <a:latin typeface="Arial"/>
                <a:ea typeface="Arial"/>
                <a:cs typeface="Arial"/>
              </a:defRPr>
            </a:lvl8pPr>
            <a:lvl9pPr algn="l">
              <a:defRPr sz="1875" b="0">
                <a:solidFill>
                  <a:srgbClr val="FFFFFF"/>
                </a:solidFill>
                <a:latin typeface="Arial"/>
                <a:ea typeface="Arial"/>
                <a:cs typeface="Arial"/>
              </a:defRPr>
            </a:lvl9pPr>
          </a:lstStyle>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Suspect traffic and new Pods</a:t>
            </a:r>
          </a:p>
        </p:txBody>
      </p:sp>
      <p:sp>
        <p:nvSpPr>
          <p:cNvPr id="20" name="Preserve evidence and the minimum service">
            <a:extLst xmlns:a="http://schemas.openxmlformats.org/drawingml/2006/main">
              <a:ext uri="{FF2B5EF4-FFF2-40B4-BE49-F238E27FC236}">
                <a16:creationId xmlns:a16="http://schemas.microsoft.com/office/drawing/2014/main" id="{77ED54A6-6A77-4D5A-94AD-201254171295}"/>
              </a:ext>
            </a:extLst>
          </p:cNvPr>
          <p:cNvSpPr>
            <a:spLocks xmlns:a="http://schemas.openxmlformats.org/drawingml/2006/main" noGrp="1"/>
          </p:cNvSpPr>
          <p:nvPr/>
        </p:nvSpPr>
        <p:spPr>
          <a:xfrm xmlns:a="http://schemas.openxmlformats.org/drawingml/2006/main">
            <a:off x="714375" y="5800725"/>
            <a:ext cx="10572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1">
                <a:solidFill>
                  <a:srgbClr val="37D5BE"/>
                </a:solidFill>
                <a:latin typeface="Arial"/>
                <a:ea typeface="Arial"/>
                <a:cs typeface="Arial"/>
              </a:defRPr>
            </a:defPPr>
            <a:lvl1pPr algn="l">
              <a:defRPr sz="2175" b="1">
                <a:solidFill>
                  <a:srgbClr val="37D5BE"/>
                </a:solidFill>
                <a:latin typeface="Arial"/>
                <a:ea typeface="Arial"/>
                <a:cs typeface="Arial"/>
              </a:defRPr>
            </a:lvl1pPr>
            <a:lvl2pPr algn="l">
              <a:defRPr sz="2175" b="1">
                <a:solidFill>
                  <a:srgbClr val="37D5BE"/>
                </a:solidFill>
                <a:latin typeface="Arial"/>
                <a:ea typeface="Arial"/>
                <a:cs typeface="Arial"/>
              </a:defRPr>
            </a:lvl2pPr>
            <a:lvl3pPr algn="l">
              <a:defRPr sz="2175" b="1">
                <a:solidFill>
                  <a:srgbClr val="37D5BE"/>
                </a:solidFill>
                <a:latin typeface="Arial"/>
                <a:ea typeface="Arial"/>
                <a:cs typeface="Arial"/>
              </a:defRPr>
            </a:lvl3pPr>
            <a:lvl4pPr algn="l">
              <a:defRPr sz="2175" b="1">
                <a:solidFill>
                  <a:srgbClr val="37D5BE"/>
                </a:solidFill>
                <a:latin typeface="Arial"/>
                <a:ea typeface="Arial"/>
                <a:cs typeface="Arial"/>
              </a:defRPr>
            </a:lvl4pPr>
            <a:lvl5pPr algn="l">
              <a:defRPr sz="2175" b="1">
                <a:solidFill>
                  <a:srgbClr val="37D5BE"/>
                </a:solidFill>
                <a:latin typeface="Arial"/>
                <a:ea typeface="Arial"/>
                <a:cs typeface="Arial"/>
              </a:defRPr>
            </a:lvl5pPr>
            <a:lvl6pPr algn="l">
              <a:defRPr sz="2175" b="1">
                <a:solidFill>
                  <a:srgbClr val="37D5BE"/>
                </a:solidFill>
                <a:latin typeface="Arial"/>
                <a:ea typeface="Arial"/>
                <a:cs typeface="Arial"/>
              </a:defRPr>
            </a:lvl6pPr>
            <a:lvl7pPr algn="l">
              <a:defRPr sz="2175" b="1">
                <a:solidFill>
                  <a:srgbClr val="37D5BE"/>
                </a:solidFill>
                <a:latin typeface="Arial"/>
                <a:ea typeface="Arial"/>
                <a:cs typeface="Arial"/>
              </a:defRPr>
            </a:lvl7pPr>
            <a:lvl8pPr algn="l">
              <a:defRPr sz="2175" b="1">
                <a:solidFill>
                  <a:srgbClr val="37D5BE"/>
                </a:solidFill>
                <a:latin typeface="Arial"/>
                <a:ea typeface="Arial"/>
                <a:cs typeface="Arial"/>
              </a:defRPr>
            </a:lvl8pPr>
            <a:lvl9pPr algn="l">
              <a:defRPr sz="2175" b="1">
                <a:solidFill>
                  <a:srgbClr val="37D5BE"/>
                </a:solidFill>
                <a:latin typeface="Arial"/>
                <a:ea typeface="Arial"/>
                <a:cs typeface="Arial"/>
              </a:defRPr>
            </a:lvl9pPr>
          </a:lstStyle>
          <a:p xmlns:a="http://schemas.openxmlformats.org/drawingml/2006/main">
            <a:pPr algn="l">
              <a:defRPr sz="2175" b="1">
                <a:solidFill>
                  <a:srgbClr val="37D5BE"/>
                </a:solidFill>
                <a:latin typeface="Arial"/>
                <a:ea typeface="Arial"/>
                <a:cs typeface="Arial"/>
              </a:defRPr>
            </a:pPr>
            <a:r>
              <a:rPr sz="2175" b="1">
                <a:solidFill>
                  <a:srgbClr val="37D5BE"/>
                </a:solidFill>
                <a:latin typeface="Arial"/>
                <a:ea typeface="Arial"/>
                <a:cs typeface="Arial"/>
              </a:rPr>
              <a:t>Preserve evidence and the minimum service</a:t>
            </a:r>
          </a:p>
        </p:txBody>
      </p:sp>
    </p:spTree>
    <p:extLst>
      <p:ext uri="{BB962C8B-B14F-4D97-AF65-F5344CB8AC3E}">
        <p14:creationId xmlns:p14="http://schemas.microsoft.com/office/powerpoint/2010/main" val="472618055"/>
      </p:ext>
    </p:extLst>
  </p:cSld>
</p:sld>
</file>

<file path=ppt/slides/slide12.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13" name="slide-12-title">
            <a:extLst xmlns:a="http://schemas.openxmlformats.org/drawingml/2006/main">
              <a:ext uri="{FF2B5EF4-FFF2-40B4-BE49-F238E27FC236}">
                <a16:creationId xmlns:a16="http://schemas.microsoft.com/office/drawing/2014/main" id="{94339F2A-A063-4D19-A7C1-E34A447CDCDD}"/>
              </a:ext>
            </a:extLst>
          </p:cNvPr>
          <p:cNvSpPr>
            <a:spLocks xmlns:a="http://schemas.openxmlformats.org/drawingml/2006/main" noGrp="1"/>
          </p:cNvSpPr>
          <p:nvPr/>
        </p:nvSpPr>
        <p:spPr>
          <a:xfrm xmlns:a="http://schemas.openxmlformats.org/drawingml/2006/main">
            <a:off x="609600" y="476250"/>
            <a:ext cx="10858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112B3A"/>
                </a:solidFill>
                <a:latin typeface="Arial"/>
                <a:ea typeface="Arial"/>
                <a:cs typeface="Arial"/>
              </a:defRPr>
            </a:defPPr>
            <a:lvl1pPr algn="l">
              <a:defRPr sz="3150" b="1">
                <a:solidFill>
                  <a:srgbClr val="112B3A"/>
                </a:solidFill>
                <a:latin typeface="Arial"/>
                <a:ea typeface="Arial"/>
                <a:cs typeface="Arial"/>
              </a:defRPr>
            </a:lvl1pPr>
            <a:lvl2pPr algn="l">
              <a:defRPr sz="3150" b="1">
                <a:solidFill>
                  <a:srgbClr val="112B3A"/>
                </a:solidFill>
                <a:latin typeface="Arial"/>
                <a:ea typeface="Arial"/>
                <a:cs typeface="Arial"/>
              </a:defRPr>
            </a:lvl2pPr>
            <a:lvl3pPr algn="l">
              <a:defRPr sz="3150" b="1">
                <a:solidFill>
                  <a:srgbClr val="112B3A"/>
                </a:solidFill>
                <a:latin typeface="Arial"/>
                <a:ea typeface="Arial"/>
                <a:cs typeface="Arial"/>
              </a:defRPr>
            </a:lvl3pPr>
            <a:lvl4pPr algn="l">
              <a:defRPr sz="3150" b="1">
                <a:solidFill>
                  <a:srgbClr val="112B3A"/>
                </a:solidFill>
                <a:latin typeface="Arial"/>
                <a:ea typeface="Arial"/>
                <a:cs typeface="Arial"/>
              </a:defRPr>
            </a:lvl4pPr>
            <a:lvl5pPr algn="l">
              <a:defRPr sz="3150" b="1">
                <a:solidFill>
                  <a:srgbClr val="112B3A"/>
                </a:solidFill>
                <a:latin typeface="Arial"/>
                <a:ea typeface="Arial"/>
                <a:cs typeface="Arial"/>
              </a:defRPr>
            </a:lvl5pPr>
            <a:lvl6pPr algn="l">
              <a:defRPr sz="3150" b="1">
                <a:solidFill>
                  <a:srgbClr val="112B3A"/>
                </a:solidFill>
                <a:latin typeface="Arial"/>
                <a:ea typeface="Arial"/>
                <a:cs typeface="Arial"/>
              </a:defRPr>
            </a:lvl6pPr>
            <a:lvl7pPr algn="l">
              <a:defRPr sz="3150" b="1">
                <a:solidFill>
                  <a:srgbClr val="112B3A"/>
                </a:solidFill>
                <a:latin typeface="Arial"/>
                <a:ea typeface="Arial"/>
                <a:cs typeface="Arial"/>
              </a:defRPr>
            </a:lvl7pPr>
            <a:lvl8pPr algn="l">
              <a:defRPr sz="3150" b="1">
                <a:solidFill>
                  <a:srgbClr val="112B3A"/>
                </a:solidFill>
                <a:latin typeface="Arial"/>
                <a:ea typeface="Arial"/>
                <a:cs typeface="Arial"/>
              </a:defRPr>
            </a:lvl8pPr>
            <a:lvl9pPr algn="l">
              <a:defRPr sz="3150" b="1">
                <a:solidFill>
                  <a:srgbClr val="112B3A"/>
                </a:solidFill>
                <a:latin typeface="Arial"/>
                <a:ea typeface="Arial"/>
                <a:cs typeface="Arial"/>
              </a:defRPr>
            </a:lvl9pPr>
          </a:lstStyle>
          <a:p xmlns:a="http://schemas.openxmlformats.org/drawingml/2006/main">
            <a:pPr algn="l">
              <a:defRPr sz="3150" b="1">
                <a:solidFill>
                  <a:srgbClr val="112B3A"/>
                </a:solidFill>
                <a:latin typeface="Arial"/>
                <a:ea typeface="Arial"/>
                <a:cs typeface="Arial"/>
              </a:defRPr>
            </a:pPr>
            <a:r>
              <a:rPr sz="3150" b="1">
                <a:solidFill>
                  <a:srgbClr val="112B3A"/>
                </a:solidFill>
                <a:latin typeface="Arial"/>
                <a:ea typeface="Arial"/>
                <a:cs typeface="Arial"/>
              </a:rPr>
              <a:t>Your table’s work</a:t>
            </a:r>
          </a:p>
        </p:txBody>
      </p:sp>
      <p:sp>
        <p:nvSpPr>
          <p:cNvPr id="2" name="Paper exercise. The co-presenters run the dem">
            <a:extLst xmlns:a="http://schemas.openxmlformats.org/drawingml/2006/main">
              <a:ext uri="{FF2B5EF4-FFF2-40B4-BE49-F238E27FC236}">
                <a16:creationId xmlns:a16="http://schemas.microsoft.com/office/drawing/2014/main" id="{8973BC86-AD4A-4301-B48B-283FA3113E65}"/>
              </a:ext>
            </a:extLst>
          </p:cNvPr>
          <p:cNvSpPr>
            <a:spLocks xmlns:a="http://schemas.openxmlformats.org/drawingml/2006/main" noGrp="1"/>
          </p:cNvSpPr>
          <p:nvPr/>
        </p:nvSpPr>
        <p:spPr>
          <a:xfrm xmlns:a="http://schemas.openxmlformats.org/drawingml/2006/main">
            <a:off x="647700" y="1257300"/>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a:solidFill>
                  <a:srgbClr val="526875"/>
                </a:solidFill>
                <a:latin typeface="Arial"/>
                <a:ea typeface="Arial"/>
                <a:cs typeface="Arial"/>
              </a:defRPr>
            </a:defPPr>
            <a:lvl1pPr algn="l">
              <a:defRPr sz="1500" b="0">
                <a:solidFill>
                  <a:srgbClr val="526875"/>
                </a:solidFill>
                <a:latin typeface="Arial"/>
                <a:ea typeface="Arial"/>
                <a:cs typeface="Arial"/>
              </a:defRPr>
            </a:lvl1pPr>
            <a:lvl2pPr algn="l">
              <a:defRPr sz="1500" b="0">
                <a:solidFill>
                  <a:srgbClr val="526875"/>
                </a:solidFill>
                <a:latin typeface="Arial"/>
                <a:ea typeface="Arial"/>
                <a:cs typeface="Arial"/>
              </a:defRPr>
            </a:lvl2pPr>
            <a:lvl3pPr algn="l">
              <a:defRPr sz="1500" b="0">
                <a:solidFill>
                  <a:srgbClr val="526875"/>
                </a:solidFill>
                <a:latin typeface="Arial"/>
                <a:ea typeface="Arial"/>
                <a:cs typeface="Arial"/>
              </a:defRPr>
            </a:lvl3pPr>
            <a:lvl4pPr algn="l">
              <a:defRPr sz="1500" b="0">
                <a:solidFill>
                  <a:srgbClr val="526875"/>
                </a:solidFill>
                <a:latin typeface="Arial"/>
                <a:ea typeface="Arial"/>
                <a:cs typeface="Arial"/>
              </a:defRPr>
            </a:lvl4pPr>
            <a:lvl5pPr algn="l">
              <a:defRPr sz="1500" b="0">
                <a:solidFill>
                  <a:srgbClr val="526875"/>
                </a:solidFill>
                <a:latin typeface="Arial"/>
                <a:ea typeface="Arial"/>
                <a:cs typeface="Arial"/>
              </a:defRPr>
            </a:lvl5pPr>
            <a:lvl6pPr algn="l">
              <a:defRPr sz="1500" b="0">
                <a:solidFill>
                  <a:srgbClr val="526875"/>
                </a:solidFill>
                <a:latin typeface="Arial"/>
                <a:ea typeface="Arial"/>
                <a:cs typeface="Arial"/>
              </a:defRPr>
            </a:lvl6pPr>
            <a:lvl7pPr algn="l">
              <a:defRPr sz="1500" b="0">
                <a:solidFill>
                  <a:srgbClr val="526875"/>
                </a:solidFill>
                <a:latin typeface="Arial"/>
                <a:ea typeface="Arial"/>
                <a:cs typeface="Arial"/>
              </a:defRPr>
            </a:lvl7pPr>
            <a:lvl8pPr algn="l">
              <a:defRPr sz="1500" b="0">
                <a:solidFill>
                  <a:srgbClr val="526875"/>
                </a:solidFill>
                <a:latin typeface="Arial"/>
                <a:ea typeface="Arial"/>
                <a:cs typeface="Arial"/>
              </a:defRPr>
            </a:lvl8pPr>
            <a:lvl9pPr algn="l">
              <a:defRPr sz="1500" b="0">
                <a:solidFill>
                  <a:srgbClr val="526875"/>
                </a:solidFill>
                <a:latin typeface="Arial"/>
                <a:ea typeface="Arial"/>
                <a:cs typeface="Arial"/>
              </a:defRPr>
            </a:lvl9pPr>
          </a:lstStyle>
          <a:p xmlns:a="http://schemas.openxmlformats.org/drawingml/2006/main">
            <a:pPr algn="l">
              <a:defRPr sz="1500" b="0">
                <a:solidFill>
                  <a:srgbClr val="526875"/>
                </a:solidFill>
                <a:latin typeface="Arial"/>
                <a:ea typeface="Arial"/>
                <a:cs typeface="Arial"/>
              </a:defRPr>
            </a:pPr>
            <a:r>
              <a:rPr sz="1500" b="0">
                <a:solidFill>
                  <a:srgbClr val="526875"/>
                </a:solidFill>
                <a:latin typeface="Arial"/>
                <a:ea typeface="Arial"/>
                <a:cs typeface="Arial"/>
              </a:rPr>
              <a:t>Paper exercise. The co-presenters run the demo.</a:t>
            </a:r>
          </a:p>
        </p:txBody>
      </p:sp>
      <p:sp>
        <p:nvSpPr>
          <p:cNvPr id="3" name="12">
            <a:extLst xmlns:a="http://schemas.openxmlformats.org/drawingml/2006/main">
              <a:ext uri="{FF2B5EF4-FFF2-40B4-BE49-F238E27FC236}">
                <a16:creationId xmlns:a16="http://schemas.microsoft.com/office/drawing/2014/main" id="{E2C2228A-E089-40E3-ADD3-DB02C8B88C9A}"/>
              </a:ext>
            </a:extLst>
          </p:cNvPr>
          <p:cNvSpPr>
            <a:spLocks xmlns:a="http://schemas.openxmlformats.org/drawingml/2006/main" noGrp="1"/>
          </p:cNvSpPr>
          <p:nvPr/>
        </p:nvSpPr>
        <p:spPr>
          <a:xfrm xmlns:a="http://schemas.openxmlformats.org/drawingml/2006/main">
            <a:off x="11172825" y="641032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0">
                <a:solidFill>
                  <a:srgbClr val="526875"/>
                </a:solidFill>
                <a:latin typeface="Arial"/>
                <a:ea typeface="Arial"/>
                <a:cs typeface="Arial"/>
              </a:defRPr>
            </a:defPPr>
            <a:lvl1pPr algn="r">
              <a:defRPr sz="975" b="0">
                <a:solidFill>
                  <a:srgbClr val="526875"/>
                </a:solidFill>
                <a:latin typeface="Arial"/>
                <a:ea typeface="Arial"/>
                <a:cs typeface="Arial"/>
              </a:defRPr>
            </a:lvl1pPr>
            <a:lvl2pPr algn="r">
              <a:defRPr sz="975" b="0">
                <a:solidFill>
                  <a:srgbClr val="526875"/>
                </a:solidFill>
                <a:latin typeface="Arial"/>
                <a:ea typeface="Arial"/>
                <a:cs typeface="Arial"/>
              </a:defRPr>
            </a:lvl2pPr>
            <a:lvl3pPr algn="r">
              <a:defRPr sz="975" b="0">
                <a:solidFill>
                  <a:srgbClr val="526875"/>
                </a:solidFill>
                <a:latin typeface="Arial"/>
                <a:ea typeface="Arial"/>
                <a:cs typeface="Arial"/>
              </a:defRPr>
            </a:lvl3pPr>
            <a:lvl4pPr algn="r">
              <a:defRPr sz="975" b="0">
                <a:solidFill>
                  <a:srgbClr val="526875"/>
                </a:solidFill>
                <a:latin typeface="Arial"/>
                <a:ea typeface="Arial"/>
                <a:cs typeface="Arial"/>
              </a:defRPr>
            </a:lvl4pPr>
            <a:lvl5pPr algn="r">
              <a:defRPr sz="975" b="0">
                <a:solidFill>
                  <a:srgbClr val="526875"/>
                </a:solidFill>
                <a:latin typeface="Arial"/>
                <a:ea typeface="Arial"/>
                <a:cs typeface="Arial"/>
              </a:defRPr>
            </a:lvl5pPr>
            <a:lvl6pPr algn="r">
              <a:defRPr sz="975" b="0">
                <a:solidFill>
                  <a:srgbClr val="526875"/>
                </a:solidFill>
                <a:latin typeface="Arial"/>
                <a:ea typeface="Arial"/>
                <a:cs typeface="Arial"/>
              </a:defRPr>
            </a:lvl6pPr>
            <a:lvl7pPr algn="r">
              <a:defRPr sz="975" b="0">
                <a:solidFill>
                  <a:srgbClr val="526875"/>
                </a:solidFill>
                <a:latin typeface="Arial"/>
                <a:ea typeface="Arial"/>
                <a:cs typeface="Arial"/>
              </a:defRPr>
            </a:lvl7pPr>
            <a:lvl8pPr algn="r">
              <a:defRPr sz="975" b="0">
                <a:solidFill>
                  <a:srgbClr val="526875"/>
                </a:solidFill>
                <a:latin typeface="Arial"/>
                <a:ea typeface="Arial"/>
                <a:cs typeface="Arial"/>
              </a:defRPr>
            </a:lvl8pPr>
            <a:lvl9pPr algn="r">
              <a:defRPr sz="975" b="0">
                <a:solidFill>
                  <a:srgbClr val="526875"/>
                </a:solidFill>
                <a:latin typeface="Arial"/>
                <a:ea typeface="Arial"/>
                <a:cs typeface="Arial"/>
              </a:defRPr>
            </a:lvl9pPr>
          </a:lstStyle>
          <a:p xmlns:a="http://schemas.openxmlformats.org/drawingml/2006/main">
            <a:pPr algn="r">
              <a:defRPr sz="975" b="0">
                <a:solidFill>
                  <a:srgbClr val="526875"/>
                </a:solidFill>
                <a:latin typeface="Arial"/>
                <a:ea typeface="Arial"/>
                <a:cs typeface="Arial"/>
              </a:defRPr>
            </a:pPr>
            <a:r>
              <a:rPr sz="975" b="0">
                <a:solidFill>
                  <a:srgbClr val="526875"/>
                </a:solidFill>
                <a:latin typeface="Arial"/>
                <a:ea typeface="Arial"/>
                <a:cs typeface="Arial"/>
              </a:rPr>
              <a:t>12</a:t>
            </a:r>
          </a:p>
        </p:txBody>
      </p:sp>
      <p:pic>
        <p:nvPicPr>
          <p:cNvPr id="4" name="">
            <a:extLst xmlns:a="http://schemas.openxmlformats.org/drawingml/2006/main">
              <a:ext uri="{FF2B5EF4-FFF2-40B4-BE49-F238E27FC236}">
                <a16:creationId xmlns:a16="http://schemas.microsoft.com/office/drawing/2014/main" id="{2A24A918-ACE1-4C5A-BC67-AC590A295094}"/>
              </a:ext>
            </a:extLst>
          </p:cNvPr>
          <p:cNvPicPr>
            <a:picLocks xmlns:a="http://schemas.openxmlformats.org/drawingml/2006/main" noChangeAspect="1"/>
          </p:cNvPicPr>
          <p:nvPr/>
        </p:nvPicPr>
        <p:blipFill>
          <a:blip xmlns:r="http://schemas.openxmlformats.org/officeDocument/2006/relationships" xmlns:a="http://schemas.openxmlformats.org/drawingml/2006/main" r:embed="R6d4cb34483e4432b"/>
          <a:stretch xmlns:a="http://schemas.openxmlformats.org/drawingml/2006/main"/>
        </p:blipFill>
        <p:spPr>
          <a:xfrm xmlns:a="http://schemas.openxmlformats.org/drawingml/2006/main">
            <a:off x="7905750" y="1631016"/>
            <a:ext cx="3190875" cy="4129368"/>
          </a:xfrm>
          <a:prstGeom xmlns:a="http://schemas.openxmlformats.org/drawingml/2006/main" prst="rect">
            <a:avLst/>
          </a:prstGeom>
        </p:spPr>
      </p:pic>
      <p:sp>
        <p:nvSpPr>
          <p:cNvPr id="5" name="1">
            <a:extLst xmlns:a="http://schemas.openxmlformats.org/drawingml/2006/main">
              <a:ext uri="{FF2B5EF4-FFF2-40B4-BE49-F238E27FC236}">
                <a16:creationId xmlns:a16="http://schemas.microsoft.com/office/drawing/2014/main" id="{5611F879-2F80-4F97-8435-9DEF99F8E5B0}"/>
              </a:ext>
            </a:extLst>
          </p:cNvPr>
          <p:cNvSpPr>
            <a:spLocks xmlns:a="http://schemas.openxmlformats.org/drawingml/2006/main" noGrp="1"/>
          </p:cNvSpPr>
          <p:nvPr/>
        </p:nvSpPr>
        <p:spPr>
          <a:xfrm xmlns:a="http://schemas.openxmlformats.org/drawingml/2006/main">
            <a:off x="714375" y="2085975"/>
            <a:ext cx="66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450" b="1">
                <a:solidFill>
                  <a:srgbClr val="12846B"/>
                </a:solidFill>
                <a:latin typeface="Arial"/>
                <a:ea typeface="Arial"/>
                <a:cs typeface="Arial"/>
              </a:defRPr>
            </a:defPPr>
            <a:lvl1pPr algn="l">
              <a:defRPr sz="3450" b="1">
                <a:solidFill>
                  <a:srgbClr val="12846B"/>
                </a:solidFill>
                <a:latin typeface="Arial"/>
                <a:ea typeface="Arial"/>
                <a:cs typeface="Arial"/>
              </a:defRPr>
            </a:lvl1pPr>
            <a:lvl2pPr algn="l">
              <a:defRPr sz="3450" b="1">
                <a:solidFill>
                  <a:srgbClr val="12846B"/>
                </a:solidFill>
                <a:latin typeface="Arial"/>
                <a:ea typeface="Arial"/>
                <a:cs typeface="Arial"/>
              </a:defRPr>
            </a:lvl2pPr>
            <a:lvl3pPr algn="l">
              <a:defRPr sz="3450" b="1">
                <a:solidFill>
                  <a:srgbClr val="12846B"/>
                </a:solidFill>
                <a:latin typeface="Arial"/>
                <a:ea typeface="Arial"/>
                <a:cs typeface="Arial"/>
              </a:defRPr>
            </a:lvl3pPr>
            <a:lvl4pPr algn="l">
              <a:defRPr sz="3450" b="1">
                <a:solidFill>
                  <a:srgbClr val="12846B"/>
                </a:solidFill>
                <a:latin typeface="Arial"/>
                <a:ea typeface="Arial"/>
                <a:cs typeface="Arial"/>
              </a:defRPr>
            </a:lvl4pPr>
            <a:lvl5pPr algn="l">
              <a:defRPr sz="3450" b="1">
                <a:solidFill>
                  <a:srgbClr val="12846B"/>
                </a:solidFill>
                <a:latin typeface="Arial"/>
                <a:ea typeface="Arial"/>
                <a:cs typeface="Arial"/>
              </a:defRPr>
            </a:lvl5pPr>
            <a:lvl6pPr algn="l">
              <a:defRPr sz="3450" b="1">
                <a:solidFill>
                  <a:srgbClr val="12846B"/>
                </a:solidFill>
                <a:latin typeface="Arial"/>
                <a:ea typeface="Arial"/>
                <a:cs typeface="Arial"/>
              </a:defRPr>
            </a:lvl6pPr>
            <a:lvl7pPr algn="l">
              <a:defRPr sz="3450" b="1">
                <a:solidFill>
                  <a:srgbClr val="12846B"/>
                </a:solidFill>
                <a:latin typeface="Arial"/>
                <a:ea typeface="Arial"/>
                <a:cs typeface="Arial"/>
              </a:defRPr>
            </a:lvl7pPr>
            <a:lvl8pPr algn="l">
              <a:defRPr sz="3450" b="1">
                <a:solidFill>
                  <a:srgbClr val="12846B"/>
                </a:solidFill>
                <a:latin typeface="Arial"/>
                <a:ea typeface="Arial"/>
                <a:cs typeface="Arial"/>
              </a:defRPr>
            </a:lvl8pPr>
            <a:lvl9pPr algn="l">
              <a:defRPr sz="3450" b="1">
                <a:solidFill>
                  <a:srgbClr val="12846B"/>
                </a:solidFill>
                <a:latin typeface="Arial"/>
                <a:ea typeface="Arial"/>
                <a:cs typeface="Arial"/>
              </a:defRPr>
            </a:lvl9pPr>
          </a:lstStyle>
          <a:p xmlns:a="http://schemas.openxmlformats.org/drawingml/2006/main">
            <a:pPr algn="l">
              <a:defRPr sz="3450" b="1">
                <a:solidFill>
                  <a:srgbClr val="12846B"/>
                </a:solidFill>
                <a:latin typeface="Arial"/>
                <a:ea typeface="Arial"/>
                <a:cs typeface="Arial"/>
              </a:defRPr>
            </a:pPr>
            <a:r>
              <a:rPr sz="3450" b="1">
                <a:solidFill>
                  <a:srgbClr val="12846B"/>
                </a:solidFill>
                <a:latin typeface="Arial"/>
                <a:ea typeface="Arial"/>
                <a:cs typeface="Arial"/>
              </a:rPr>
              <a:t>1</a:t>
            </a:r>
          </a:p>
        </p:txBody>
      </p:sp>
      <p:sp>
        <p:nvSpPr>
          <p:cNvPr id="6" name="Read your initial case">
            <a:extLst xmlns:a="http://schemas.openxmlformats.org/drawingml/2006/main">
              <a:ext uri="{FF2B5EF4-FFF2-40B4-BE49-F238E27FC236}">
                <a16:creationId xmlns:a16="http://schemas.microsoft.com/office/drawing/2014/main" id="{A7506B78-BE89-4356-8E15-2055EDB03CFE}"/>
              </a:ext>
            </a:extLst>
          </p:cNvPr>
          <p:cNvSpPr>
            <a:spLocks xmlns:a="http://schemas.openxmlformats.org/drawingml/2006/main" noGrp="1"/>
          </p:cNvSpPr>
          <p:nvPr/>
        </p:nvSpPr>
        <p:spPr>
          <a:xfrm xmlns:a="http://schemas.openxmlformats.org/drawingml/2006/main">
            <a:off x="1619250" y="2143125"/>
            <a:ext cx="600075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250" b="1">
                <a:solidFill>
                  <a:srgbClr val="112B3A"/>
                </a:solidFill>
                <a:latin typeface="Arial"/>
                <a:ea typeface="Arial"/>
                <a:cs typeface="Arial"/>
              </a:defRPr>
            </a:defPPr>
            <a:lvl1pPr algn="l">
              <a:defRPr sz="2250" b="1">
                <a:solidFill>
                  <a:srgbClr val="112B3A"/>
                </a:solidFill>
                <a:latin typeface="Arial"/>
                <a:ea typeface="Arial"/>
                <a:cs typeface="Arial"/>
              </a:defRPr>
            </a:lvl1pPr>
            <a:lvl2pPr algn="l">
              <a:defRPr sz="2250" b="1">
                <a:solidFill>
                  <a:srgbClr val="112B3A"/>
                </a:solidFill>
                <a:latin typeface="Arial"/>
                <a:ea typeface="Arial"/>
                <a:cs typeface="Arial"/>
              </a:defRPr>
            </a:lvl2pPr>
            <a:lvl3pPr algn="l">
              <a:defRPr sz="2250" b="1">
                <a:solidFill>
                  <a:srgbClr val="112B3A"/>
                </a:solidFill>
                <a:latin typeface="Arial"/>
                <a:ea typeface="Arial"/>
                <a:cs typeface="Arial"/>
              </a:defRPr>
            </a:lvl3pPr>
            <a:lvl4pPr algn="l">
              <a:defRPr sz="2250" b="1">
                <a:solidFill>
                  <a:srgbClr val="112B3A"/>
                </a:solidFill>
                <a:latin typeface="Arial"/>
                <a:ea typeface="Arial"/>
                <a:cs typeface="Arial"/>
              </a:defRPr>
            </a:lvl4pPr>
            <a:lvl5pPr algn="l">
              <a:defRPr sz="2250" b="1">
                <a:solidFill>
                  <a:srgbClr val="112B3A"/>
                </a:solidFill>
                <a:latin typeface="Arial"/>
                <a:ea typeface="Arial"/>
                <a:cs typeface="Arial"/>
              </a:defRPr>
            </a:lvl5pPr>
            <a:lvl6pPr algn="l">
              <a:defRPr sz="2250" b="1">
                <a:solidFill>
                  <a:srgbClr val="112B3A"/>
                </a:solidFill>
                <a:latin typeface="Arial"/>
                <a:ea typeface="Arial"/>
                <a:cs typeface="Arial"/>
              </a:defRPr>
            </a:lvl6pPr>
            <a:lvl7pPr algn="l">
              <a:defRPr sz="2250" b="1">
                <a:solidFill>
                  <a:srgbClr val="112B3A"/>
                </a:solidFill>
                <a:latin typeface="Arial"/>
                <a:ea typeface="Arial"/>
                <a:cs typeface="Arial"/>
              </a:defRPr>
            </a:lvl7pPr>
            <a:lvl8pPr algn="l">
              <a:defRPr sz="2250" b="1">
                <a:solidFill>
                  <a:srgbClr val="112B3A"/>
                </a:solidFill>
                <a:latin typeface="Arial"/>
                <a:ea typeface="Arial"/>
                <a:cs typeface="Arial"/>
              </a:defRPr>
            </a:lvl8pPr>
            <a:lvl9pPr algn="l">
              <a:defRPr sz="2250" b="1">
                <a:solidFill>
                  <a:srgbClr val="112B3A"/>
                </a:solidFill>
                <a:latin typeface="Arial"/>
                <a:ea typeface="Arial"/>
                <a:cs typeface="Arial"/>
              </a:defRPr>
            </a:lvl9pPr>
          </a:lstStyle>
          <a:p xmlns:a="http://schemas.openxmlformats.org/drawingml/2006/main">
            <a:pPr algn="l">
              <a:defRPr sz="2250" b="1">
                <a:solidFill>
                  <a:srgbClr val="112B3A"/>
                </a:solidFill>
                <a:latin typeface="Arial"/>
                <a:ea typeface="Arial"/>
                <a:cs typeface="Arial"/>
              </a:defRPr>
            </a:pPr>
            <a:r>
              <a:rPr sz="2250" b="1">
                <a:solidFill>
                  <a:srgbClr val="112B3A"/>
                </a:solidFill>
                <a:latin typeface="Arial"/>
                <a:ea typeface="Arial"/>
                <a:cs typeface="Arial"/>
              </a:rPr>
              <a:t>Read your initial case</a:t>
            </a:r>
          </a:p>
        </p:txBody>
      </p:sp>
      <p:sp>
        <p:nvSpPr>
          <p:cNvPr id="7" name="2">
            <a:extLst xmlns:a="http://schemas.openxmlformats.org/drawingml/2006/main">
              <a:ext uri="{FF2B5EF4-FFF2-40B4-BE49-F238E27FC236}">
                <a16:creationId xmlns:a16="http://schemas.microsoft.com/office/drawing/2014/main" id="{7A495E3F-FBC1-48DC-B533-9FCA5E2D257B}"/>
              </a:ext>
            </a:extLst>
          </p:cNvPr>
          <p:cNvSpPr>
            <a:spLocks xmlns:a="http://schemas.openxmlformats.org/drawingml/2006/main" noGrp="1"/>
          </p:cNvSpPr>
          <p:nvPr/>
        </p:nvSpPr>
        <p:spPr>
          <a:xfrm xmlns:a="http://schemas.openxmlformats.org/drawingml/2006/main">
            <a:off x="714375" y="3076575"/>
            <a:ext cx="66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450" b="1">
                <a:solidFill>
                  <a:srgbClr val="12846B"/>
                </a:solidFill>
                <a:latin typeface="Arial"/>
                <a:ea typeface="Arial"/>
                <a:cs typeface="Arial"/>
              </a:defRPr>
            </a:defPPr>
            <a:lvl1pPr algn="l">
              <a:defRPr sz="3450" b="1">
                <a:solidFill>
                  <a:srgbClr val="12846B"/>
                </a:solidFill>
                <a:latin typeface="Arial"/>
                <a:ea typeface="Arial"/>
                <a:cs typeface="Arial"/>
              </a:defRPr>
            </a:lvl1pPr>
            <a:lvl2pPr algn="l">
              <a:defRPr sz="3450" b="1">
                <a:solidFill>
                  <a:srgbClr val="12846B"/>
                </a:solidFill>
                <a:latin typeface="Arial"/>
                <a:ea typeface="Arial"/>
                <a:cs typeface="Arial"/>
              </a:defRPr>
            </a:lvl2pPr>
            <a:lvl3pPr algn="l">
              <a:defRPr sz="3450" b="1">
                <a:solidFill>
                  <a:srgbClr val="12846B"/>
                </a:solidFill>
                <a:latin typeface="Arial"/>
                <a:ea typeface="Arial"/>
                <a:cs typeface="Arial"/>
              </a:defRPr>
            </a:lvl3pPr>
            <a:lvl4pPr algn="l">
              <a:defRPr sz="3450" b="1">
                <a:solidFill>
                  <a:srgbClr val="12846B"/>
                </a:solidFill>
                <a:latin typeface="Arial"/>
                <a:ea typeface="Arial"/>
                <a:cs typeface="Arial"/>
              </a:defRPr>
            </a:lvl4pPr>
            <a:lvl5pPr algn="l">
              <a:defRPr sz="3450" b="1">
                <a:solidFill>
                  <a:srgbClr val="12846B"/>
                </a:solidFill>
                <a:latin typeface="Arial"/>
                <a:ea typeface="Arial"/>
                <a:cs typeface="Arial"/>
              </a:defRPr>
            </a:lvl5pPr>
            <a:lvl6pPr algn="l">
              <a:defRPr sz="3450" b="1">
                <a:solidFill>
                  <a:srgbClr val="12846B"/>
                </a:solidFill>
                <a:latin typeface="Arial"/>
                <a:ea typeface="Arial"/>
                <a:cs typeface="Arial"/>
              </a:defRPr>
            </a:lvl6pPr>
            <a:lvl7pPr algn="l">
              <a:defRPr sz="3450" b="1">
                <a:solidFill>
                  <a:srgbClr val="12846B"/>
                </a:solidFill>
                <a:latin typeface="Arial"/>
                <a:ea typeface="Arial"/>
                <a:cs typeface="Arial"/>
              </a:defRPr>
            </a:lvl7pPr>
            <a:lvl8pPr algn="l">
              <a:defRPr sz="3450" b="1">
                <a:solidFill>
                  <a:srgbClr val="12846B"/>
                </a:solidFill>
                <a:latin typeface="Arial"/>
                <a:ea typeface="Arial"/>
                <a:cs typeface="Arial"/>
              </a:defRPr>
            </a:lvl8pPr>
            <a:lvl9pPr algn="l">
              <a:defRPr sz="3450" b="1">
                <a:solidFill>
                  <a:srgbClr val="12846B"/>
                </a:solidFill>
                <a:latin typeface="Arial"/>
                <a:ea typeface="Arial"/>
                <a:cs typeface="Arial"/>
              </a:defRPr>
            </a:lvl9pPr>
          </a:lstStyle>
          <a:p xmlns:a="http://schemas.openxmlformats.org/drawingml/2006/main">
            <a:pPr algn="l">
              <a:defRPr sz="3450" b="1">
                <a:solidFill>
                  <a:srgbClr val="12846B"/>
                </a:solidFill>
                <a:latin typeface="Arial"/>
                <a:ea typeface="Arial"/>
                <a:cs typeface="Arial"/>
              </a:defRPr>
            </a:pPr>
            <a:r>
              <a:rPr sz="3450" b="1">
                <a:solidFill>
                  <a:srgbClr val="12846B"/>
                </a:solidFill>
                <a:latin typeface="Arial"/>
                <a:ea typeface="Arial"/>
                <a:cs typeface="Arial"/>
              </a:rPr>
              <a:t>2</a:t>
            </a:r>
          </a:p>
        </p:txBody>
      </p:sp>
      <p:sp>
        <p:nvSpPr>
          <p:cNvPr id="8" name="Record a scoped decision">
            <a:extLst xmlns:a="http://schemas.openxmlformats.org/drawingml/2006/main">
              <a:ext uri="{FF2B5EF4-FFF2-40B4-BE49-F238E27FC236}">
                <a16:creationId xmlns:a16="http://schemas.microsoft.com/office/drawing/2014/main" id="{82469401-66F2-40EE-9B6C-43B451C93363}"/>
              </a:ext>
            </a:extLst>
          </p:cNvPr>
          <p:cNvSpPr>
            <a:spLocks xmlns:a="http://schemas.openxmlformats.org/drawingml/2006/main" noGrp="1"/>
          </p:cNvSpPr>
          <p:nvPr/>
        </p:nvSpPr>
        <p:spPr>
          <a:xfrm xmlns:a="http://schemas.openxmlformats.org/drawingml/2006/main">
            <a:off x="1619250" y="3133725"/>
            <a:ext cx="600075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250" b="1">
                <a:solidFill>
                  <a:srgbClr val="112B3A"/>
                </a:solidFill>
                <a:latin typeface="Arial"/>
                <a:ea typeface="Arial"/>
                <a:cs typeface="Arial"/>
              </a:defRPr>
            </a:defPPr>
            <a:lvl1pPr algn="l">
              <a:defRPr sz="2250" b="1">
                <a:solidFill>
                  <a:srgbClr val="112B3A"/>
                </a:solidFill>
                <a:latin typeface="Arial"/>
                <a:ea typeface="Arial"/>
                <a:cs typeface="Arial"/>
              </a:defRPr>
            </a:lvl1pPr>
            <a:lvl2pPr algn="l">
              <a:defRPr sz="2250" b="1">
                <a:solidFill>
                  <a:srgbClr val="112B3A"/>
                </a:solidFill>
                <a:latin typeface="Arial"/>
                <a:ea typeface="Arial"/>
                <a:cs typeface="Arial"/>
              </a:defRPr>
            </a:lvl2pPr>
            <a:lvl3pPr algn="l">
              <a:defRPr sz="2250" b="1">
                <a:solidFill>
                  <a:srgbClr val="112B3A"/>
                </a:solidFill>
                <a:latin typeface="Arial"/>
                <a:ea typeface="Arial"/>
                <a:cs typeface="Arial"/>
              </a:defRPr>
            </a:lvl3pPr>
            <a:lvl4pPr algn="l">
              <a:defRPr sz="2250" b="1">
                <a:solidFill>
                  <a:srgbClr val="112B3A"/>
                </a:solidFill>
                <a:latin typeface="Arial"/>
                <a:ea typeface="Arial"/>
                <a:cs typeface="Arial"/>
              </a:defRPr>
            </a:lvl4pPr>
            <a:lvl5pPr algn="l">
              <a:defRPr sz="2250" b="1">
                <a:solidFill>
                  <a:srgbClr val="112B3A"/>
                </a:solidFill>
                <a:latin typeface="Arial"/>
                <a:ea typeface="Arial"/>
                <a:cs typeface="Arial"/>
              </a:defRPr>
            </a:lvl5pPr>
            <a:lvl6pPr algn="l">
              <a:defRPr sz="2250" b="1">
                <a:solidFill>
                  <a:srgbClr val="112B3A"/>
                </a:solidFill>
                <a:latin typeface="Arial"/>
                <a:ea typeface="Arial"/>
                <a:cs typeface="Arial"/>
              </a:defRPr>
            </a:lvl6pPr>
            <a:lvl7pPr algn="l">
              <a:defRPr sz="2250" b="1">
                <a:solidFill>
                  <a:srgbClr val="112B3A"/>
                </a:solidFill>
                <a:latin typeface="Arial"/>
                <a:ea typeface="Arial"/>
                <a:cs typeface="Arial"/>
              </a:defRPr>
            </a:lvl7pPr>
            <a:lvl8pPr algn="l">
              <a:defRPr sz="2250" b="1">
                <a:solidFill>
                  <a:srgbClr val="112B3A"/>
                </a:solidFill>
                <a:latin typeface="Arial"/>
                <a:ea typeface="Arial"/>
                <a:cs typeface="Arial"/>
              </a:defRPr>
            </a:lvl8pPr>
            <a:lvl9pPr algn="l">
              <a:defRPr sz="2250" b="1">
                <a:solidFill>
                  <a:srgbClr val="112B3A"/>
                </a:solidFill>
                <a:latin typeface="Arial"/>
                <a:ea typeface="Arial"/>
                <a:cs typeface="Arial"/>
              </a:defRPr>
            </a:lvl9pPr>
          </a:lstStyle>
          <a:p xmlns:a="http://schemas.openxmlformats.org/drawingml/2006/main">
            <a:pPr algn="l">
              <a:defRPr sz="2250" b="1">
                <a:solidFill>
                  <a:srgbClr val="112B3A"/>
                </a:solidFill>
                <a:latin typeface="Arial"/>
                <a:ea typeface="Arial"/>
                <a:cs typeface="Arial"/>
              </a:defRPr>
            </a:pPr>
            <a:r>
              <a:rPr sz="2250" b="1">
                <a:solidFill>
                  <a:srgbClr val="112B3A"/>
                </a:solidFill>
                <a:latin typeface="Arial"/>
                <a:ea typeface="Arial"/>
                <a:cs typeface="Arial"/>
              </a:rPr>
              <a:t>Record a scoped decision</a:t>
            </a:r>
          </a:p>
        </p:txBody>
      </p:sp>
      <p:sp>
        <p:nvSpPr>
          <p:cNvPr id="9" name="3">
            <a:extLst xmlns:a="http://schemas.openxmlformats.org/drawingml/2006/main">
              <a:ext uri="{FF2B5EF4-FFF2-40B4-BE49-F238E27FC236}">
                <a16:creationId xmlns:a16="http://schemas.microsoft.com/office/drawing/2014/main" id="{EF5B82F3-E4A4-407B-95BD-F97286A26E29}"/>
              </a:ext>
            </a:extLst>
          </p:cNvPr>
          <p:cNvSpPr>
            <a:spLocks xmlns:a="http://schemas.openxmlformats.org/drawingml/2006/main" noGrp="1"/>
          </p:cNvSpPr>
          <p:nvPr/>
        </p:nvSpPr>
        <p:spPr>
          <a:xfrm xmlns:a="http://schemas.openxmlformats.org/drawingml/2006/main">
            <a:off x="714375" y="4067175"/>
            <a:ext cx="66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450" b="1">
                <a:solidFill>
                  <a:srgbClr val="12846B"/>
                </a:solidFill>
                <a:latin typeface="Arial"/>
                <a:ea typeface="Arial"/>
                <a:cs typeface="Arial"/>
              </a:defRPr>
            </a:defPPr>
            <a:lvl1pPr algn="l">
              <a:defRPr sz="3450" b="1">
                <a:solidFill>
                  <a:srgbClr val="12846B"/>
                </a:solidFill>
                <a:latin typeface="Arial"/>
                <a:ea typeface="Arial"/>
                <a:cs typeface="Arial"/>
              </a:defRPr>
            </a:lvl1pPr>
            <a:lvl2pPr algn="l">
              <a:defRPr sz="3450" b="1">
                <a:solidFill>
                  <a:srgbClr val="12846B"/>
                </a:solidFill>
                <a:latin typeface="Arial"/>
                <a:ea typeface="Arial"/>
                <a:cs typeface="Arial"/>
              </a:defRPr>
            </a:lvl2pPr>
            <a:lvl3pPr algn="l">
              <a:defRPr sz="3450" b="1">
                <a:solidFill>
                  <a:srgbClr val="12846B"/>
                </a:solidFill>
                <a:latin typeface="Arial"/>
                <a:ea typeface="Arial"/>
                <a:cs typeface="Arial"/>
              </a:defRPr>
            </a:lvl3pPr>
            <a:lvl4pPr algn="l">
              <a:defRPr sz="3450" b="1">
                <a:solidFill>
                  <a:srgbClr val="12846B"/>
                </a:solidFill>
                <a:latin typeface="Arial"/>
                <a:ea typeface="Arial"/>
                <a:cs typeface="Arial"/>
              </a:defRPr>
            </a:lvl4pPr>
            <a:lvl5pPr algn="l">
              <a:defRPr sz="3450" b="1">
                <a:solidFill>
                  <a:srgbClr val="12846B"/>
                </a:solidFill>
                <a:latin typeface="Arial"/>
                <a:ea typeface="Arial"/>
                <a:cs typeface="Arial"/>
              </a:defRPr>
            </a:lvl5pPr>
            <a:lvl6pPr algn="l">
              <a:defRPr sz="3450" b="1">
                <a:solidFill>
                  <a:srgbClr val="12846B"/>
                </a:solidFill>
                <a:latin typeface="Arial"/>
                <a:ea typeface="Arial"/>
                <a:cs typeface="Arial"/>
              </a:defRPr>
            </a:lvl6pPr>
            <a:lvl7pPr algn="l">
              <a:defRPr sz="3450" b="1">
                <a:solidFill>
                  <a:srgbClr val="12846B"/>
                </a:solidFill>
                <a:latin typeface="Arial"/>
                <a:ea typeface="Arial"/>
                <a:cs typeface="Arial"/>
              </a:defRPr>
            </a:lvl7pPr>
            <a:lvl8pPr algn="l">
              <a:defRPr sz="3450" b="1">
                <a:solidFill>
                  <a:srgbClr val="12846B"/>
                </a:solidFill>
                <a:latin typeface="Arial"/>
                <a:ea typeface="Arial"/>
                <a:cs typeface="Arial"/>
              </a:defRPr>
            </a:lvl8pPr>
            <a:lvl9pPr algn="l">
              <a:defRPr sz="3450" b="1">
                <a:solidFill>
                  <a:srgbClr val="12846B"/>
                </a:solidFill>
                <a:latin typeface="Arial"/>
                <a:ea typeface="Arial"/>
                <a:cs typeface="Arial"/>
              </a:defRPr>
            </a:lvl9pPr>
          </a:lstStyle>
          <a:p xmlns:a="http://schemas.openxmlformats.org/drawingml/2006/main">
            <a:pPr algn="l">
              <a:defRPr sz="3450" b="1">
                <a:solidFill>
                  <a:srgbClr val="12846B"/>
                </a:solidFill>
                <a:latin typeface="Arial"/>
                <a:ea typeface="Arial"/>
                <a:cs typeface="Arial"/>
              </a:defRPr>
            </a:pPr>
            <a:r>
              <a:rPr sz="3450" b="1">
                <a:solidFill>
                  <a:srgbClr val="12846B"/>
                </a:solidFill>
                <a:latin typeface="Arial"/>
                <a:ea typeface="Arial"/>
                <a:cs typeface="Arial"/>
              </a:rPr>
              <a:t>3</a:t>
            </a:r>
          </a:p>
        </p:txBody>
      </p:sp>
      <p:sp>
        <p:nvSpPr>
          <p:cNvPr id="10" name="Lock it before the reveal">
            <a:extLst xmlns:a="http://schemas.openxmlformats.org/drawingml/2006/main">
              <a:ext uri="{FF2B5EF4-FFF2-40B4-BE49-F238E27FC236}">
                <a16:creationId xmlns:a16="http://schemas.microsoft.com/office/drawing/2014/main" id="{F0F2F59A-D6AE-439E-BB58-E0135BCC8DBF}"/>
              </a:ext>
            </a:extLst>
          </p:cNvPr>
          <p:cNvSpPr>
            <a:spLocks xmlns:a="http://schemas.openxmlformats.org/drawingml/2006/main" noGrp="1"/>
          </p:cNvSpPr>
          <p:nvPr/>
        </p:nvSpPr>
        <p:spPr>
          <a:xfrm xmlns:a="http://schemas.openxmlformats.org/drawingml/2006/main">
            <a:off x="1619250" y="4124325"/>
            <a:ext cx="600075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250" b="1">
                <a:solidFill>
                  <a:srgbClr val="112B3A"/>
                </a:solidFill>
                <a:latin typeface="Arial"/>
                <a:ea typeface="Arial"/>
                <a:cs typeface="Arial"/>
              </a:defRPr>
            </a:defPPr>
            <a:lvl1pPr algn="l">
              <a:defRPr sz="2250" b="1">
                <a:solidFill>
                  <a:srgbClr val="112B3A"/>
                </a:solidFill>
                <a:latin typeface="Arial"/>
                <a:ea typeface="Arial"/>
                <a:cs typeface="Arial"/>
              </a:defRPr>
            </a:lvl1pPr>
            <a:lvl2pPr algn="l">
              <a:defRPr sz="2250" b="1">
                <a:solidFill>
                  <a:srgbClr val="112B3A"/>
                </a:solidFill>
                <a:latin typeface="Arial"/>
                <a:ea typeface="Arial"/>
                <a:cs typeface="Arial"/>
              </a:defRPr>
            </a:lvl2pPr>
            <a:lvl3pPr algn="l">
              <a:defRPr sz="2250" b="1">
                <a:solidFill>
                  <a:srgbClr val="112B3A"/>
                </a:solidFill>
                <a:latin typeface="Arial"/>
                <a:ea typeface="Arial"/>
                <a:cs typeface="Arial"/>
              </a:defRPr>
            </a:lvl3pPr>
            <a:lvl4pPr algn="l">
              <a:defRPr sz="2250" b="1">
                <a:solidFill>
                  <a:srgbClr val="112B3A"/>
                </a:solidFill>
                <a:latin typeface="Arial"/>
                <a:ea typeface="Arial"/>
                <a:cs typeface="Arial"/>
              </a:defRPr>
            </a:lvl4pPr>
            <a:lvl5pPr algn="l">
              <a:defRPr sz="2250" b="1">
                <a:solidFill>
                  <a:srgbClr val="112B3A"/>
                </a:solidFill>
                <a:latin typeface="Arial"/>
                <a:ea typeface="Arial"/>
                <a:cs typeface="Arial"/>
              </a:defRPr>
            </a:lvl5pPr>
            <a:lvl6pPr algn="l">
              <a:defRPr sz="2250" b="1">
                <a:solidFill>
                  <a:srgbClr val="112B3A"/>
                </a:solidFill>
                <a:latin typeface="Arial"/>
                <a:ea typeface="Arial"/>
                <a:cs typeface="Arial"/>
              </a:defRPr>
            </a:lvl6pPr>
            <a:lvl7pPr algn="l">
              <a:defRPr sz="2250" b="1">
                <a:solidFill>
                  <a:srgbClr val="112B3A"/>
                </a:solidFill>
                <a:latin typeface="Arial"/>
                <a:ea typeface="Arial"/>
                <a:cs typeface="Arial"/>
              </a:defRPr>
            </a:lvl7pPr>
            <a:lvl8pPr algn="l">
              <a:defRPr sz="2250" b="1">
                <a:solidFill>
                  <a:srgbClr val="112B3A"/>
                </a:solidFill>
                <a:latin typeface="Arial"/>
                <a:ea typeface="Arial"/>
                <a:cs typeface="Arial"/>
              </a:defRPr>
            </a:lvl8pPr>
            <a:lvl9pPr algn="l">
              <a:defRPr sz="2250" b="1">
                <a:solidFill>
                  <a:srgbClr val="112B3A"/>
                </a:solidFill>
                <a:latin typeface="Arial"/>
                <a:ea typeface="Arial"/>
                <a:cs typeface="Arial"/>
              </a:defRPr>
            </a:lvl9pPr>
          </a:lstStyle>
          <a:p xmlns:a="http://schemas.openxmlformats.org/drawingml/2006/main">
            <a:pPr algn="l">
              <a:defRPr sz="2250" b="1">
                <a:solidFill>
                  <a:srgbClr val="112B3A"/>
                </a:solidFill>
                <a:latin typeface="Arial"/>
                <a:ea typeface="Arial"/>
                <a:cs typeface="Arial"/>
              </a:defRPr>
            </a:pPr>
            <a:r>
              <a:rPr sz="2250" b="1">
                <a:solidFill>
                  <a:srgbClr val="112B3A"/>
                </a:solidFill>
                <a:latin typeface="Arial"/>
                <a:ea typeface="Arial"/>
                <a:cs typeface="Arial"/>
              </a:rPr>
              <a:t>Lock it before the reveal</a:t>
            </a:r>
          </a:p>
        </p:txBody>
      </p:sp>
      <p:sp>
        <p:nvSpPr>
          <p:cNvPr id="11" name="Lead / recorder / evidence analyst / reviewer">
            <a:extLst xmlns:a="http://schemas.openxmlformats.org/drawingml/2006/main">
              <a:ext uri="{FF2B5EF4-FFF2-40B4-BE49-F238E27FC236}">
                <a16:creationId xmlns:a16="http://schemas.microsoft.com/office/drawing/2014/main" id="{17232780-B6A2-4928-83D3-8650469F95B2}"/>
              </a:ext>
            </a:extLst>
          </p:cNvPr>
          <p:cNvSpPr>
            <a:spLocks xmlns:a="http://schemas.openxmlformats.org/drawingml/2006/main" noGrp="1"/>
          </p:cNvSpPr>
          <p:nvPr/>
        </p:nvSpPr>
        <p:spPr>
          <a:xfrm xmlns:a="http://schemas.openxmlformats.org/drawingml/2006/main">
            <a:off x="714375" y="5362575"/>
            <a:ext cx="685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00" b="0">
                <a:solidFill>
                  <a:srgbClr val="112B3A"/>
                </a:solidFill>
                <a:latin typeface="Arial"/>
                <a:ea typeface="Arial"/>
                <a:cs typeface="Arial"/>
              </a:defRPr>
            </a:defPPr>
            <a:lvl1pPr algn="l">
              <a:defRPr sz="1800" b="0">
                <a:solidFill>
                  <a:srgbClr val="112B3A"/>
                </a:solidFill>
                <a:latin typeface="Arial"/>
                <a:ea typeface="Arial"/>
                <a:cs typeface="Arial"/>
              </a:defRPr>
            </a:lvl1pPr>
            <a:lvl2pPr algn="l">
              <a:defRPr sz="1800" b="0">
                <a:solidFill>
                  <a:srgbClr val="112B3A"/>
                </a:solidFill>
                <a:latin typeface="Arial"/>
                <a:ea typeface="Arial"/>
                <a:cs typeface="Arial"/>
              </a:defRPr>
            </a:lvl2pPr>
            <a:lvl3pPr algn="l">
              <a:defRPr sz="1800" b="0">
                <a:solidFill>
                  <a:srgbClr val="112B3A"/>
                </a:solidFill>
                <a:latin typeface="Arial"/>
                <a:ea typeface="Arial"/>
                <a:cs typeface="Arial"/>
              </a:defRPr>
            </a:lvl3pPr>
            <a:lvl4pPr algn="l">
              <a:defRPr sz="1800" b="0">
                <a:solidFill>
                  <a:srgbClr val="112B3A"/>
                </a:solidFill>
                <a:latin typeface="Arial"/>
                <a:ea typeface="Arial"/>
                <a:cs typeface="Arial"/>
              </a:defRPr>
            </a:lvl4pPr>
            <a:lvl5pPr algn="l">
              <a:defRPr sz="1800" b="0">
                <a:solidFill>
                  <a:srgbClr val="112B3A"/>
                </a:solidFill>
                <a:latin typeface="Arial"/>
                <a:ea typeface="Arial"/>
                <a:cs typeface="Arial"/>
              </a:defRPr>
            </a:lvl5pPr>
            <a:lvl6pPr algn="l">
              <a:defRPr sz="1800" b="0">
                <a:solidFill>
                  <a:srgbClr val="112B3A"/>
                </a:solidFill>
                <a:latin typeface="Arial"/>
                <a:ea typeface="Arial"/>
                <a:cs typeface="Arial"/>
              </a:defRPr>
            </a:lvl6pPr>
            <a:lvl7pPr algn="l">
              <a:defRPr sz="1800" b="0">
                <a:solidFill>
                  <a:srgbClr val="112B3A"/>
                </a:solidFill>
                <a:latin typeface="Arial"/>
                <a:ea typeface="Arial"/>
                <a:cs typeface="Arial"/>
              </a:defRPr>
            </a:lvl7pPr>
            <a:lvl8pPr algn="l">
              <a:defRPr sz="1800" b="0">
                <a:solidFill>
                  <a:srgbClr val="112B3A"/>
                </a:solidFill>
                <a:latin typeface="Arial"/>
                <a:ea typeface="Arial"/>
                <a:cs typeface="Arial"/>
              </a:defRPr>
            </a:lvl8pPr>
            <a:lvl9pPr algn="l">
              <a:defRPr sz="1800" b="0">
                <a:solidFill>
                  <a:srgbClr val="112B3A"/>
                </a:solidFill>
                <a:latin typeface="Arial"/>
                <a:ea typeface="Arial"/>
                <a:cs typeface="Arial"/>
              </a:defRPr>
            </a:lvl9pPr>
          </a:lstStyle>
          <a:p xmlns:a="http://schemas.openxmlformats.org/drawingml/2006/main">
            <a:pPr algn="l">
              <a:defRPr sz="1800" b="0">
                <a:solidFill>
                  <a:srgbClr val="112B3A"/>
                </a:solidFill>
                <a:latin typeface="Arial"/>
                <a:ea typeface="Arial"/>
                <a:cs typeface="Arial"/>
              </a:defRPr>
            </a:pPr>
            <a:r>
              <a:rPr sz="1800" b="0">
                <a:solidFill>
                  <a:srgbClr val="112B3A"/>
                </a:solidFill>
                <a:latin typeface="Arial"/>
                <a:ea typeface="Arial"/>
                <a:cs typeface="Arial"/>
              </a:rPr>
              <a:t>Lead / recorder / evidence analyst / reviewer</a:t>
            </a:r>
          </a:p>
        </p:txBody>
      </p:sp>
      <p:sp>
        <p:nvSpPr>
          <p:cNvPr id="12" name="No laptop or YAML required. Keep evidence sea">
            <a:extLst xmlns:a="http://schemas.openxmlformats.org/drawingml/2006/main">
              <a:ext uri="{FF2B5EF4-FFF2-40B4-BE49-F238E27FC236}">
                <a16:creationId xmlns:a16="http://schemas.microsoft.com/office/drawing/2014/main" id="{B6020B7C-DC29-4C32-A253-BF2BD4D2632F}"/>
              </a:ext>
            </a:extLst>
          </p:cNvPr>
          <p:cNvSpPr>
            <a:spLocks xmlns:a="http://schemas.openxmlformats.org/drawingml/2006/main" noGrp="1"/>
          </p:cNvSpPr>
          <p:nvPr/>
        </p:nvSpPr>
        <p:spPr>
          <a:xfrm xmlns:a="http://schemas.openxmlformats.org/drawingml/2006/main">
            <a:off x="714375" y="6153150"/>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1">
                <a:solidFill>
                  <a:srgbClr val="12846B"/>
                </a:solidFill>
                <a:latin typeface="Arial"/>
                <a:ea typeface="Arial"/>
                <a:cs typeface="Arial"/>
              </a:defRPr>
            </a:defPPr>
            <a:lvl1pPr algn="l">
              <a:defRPr sz="1650" b="1">
                <a:solidFill>
                  <a:srgbClr val="12846B"/>
                </a:solidFill>
                <a:latin typeface="Arial"/>
                <a:ea typeface="Arial"/>
                <a:cs typeface="Arial"/>
              </a:defRPr>
            </a:lvl1pPr>
            <a:lvl2pPr algn="l">
              <a:defRPr sz="1650" b="1">
                <a:solidFill>
                  <a:srgbClr val="12846B"/>
                </a:solidFill>
                <a:latin typeface="Arial"/>
                <a:ea typeface="Arial"/>
                <a:cs typeface="Arial"/>
              </a:defRPr>
            </a:lvl2pPr>
            <a:lvl3pPr algn="l">
              <a:defRPr sz="1650" b="1">
                <a:solidFill>
                  <a:srgbClr val="12846B"/>
                </a:solidFill>
                <a:latin typeface="Arial"/>
                <a:ea typeface="Arial"/>
                <a:cs typeface="Arial"/>
              </a:defRPr>
            </a:lvl3pPr>
            <a:lvl4pPr algn="l">
              <a:defRPr sz="1650" b="1">
                <a:solidFill>
                  <a:srgbClr val="12846B"/>
                </a:solidFill>
                <a:latin typeface="Arial"/>
                <a:ea typeface="Arial"/>
                <a:cs typeface="Arial"/>
              </a:defRPr>
            </a:lvl4pPr>
            <a:lvl5pPr algn="l">
              <a:defRPr sz="1650" b="1">
                <a:solidFill>
                  <a:srgbClr val="12846B"/>
                </a:solidFill>
                <a:latin typeface="Arial"/>
                <a:ea typeface="Arial"/>
                <a:cs typeface="Arial"/>
              </a:defRPr>
            </a:lvl5pPr>
            <a:lvl6pPr algn="l">
              <a:defRPr sz="1650" b="1">
                <a:solidFill>
                  <a:srgbClr val="12846B"/>
                </a:solidFill>
                <a:latin typeface="Arial"/>
                <a:ea typeface="Arial"/>
                <a:cs typeface="Arial"/>
              </a:defRPr>
            </a:lvl6pPr>
            <a:lvl7pPr algn="l">
              <a:defRPr sz="1650" b="1">
                <a:solidFill>
                  <a:srgbClr val="12846B"/>
                </a:solidFill>
                <a:latin typeface="Arial"/>
                <a:ea typeface="Arial"/>
                <a:cs typeface="Arial"/>
              </a:defRPr>
            </a:lvl7pPr>
            <a:lvl8pPr algn="l">
              <a:defRPr sz="1650" b="1">
                <a:solidFill>
                  <a:srgbClr val="12846B"/>
                </a:solidFill>
                <a:latin typeface="Arial"/>
                <a:ea typeface="Arial"/>
                <a:cs typeface="Arial"/>
              </a:defRPr>
            </a:lvl8pPr>
            <a:lvl9pPr algn="l">
              <a:defRPr sz="1650" b="1">
                <a:solidFill>
                  <a:srgbClr val="12846B"/>
                </a:solidFill>
                <a:latin typeface="Arial"/>
                <a:ea typeface="Arial"/>
                <a:cs typeface="Arial"/>
              </a:defRPr>
            </a:lvl9pPr>
          </a:lstStyle>
          <a:p xmlns:a="http://schemas.openxmlformats.org/drawingml/2006/main">
            <a:pPr algn="l">
              <a:defRPr sz="1650" b="1">
                <a:solidFill>
                  <a:srgbClr val="12846B"/>
                </a:solidFill>
                <a:latin typeface="Arial"/>
                <a:ea typeface="Arial"/>
                <a:cs typeface="Arial"/>
              </a:defRPr>
            </a:pPr>
            <a:r>
              <a:rPr sz="1650" b="1">
                <a:solidFill>
                  <a:srgbClr val="12846B"/>
                </a:solidFill>
                <a:latin typeface="Arial"/>
                <a:ea typeface="Arial"/>
                <a:cs typeface="Arial"/>
              </a:rPr>
              <a:t>No laptop or YAML required. Keep evidence sealed.</a:t>
            </a:r>
          </a:p>
        </p:txBody>
      </p:sp>
    </p:spTree>
    <p:extLst>
      <p:ext uri="{BB962C8B-B14F-4D97-AF65-F5344CB8AC3E}">
        <p14:creationId xmlns:p14="http://schemas.microsoft.com/office/powerpoint/2010/main" val="983834365"/>
      </p:ext>
    </p:extLst>
  </p:cSld>
</p:sld>
</file>

<file path=ppt/slides/slide13.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19" name="slide-13-title">
            <a:extLst xmlns:a="http://schemas.openxmlformats.org/drawingml/2006/main">
              <a:ext uri="{FF2B5EF4-FFF2-40B4-BE49-F238E27FC236}">
                <a16:creationId xmlns:a16="http://schemas.microsoft.com/office/drawing/2014/main" id="{45A5DBEF-04AA-4B86-B891-B3CA362A300B}"/>
              </a:ext>
            </a:extLst>
          </p:cNvPr>
          <p:cNvSpPr>
            <a:spLocks xmlns:a="http://schemas.openxmlformats.org/drawingml/2006/main" noGrp="1"/>
          </p:cNvSpPr>
          <p:nvPr/>
        </p:nvSpPr>
        <p:spPr>
          <a:xfrm xmlns:a="http://schemas.openxmlformats.org/drawingml/2006/main">
            <a:off x="609600" y="476250"/>
            <a:ext cx="10858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112B3A"/>
                </a:solidFill>
                <a:latin typeface="Arial"/>
                <a:ea typeface="Arial"/>
                <a:cs typeface="Arial"/>
              </a:defRPr>
            </a:defPPr>
            <a:lvl1pPr algn="l">
              <a:defRPr sz="3150" b="1">
                <a:solidFill>
                  <a:srgbClr val="112B3A"/>
                </a:solidFill>
                <a:latin typeface="Arial"/>
                <a:ea typeface="Arial"/>
                <a:cs typeface="Arial"/>
              </a:defRPr>
            </a:lvl1pPr>
            <a:lvl2pPr algn="l">
              <a:defRPr sz="3150" b="1">
                <a:solidFill>
                  <a:srgbClr val="112B3A"/>
                </a:solidFill>
                <a:latin typeface="Arial"/>
                <a:ea typeface="Arial"/>
                <a:cs typeface="Arial"/>
              </a:defRPr>
            </a:lvl2pPr>
            <a:lvl3pPr algn="l">
              <a:defRPr sz="3150" b="1">
                <a:solidFill>
                  <a:srgbClr val="112B3A"/>
                </a:solidFill>
                <a:latin typeface="Arial"/>
                <a:ea typeface="Arial"/>
                <a:cs typeface="Arial"/>
              </a:defRPr>
            </a:lvl3pPr>
            <a:lvl4pPr algn="l">
              <a:defRPr sz="3150" b="1">
                <a:solidFill>
                  <a:srgbClr val="112B3A"/>
                </a:solidFill>
                <a:latin typeface="Arial"/>
                <a:ea typeface="Arial"/>
                <a:cs typeface="Arial"/>
              </a:defRPr>
            </a:lvl4pPr>
            <a:lvl5pPr algn="l">
              <a:defRPr sz="3150" b="1">
                <a:solidFill>
                  <a:srgbClr val="112B3A"/>
                </a:solidFill>
                <a:latin typeface="Arial"/>
                <a:ea typeface="Arial"/>
                <a:cs typeface="Arial"/>
              </a:defRPr>
            </a:lvl5pPr>
            <a:lvl6pPr algn="l">
              <a:defRPr sz="3150" b="1">
                <a:solidFill>
                  <a:srgbClr val="112B3A"/>
                </a:solidFill>
                <a:latin typeface="Arial"/>
                <a:ea typeface="Arial"/>
                <a:cs typeface="Arial"/>
              </a:defRPr>
            </a:lvl6pPr>
            <a:lvl7pPr algn="l">
              <a:defRPr sz="3150" b="1">
                <a:solidFill>
                  <a:srgbClr val="112B3A"/>
                </a:solidFill>
                <a:latin typeface="Arial"/>
                <a:ea typeface="Arial"/>
                <a:cs typeface="Arial"/>
              </a:defRPr>
            </a:lvl7pPr>
            <a:lvl8pPr algn="l">
              <a:defRPr sz="3150" b="1">
                <a:solidFill>
                  <a:srgbClr val="112B3A"/>
                </a:solidFill>
                <a:latin typeface="Arial"/>
                <a:ea typeface="Arial"/>
                <a:cs typeface="Arial"/>
              </a:defRPr>
            </a:lvl8pPr>
            <a:lvl9pPr algn="l">
              <a:defRPr sz="3150" b="1">
                <a:solidFill>
                  <a:srgbClr val="112B3A"/>
                </a:solidFill>
                <a:latin typeface="Arial"/>
                <a:ea typeface="Arial"/>
                <a:cs typeface="Arial"/>
              </a:defRPr>
            </a:lvl9pPr>
          </a:lstStyle>
          <a:p xmlns:a="http://schemas.openxmlformats.org/drawingml/2006/main">
            <a:pPr algn="l">
              <a:defRPr sz="3150" b="1">
                <a:solidFill>
                  <a:srgbClr val="112B3A"/>
                </a:solidFill>
                <a:latin typeface="Arial"/>
                <a:ea typeface="Arial"/>
                <a:cs typeface="Arial"/>
              </a:defRPr>
            </a:pPr>
            <a:r>
              <a:rPr sz="3150" b="1">
                <a:solidFill>
                  <a:srgbClr val="112B3A"/>
                </a:solidFill>
                <a:latin typeface="Arial"/>
                <a:ea typeface="Arial"/>
                <a:cs typeface="Arial"/>
              </a:rPr>
              <a:t>Four initial alerts</a:t>
            </a:r>
          </a:p>
        </p:txBody>
      </p:sp>
      <p:sp>
        <p:nvSpPr>
          <p:cNvPr id="2" name="Choose one case. Read only its initial facts.">
            <a:extLst xmlns:a="http://schemas.openxmlformats.org/drawingml/2006/main">
              <a:ext uri="{FF2B5EF4-FFF2-40B4-BE49-F238E27FC236}">
                <a16:creationId xmlns:a16="http://schemas.microsoft.com/office/drawing/2014/main" id="{D6DDDF46-85F2-4AA5-A262-0DC372F56210}"/>
              </a:ext>
            </a:extLst>
          </p:cNvPr>
          <p:cNvSpPr>
            <a:spLocks xmlns:a="http://schemas.openxmlformats.org/drawingml/2006/main" noGrp="1"/>
          </p:cNvSpPr>
          <p:nvPr/>
        </p:nvSpPr>
        <p:spPr>
          <a:xfrm xmlns:a="http://schemas.openxmlformats.org/drawingml/2006/main">
            <a:off x="647700" y="1257300"/>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a:solidFill>
                  <a:srgbClr val="526875"/>
                </a:solidFill>
                <a:latin typeface="Arial"/>
                <a:ea typeface="Arial"/>
                <a:cs typeface="Arial"/>
              </a:defRPr>
            </a:defPPr>
            <a:lvl1pPr algn="l">
              <a:defRPr sz="1500" b="0">
                <a:solidFill>
                  <a:srgbClr val="526875"/>
                </a:solidFill>
                <a:latin typeface="Arial"/>
                <a:ea typeface="Arial"/>
                <a:cs typeface="Arial"/>
              </a:defRPr>
            </a:lvl1pPr>
            <a:lvl2pPr algn="l">
              <a:defRPr sz="1500" b="0">
                <a:solidFill>
                  <a:srgbClr val="526875"/>
                </a:solidFill>
                <a:latin typeface="Arial"/>
                <a:ea typeface="Arial"/>
                <a:cs typeface="Arial"/>
              </a:defRPr>
            </a:lvl2pPr>
            <a:lvl3pPr algn="l">
              <a:defRPr sz="1500" b="0">
                <a:solidFill>
                  <a:srgbClr val="526875"/>
                </a:solidFill>
                <a:latin typeface="Arial"/>
                <a:ea typeface="Arial"/>
                <a:cs typeface="Arial"/>
              </a:defRPr>
            </a:lvl3pPr>
            <a:lvl4pPr algn="l">
              <a:defRPr sz="1500" b="0">
                <a:solidFill>
                  <a:srgbClr val="526875"/>
                </a:solidFill>
                <a:latin typeface="Arial"/>
                <a:ea typeface="Arial"/>
                <a:cs typeface="Arial"/>
              </a:defRPr>
            </a:lvl4pPr>
            <a:lvl5pPr algn="l">
              <a:defRPr sz="1500" b="0">
                <a:solidFill>
                  <a:srgbClr val="526875"/>
                </a:solidFill>
                <a:latin typeface="Arial"/>
                <a:ea typeface="Arial"/>
                <a:cs typeface="Arial"/>
              </a:defRPr>
            </a:lvl5pPr>
            <a:lvl6pPr algn="l">
              <a:defRPr sz="1500" b="0">
                <a:solidFill>
                  <a:srgbClr val="526875"/>
                </a:solidFill>
                <a:latin typeface="Arial"/>
                <a:ea typeface="Arial"/>
                <a:cs typeface="Arial"/>
              </a:defRPr>
            </a:lvl6pPr>
            <a:lvl7pPr algn="l">
              <a:defRPr sz="1500" b="0">
                <a:solidFill>
                  <a:srgbClr val="526875"/>
                </a:solidFill>
                <a:latin typeface="Arial"/>
                <a:ea typeface="Arial"/>
                <a:cs typeface="Arial"/>
              </a:defRPr>
            </a:lvl7pPr>
            <a:lvl8pPr algn="l">
              <a:defRPr sz="1500" b="0">
                <a:solidFill>
                  <a:srgbClr val="526875"/>
                </a:solidFill>
                <a:latin typeface="Arial"/>
                <a:ea typeface="Arial"/>
                <a:cs typeface="Arial"/>
              </a:defRPr>
            </a:lvl8pPr>
            <a:lvl9pPr algn="l">
              <a:defRPr sz="1500" b="0">
                <a:solidFill>
                  <a:srgbClr val="526875"/>
                </a:solidFill>
                <a:latin typeface="Arial"/>
                <a:ea typeface="Arial"/>
                <a:cs typeface="Arial"/>
              </a:defRPr>
            </a:lvl9pPr>
          </a:lstStyle>
          <a:p xmlns:a="http://schemas.openxmlformats.org/drawingml/2006/main">
            <a:pPr algn="l">
              <a:defRPr sz="1500" b="0">
                <a:solidFill>
                  <a:srgbClr val="526875"/>
                </a:solidFill>
                <a:latin typeface="Arial"/>
                <a:ea typeface="Arial"/>
                <a:cs typeface="Arial"/>
              </a:defRPr>
            </a:pPr>
            <a:r>
              <a:rPr sz="1500" b="0">
                <a:solidFill>
                  <a:srgbClr val="526875"/>
                </a:solidFill>
                <a:latin typeface="Arial"/>
                <a:ea typeface="Arial"/>
                <a:cs typeface="Arial"/>
              </a:rPr>
              <a:t>Choose one case. Read only its initial facts.</a:t>
            </a:r>
          </a:p>
        </p:txBody>
      </p:sp>
      <p:sp>
        <p:nvSpPr>
          <p:cNvPr id="3" name="13">
            <a:extLst xmlns:a="http://schemas.openxmlformats.org/drawingml/2006/main">
              <a:ext uri="{FF2B5EF4-FFF2-40B4-BE49-F238E27FC236}">
                <a16:creationId xmlns:a16="http://schemas.microsoft.com/office/drawing/2014/main" id="{D0BCC94C-27CF-4F10-8A44-292D217BA20E}"/>
              </a:ext>
            </a:extLst>
          </p:cNvPr>
          <p:cNvSpPr>
            <a:spLocks xmlns:a="http://schemas.openxmlformats.org/drawingml/2006/main" noGrp="1"/>
          </p:cNvSpPr>
          <p:nvPr/>
        </p:nvSpPr>
        <p:spPr>
          <a:xfrm xmlns:a="http://schemas.openxmlformats.org/drawingml/2006/main">
            <a:off x="11172825" y="641032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0">
                <a:solidFill>
                  <a:srgbClr val="526875"/>
                </a:solidFill>
                <a:latin typeface="Arial"/>
                <a:ea typeface="Arial"/>
                <a:cs typeface="Arial"/>
              </a:defRPr>
            </a:defPPr>
            <a:lvl1pPr algn="r">
              <a:defRPr sz="975" b="0">
                <a:solidFill>
                  <a:srgbClr val="526875"/>
                </a:solidFill>
                <a:latin typeface="Arial"/>
                <a:ea typeface="Arial"/>
                <a:cs typeface="Arial"/>
              </a:defRPr>
            </a:lvl1pPr>
            <a:lvl2pPr algn="r">
              <a:defRPr sz="975" b="0">
                <a:solidFill>
                  <a:srgbClr val="526875"/>
                </a:solidFill>
                <a:latin typeface="Arial"/>
                <a:ea typeface="Arial"/>
                <a:cs typeface="Arial"/>
              </a:defRPr>
            </a:lvl2pPr>
            <a:lvl3pPr algn="r">
              <a:defRPr sz="975" b="0">
                <a:solidFill>
                  <a:srgbClr val="526875"/>
                </a:solidFill>
                <a:latin typeface="Arial"/>
                <a:ea typeface="Arial"/>
                <a:cs typeface="Arial"/>
              </a:defRPr>
            </a:lvl3pPr>
            <a:lvl4pPr algn="r">
              <a:defRPr sz="975" b="0">
                <a:solidFill>
                  <a:srgbClr val="526875"/>
                </a:solidFill>
                <a:latin typeface="Arial"/>
                <a:ea typeface="Arial"/>
                <a:cs typeface="Arial"/>
              </a:defRPr>
            </a:lvl4pPr>
            <a:lvl5pPr algn="r">
              <a:defRPr sz="975" b="0">
                <a:solidFill>
                  <a:srgbClr val="526875"/>
                </a:solidFill>
                <a:latin typeface="Arial"/>
                <a:ea typeface="Arial"/>
                <a:cs typeface="Arial"/>
              </a:defRPr>
            </a:lvl5pPr>
            <a:lvl6pPr algn="r">
              <a:defRPr sz="975" b="0">
                <a:solidFill>
                  <a:srgbClr val="526875"/>
                </a:solidFill>
                <a:latin typeface="Arial"/>
                <a:ea typeface="Arial"/>
                <a:cs typeface="Arial"/>
              </a:defRPr>
            </a:lvl6pPr>
            <a:lvl7pPr algn="r">
              <a:defRPr sz="975" b="0">
                <a:solidFill>
                  <a:srgbClr val="526875"/>
                </a:solidFill>
                <a:latin typeface="Arial"/>
                <a:ea typeface="Arial"/>
                <a:cs typeface="Arial"/>
              </a:defRPr>
            </a:lvl7pPr>
            <a:lvl8pPr algn="r">
              <a:defRPr sz="975" b="0">
                <a:solidFill>
                  <a:srgbClr val="526875"/>
                </a:solidFill>
                <a:latin typeface="Arial"/>
                <a:ea typeface="Arial"/>
                <a:cs typeface="Arial"/>
              </a:defRPr>
            </a:lvl8pPr>
            <a:lvl9pPr algn="r">
              <a:defRPr sz="975" b="0">
                <a:solidFill>
                  <a:srgbClr val="526875"/>
                </a:solidFill>
                <a:latin typeface="Arial"/>
                <a:ea typeface="Arial"/>
                <a:cs typeface="Arial"/>
              </a:defRPr>
            </a:lvl9pPr>
          </a:lstStyle>
          <a:p xmlns:a="http://schemas.openxmlformats.org/drawingml/2006/main">
            <a:pPr algn="r">
              <a:defRPr sz="975" b="0">
                <a:solidFill>
                  <a:srgbClr val="526875"/>
                </a:solidFill>
                <a:latin typeface="Arial"/>
                <a:ea typeface="Arial"/>
                <a:cs typeface="Arial"/>
              </a:defRPr>
            </a:pPr>
            <a:r>
              <a:rPr sz="975" b="0">
                <a:solidFill>
                  <a:srgbClr val="526875"/>
                </a:solidFill>
                <a:latin typeface="Arial"/>
                <a:ea typeface="Arial"/>
                <a:cs typeface="Arial"/>
              </a:rPr>
              <a:t>13</a:t>
            </a:r>
          </a:p>
        </p:txBody>
      </p:sp>
      <p:sp>
        <p:nvSpPr>
          <p:cNvPr id="4" name="A">
            <a:extLst xmlns:a="http://schemas.openxmlformats.org/drawingml/2006/main">
              <a:ext uri="{FF2B5EF4-FFF2-40B4-BE49-F238E27FC236}">
                <a16:creationId xmlns:a16="http://schemas.microsoft.com/office/drawing/2014/main" id="{A532494C-DB21-47E5-9086-93B76BFE0CBE}"/>
              </a:ext>
            </a:extLst>
          </p:cNvPr>
          <p:cNvSpPr>
            <a:spLocks xmlns:a="http://schemas.openxmlformats.org/drawingml/2006/main" noGrp="1"/>
          </p:cNvSpPr>
          <p:nvPr/>
        </p:nvSpPr>
        <p:spPr>
          <a:xfrm xmlns:a="http://schemas.openxmlformats.org/drawingml/2006/main">
            <a:off x="714375" y="1905000"/>
            <a:ext cx="762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900" b="1">
                <a:solidFill>
                  <a:srgbClr val="F7785D"/>
                </a:solidFill>
                <a:latin typeface="Arial"/>
                <a:ea typeface="Arial"/>
                <a:cs typeface="Arial"/>
              </a:defRPr>
            </a:defPPr>
            <a:lvl1pPr algn="l">
              <a:defRPr sz="3900" b="1">
                <a:solidFill>
                  <a:srgbClr val="F7785D"/>
                </a:solidFill>
                <a:latin typeface="Arial"/>
                <a:ea typeface="Arial"/>
                <a:cs typeface="Arial"/>
              </a:defRPr>
            </a:lvl1pPr>
            <a:lvl2pPr algn="l">
              <a:defRPr sz="3900" b="1">
                <a:solidFill>
                  <a:srgbClr val="F7785D"/>
                </a:solidFill>
                <a:latin typeface="Arial"/>
                <a:ea typeface="Arial"/>
                <a:cs typeface="Arial"/>
              </a:defRPr>
            </a:lvl2pPr>
            <a:lvl3pPr algn="l">
              <a:defRPr sz="3900" b="1">
                <a:solidFill>
                  <a:srgbClr val="F7785D"/>
                </a:solidFill>
                <a:latin typeface="Arial"/>
                <a:ea typeface="Arial"/>
                <a:cs typeface="Arial"/>
              </a:defRPr>
            </a:lvl3pPr>
            <a:lvl4pPr algn="l">
              <a:defRPr sz="3900" b="1">
                <a:solidFill>
                  <a:srgbClr val="F7785D"/>
                </a:solidFill>
                <a:latin typeface="Arial"/>
                <a:ea typeface="Arial"/>
                <a:cs typeface="Arial"/>
              </a:defRPr>
            </a:lvl4pPr>
            <a:lvl5pPr algn="l">
              <a:defRPr sz="3900" b="1">
                <a:solidFill>
                  <a:srgbClr val="F7785D"/>
                </a:solidFill>
                <a:latin typeface="Arial"/>
                <a:ea typeface="Arial"/>
                <a:cs typeface="Arial"/>
              </a:defRPr>
            </a:lvl5pPr>
            <a:lvl6pPr algn="l">
              <a:defRPr sz="3900" b="1">
                <a:solidFill>
                  <a:srgbClr val="F7785D"/>
                </a:solidFill>
                <a:latin typeface="Arial"/>
                <a:ea typeface="Arial"/>
                <a:cs typeface="Arial"/>
              </a:defRPr>
            </a:lvl6pPr>
            <a:lvl7pPr algn="l">
              <a:defRPr sz="3900" b="1">
                <a:solidFill>
                  <a:srgbClr val="F7785D"/>
                </a:solidFill>
                <a:latin typeface="Arial"/>
                <a:ea typeface="Arial"/>
                <a:cs typeface="Arial"/>
              </a:defRPr>
            </a:lvl7pPr>
            <a:lvl8pPr algn="l">
              <a:defRPr sz="3900" b="1">
                <a:solidFill>
                  <a:srgbClr val="F7785D"/>
                </a:solidFill>
                <a:latin typeface="Arial"/>
                <a:ea typeface="Arial"/>
                <a:cs typeface="Arial"/>
              </a:defRPr>
            </a:lvl8pPr>
            <a:lvl9pPr algn="l">
              <a:defRPr sz="3900" b="1">
                <a:solidFill>
                  <a:srgbClr val="F7785D"/>
                </a:solidFill>
                <a:latin typeface="Arial"/>
                <a:ea typeface="Arial"/>
                <a:cs typeface="Arial"/>
              </a:defRPr>
            </a:lvl9pPr>
          </a:lstStyle>
          <a:p xmlns:a="http://schemas.openxmlformats.org/drawingml/2006/main">
            <a:pPr algn="l">
              <a:defRPr sz="3900" b="1">
                <a:solidFill>
                  <a:srgbClr val="F7785D"/>
                </a:solidFill>
                <a:latin typeface="Arial"/>
                <a:ea typeface="Arial"/>
                <a:cs typeface="Arial"/>
              </a:defRPr>
            </a:pPr>
            <a:r>
              <a:rPr sz="3900" b="1">
                <a:solidFill>
                  <a:srgbClr val="F7785D"/>
                </a:solidFill>
                <a:latin typeface="Arial"/>
                <a:ea typeface="Arial"/>
                <a:cs typeface="Arial"/>
              </a:rPr>
              <a:t>A</a:t>
            </a:r>
          </a:p>
        </p:txBody>
      </p:sp>
      <p:sp>
        <p:nvSpPr>
          <p:cNvPr id="5" name="Library update">
            <a:extLst xmlns:a="http://schemas.openxmlformats.org/drawingml/2006/main">
              <a:ext uri="{FF2B5EF4-FFF2-40B4-BE49-F238E27FC236}">
                <a16:creationId xmlns:a16="http://schemas.microsoft.com/office/drawing/2014/main" id="{50402072-A906-48FE-8332-30D503563155}"/>
              </a:ext>
            </a:extLst>
          </p:cNvPr>
          <p:cNvSpPr>
            <a:spLocks xmlns:a="http://schemas.openxmlformats.org/drawingml/2006/main" noGrp="1"/>
          </p:cNvSpPr>
          <p:nvPr/>
        </p:nvSpPr>
        <p:spPr>
          <a:xfrm xmlns:a="http://schemas.openxmlformats.org/drawingml/2006/main">
            <a:off x="1800225" y="1943100"/>
            <a:ext cx="4048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1">
                <a:solidFill>
                  <a:srgbClr val="112B3A"/>
                </a:solidFill>
                <a:latin typeface="Arial"/>
                <a:ea typeface="Arial"/>
                <a:cs typeface="Arial"/>
              </a:defRPr>
            </a:defPPr>
            <a:lvl1pPr algn="l">
              <a:defRPr sz="2175" b="1">
                <a:solidFill>
                  <a:srgbClr val="112B3A"/>
                </a:solidFill>
                <a:latin typeface="Arial"/>
                <a:ea typeface="Arial"/>
                <a:cs typeface="Arial"/>
              </a:defRPr>
            </a:lvl1pPr>
            <a:lvl2pPr algn="l">
              <a:defRPr sz="2175" b="1">
                <a:solidFill>
                  <a:srgbClr val="112B3A"/>
                </a:solidFill>
                <a:latin typeface="Arial"/>
                <a:ea typeface="Arial"/>
                <a:cs typeface="Arial"/>
              </a:defRPr>
            </a:lvl2pPr>
            <a:lvl3pPr algn="l">
              <a:defRPr sz="2175" b="1">
                <a:solidFill>
                  <a:srgbClr val="112B3A"/>
                </a:solidFill>
                <a:latin typeface="Arial"/>
                <a:ea typeface="Arial"/>
                <a:cs typeface="Arial"/>
              </a:defRPr>
            </a:lvl3pPr>
            <a:lvl4pPr algn="l">
              <a:defRPr sz="2175" b="1">
                <a:solidFill>
                  <a:srgbClr val="112B3A"/>
                </a:solidFill>
                <a:latin typeface="Arial"/>
                <a:ea typeface="Arial"/>
                <a:cs typeface="Arial"/>
              </a:defRPr>
            </a:lvl4pPr>
            <a:lvl5pPr algn="l">
              <a:defRPr sz="2175" b="1">
                <a:solidFill>
                  <a:srgbClr val="112B3A"/>
                </a:solidFill>
                <a:latin typeface="Arial"/>
                <a:ea typeface="Arial"/>
                <a:cs typeface="Arial"/>
              </a:defRPr>
            </a:lvl5pPr>
            <a:lvl6pPr algn="l">
              <a:defRPr sz="2175" b="1">
                <a:solidFill>
                  <a:srgbClr val="112B3A"/>
                </a:solidFill>
                <a:latin typeface="Arial"/>
                <a:ea typeface="Arial"/>
                <a:cs typeface="Arial"/>
              </a:defRPr>
            </a:lvl6pPr>
            <a:lvl7pPr algn="l">
              <a:defRPr sz="2175" b="1">
                <a:solidFill>
                  <a:srgbClr val="112B3A"/>
                </a:solidFill>
                <a:latin typeface="Arial"/>
                <a:ea typeface="Arial"/>
                <a:cs typeface="Arial"/>
              </a:defRPr>
            </a:lvl7pPr>
            <a:lvl8pPr algn="l">
              <a:defRPr sz="2175" b="1">
                <a:solidFill>
                  <a:srgbClr val="112B3A"/>
                </a:solidFill>
                <a:latin typeface="Arial"/>
                <a:ea typeface="Arial"/>
                <a:cs typeface="Arial"/>
              </a:defRPr>
            </a:lvl8pPr>
            <a:lvl9pPr algn="l">
              <a:defRPr sz="2175" b="1">
                <a:solidFill>
                  <a:srgbClr val="112B3A"/>
                </a:solidFill>
                <a:latin typeface="Arial"/>
                <a:ea typeface="Arial"/>
                <a:cs typeface="Arial"/>
              </a:defRPr>
            </a:lvl9pPr>
          </a:lstStyle>
          <a:p xmlns:a="http://schemas.openxmlformats.org/drawingml/2006/main">
            <a:pPr algn="l">
              <a:defRPr sz="2175" b="1">
                <a:solidFill>
                  <a:srgbClr val="112B3A"/>
                </a:solidFill>
                <a:latin typeface="Arial"/>
                <a:ea typeface="Arial"/>
                <a:cs typeface="Arial"/>
              </a:defRPr>
            </a:pPr>
            <a:r>
              <a:rPr sz="2175" b="1">
                <a:solidFill>
                  <a:srgbClr val="112B3A"/>
                </a:solidFill>
                <a:latin typeface="Arial"/>
                <a:ea typeface="Arial"/>
                <a:cs typeface="Arial"/>
              </a:rPr>
              <a:t>Library update</a:t>
            </a:r>
          </a:p>
        </p:txBody>
      </p:sp>
      <p:sp>
        <p:nvSpPr>
          <p:cNvPr id="6" name="Unexpected east-west connections">
            <a:extLst xmlns:a="http://schemas.openxmlformats.org/drawingml/2006/main">
              <a:ext uri="{FF2B5EF4-FFF2-40B4-BE49-F238E27FC236}">
                <a16:creationId xmlns:a16="http://schemas.microsoft.com/office/drawing/2014/main" id="{8E1FDE87-D16E-467C-B855-F85351148119}"/>
              </a:ext>
            </a:extLst>
          </p:cNvPr>
          <p:cNvSpPr>
            <a:spLocks xmlns:a="http://schemas.openxmlformats.org/drawingml/2006/main" noGrp="1"/>
          </p:cNvSpPr>
          <p:nvPr/>
        </p:nvSpPr>
        <p:spPr>
          <a:xfrm xmlns:a="http://schemas.openxmlformats.org/drawingml/2006/main">
            <a:off x="6334125" y="1981200"/>
            <a:ext cx="5048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112B3A"/>
                </a:solidFill>
                <a:latin typeface="Arial"/>
                <a:ea typeface="Arial"/>
                <a:cs typeface="Arial"/>
              </a:defRPr>
            </a:defPPr>
            <a:lvl1pPr algn="l">
              <a:defRPr sz="1875" b="0">
                <a:solidFill>
                  <a:srgbClr val="112B3A"/>
                </a:solidFill>
                <a:latin typeface="Arial"/>
                <a:ea typeface="Arial"/>
                <a:cs typeface="Arial"/>
              </a:defRPr>
            </a:lvl1pPr>
            <a:lvl2pPr algn="l">
              <a:defRPr sz="1875" b="0">
                <a:solidFill>
                  <a:srgbClr val="112B3A"/>
                </a:solidFill>
                <a:latin typeface="Arial"/>
                <a:ea typeface="Arial"/>
                <a:cs typeface="Arial"/>
              </a:defRPr>
            </a:lvl2pPr>
            <a:lvl3pPr algn="l">
              <a:defRPr sz="1875" b="0">
                <a:solidFill>
                  <a:srgbClr val="112B3A"/>
                </a:solidFill>
                <a:latin typeface="Arial"/>
                <a:ea typeface="Arial"/>
                <a:cs typeface="Arial"/>
              </a:defRPr>
            </a:lvl3pPr>
            <a:lvl4pPr algn="l">
              <a:defRPr sz="1875" b="0">
                <a:solidFill>
                  <a:srgbClr val="112B3A"/>
                </a:solidFill>
                <a:latin typeface="Arial"/>
                <a:ea typeface="Arial"/>
                <a:cs typeface="Arial"/>
              </a:defRPr>
            </a:lvl4pPr>
            <a:lvl5pPr algn="l">
              <a:defRPr sz="1875" b="0">
                <a:solidFill>
                  <a:srgbClr val="112B3A"/>
                </a:solidFill>
                <a:latin typeface="Arial"/>
                <a:ea typeface="Arial"/>
                <a:cs typeface="Arial"/>
              </a:defRPr>
            </a:lvl5pPr>
            <a:lvl6pPr algn="l">
              <a:defRPr sz="1875" b="0">
                <a:solidFill>
                  <a:srgbClr val="112B3A"/>
                </a:solidFill>
                <a:latin typeface="Arial"/>
                <a:ea typeface="Arial"/>
                <a:cs typeface="Arial"/>
              </a:defRPr>
            </a:lvl6pPr>
            <a:lvl7pPr algn="l">
              <a:defRPr sz="1875" b="0">
                <a:solidFill>
                  <a:srgbClr val="112B3A"/>
                </a:solidFill>
                <a:latin typeface="Arial"/>
                <a:ea typeface="Arial"/>
                <a:cs typeface="Arial"/>
              </a:defRPr>
            </a:lvl7pPr>
            <a:lvl8pPr algn="l">
              <a:defRPr sz="1875" b="0">
                <a:solidFill>
                  <a:srgbClr val="112B3A"/>
                </a:solidFill>
                <a:latin typeface="Arial"/>
                <a:ea typeface="Arial"/>
                <a:cs typeface="Arial"/>
              </a:defRPr>
            </a:lvl8pPr>
            <a:lvl9pPr algn="l">
              <a:defRPr sz="1875" b="0">
                <a:solidFill>
                  <a:srgbClr val="112B3A"/>
                </a:solidFill>
                <a:latin typeface="Arial"/>
                <a:ea typeface="Arial"/>
                <a:cs typeface="Arial"/>
              </a:defRPr>
            </a:lvl9pPr>
          </a:lstStyle>
          <a:p xmlns:a="http://schemas.openxmlformats.org/drawingml/2006/main">
            <a:pPr algn="l">
              <a:defRPr sz="1875" b="0">
                <a:solidFill>
                  <a:srgbClr val="112B3A"/>
                </a:solidFill>
                <a:latin typeface="Arial"/>
                <a:ea typeface="Arial"/>
                <a:cs typeface="Arial"/>
              </a:defRPr>
            </a:pPr>
            <a:r>
              <a:rPr sz="1875" b="0">
                <a:solidFill>
                  <a:srgbClr val="112B3A"/>
                </a:solidFill>
                <a:latin typeface="Arial"/>
                <a:ea typeface="Arial"/>
                <a:cs typeface="Arial"/>
              </a:rPr>
              <a:t>Unexpected east-west connections</a:t>
            </a:r>
          </a:p>
        </p:txBody>
      </p:sp>
      <p:sp>
        <p:nvSpPr>
          <p:cNvPr id="7" name="diagram-boundary">
            <a:extLst xmlns:a="http://schemas.openxmlformats.org/drawingml/2006/main">
              <a:ext uri="{FF2B5EF4-FFF2-40B4-BE49-F238E27FC236}">
                <a16:creationId xmlns:a16="http://schemas.microsoft.com/office/drawing/2014/main" id="{B5D3655C-E60B-4E66-98F2-46A9428D022B}"/>
              </a:ext>
            </a:extLst>
          </p:cNvPr>
          <p:cNvSpPr>
            <a:spLocks xmlns:a="http://schemas.openxmlformats.org/drawingml/2006/main" noGrp="1"/>
          </p:cNvSpPr>
          <p:nvPr/>
        </p:nvSpPr>
        <p:spPr>
          <a:xfrm xmlns:a="http://schemas.openxmlformats.org/drawingml/2006/main">
            <a:off x="1752600" y="2638425"/>
            <a:ext cx="9620250" cy="19050"/>
          </a:xfrm>
          <a:prstGeom xmlns:a="http://schemas.openxmlformats.org/drawingml/2006/main" prst="rect">
            <a:avLst/>
          </a:prstGeom>
          <a:solidFill xmlns:a="http://schemas.openxmlformats.org/drawingml/2006/main">
            <a:srgbClr val="D7DCD8"/>
          </a:solidFill>
          <a:ln xmlns:a="http://schemas.openxmlformats.org/drawingml/2006/main" w="0">
            <a:noFill/>
            <a:prstDash val="solid"/>
          </a:ln>
        </p:spPr>
      </p:sp>
      <p:sp>
        <p:nvSpPr>
          <p:cNvPr id="8" name="B">
            <a:extLst xmlns:a="http://schemas.openxmlformats.org/drawingml/2006/main">
              <a:ext uri="{FF2B5EF4-FFF2-40B4-BE49-F238E27FC236}">
                <a16:creationId xmlns:a16="http://schemas.microsoft.com/office/drawing/2014/main" id="{97612BA7-9D68-46E4-937E-1FE9BC0CDDF6}"/>
              </a:ext>
            </a:extLst>
          </p:cNvPr>
          <p:cNvSpPr>
            <a:spLocks xmlns:a="http://schemas.openxmlformats.org/drawingml/2006/main" noGrp="1"/>
          </p:cNvSpPr>
          <p:nvPr/>
        </p:nvSpPr>
        <p:spPr>
          <a:xfrm xmlns:a="http://schemas.openxmlformats.org/drawingml/2006/main">
            <a:off x="714375" y="2895600"/>
            <a:ext cx="762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900" b="1">
                <a:solidFill>
                  <a:srgbClr val="D99524"/>
                </a:solidFill>
                <a:latin typeface="Arial"/>
                <a:ea typeface="Arial"/>
                <a:cs typeface="Arial"/>
              </a:defRPr>
            </a:defPPr>
            <a:lvl1pPr algn="l">
              <a:defRPr sz="3900" b="1">
                <a:solidFill>
                  <a:srgbClr val="D99524"/>
                </a:solidFill>
                <a:latin typeface="Arial"/>
                <a:ea typeface="Arial"/>
                <a:cs typeface="Arial"/>
              </a:defRPr>
            </a:lvl1pPr>
            <a:lvl2pPr algn="l">
              <a:defRPr sz="3900" b="1">
                <a:solidFill>
                  <a:srgbClr val="D99524"/>
                </a:solidFill>
                <a:latin typeface="Arial"/>
                <a:ea typeface="Arial"/>
                <a:cs typeface="Arial"/>
              </a:defRPr>
            </a:lvl2pPr>
            <a:lvl3pPr algn="l">
              <a:defRPr sz="3900" b="1">
                <a:solidFill>
                  <a:srgbClr val="D99524"/>
                </a:solidFill>
                <a:latin typeface="Arial"/>
                <a:ea typeface="Arial"/>
                <a:cs typeface="Arial"/>
              </a:defRPr>
            </a:lvl3pPr>
            <a:lvl4pPr algn="l">
              <a:defRPr sz="3900" b="1">
                <a:solidFill>
                  <a:srgbClr val="D99524"/>
                </a:solidFill>
                <a:latin typeface="Arial"/>
                <a:ea typeface="Arial"/>
                <a:cs typeface="Arial"/>
              </a:defRPr>
            </a:lvl4pPr>
            <a:lvl5pPr algn="l">
              <a:defRPr sz="3900" b="1">
                <a:solidFill>
                  <a:srgbClr val="D99524"/>
                </a:solidFill>
                <a:latin typeface="Arial"/>
                <a:ea typeface="Arial"/>
                <a:cs typeface="Arial"/>
              </a:defRPr>
            </a:lvl5pPr>
            <a:lvl6pPr algn="l">
              <a:defRPr sz="3900" b="1">
                <a:solidFill>
                  <a:srgbClr val="D99524"/>
                </a:solidFill>
                <a:latin typeface="Arial"/>
                <a:ea typeface="Arial"/>
                <a:cs typeface="Arial"/>
              </a:defRPr>
            </a:lvl6pPr>
            <a:lvl7pPr algn="l">
              <a:defRPr sz="3900" b="1">
                <a:solidFill>
                  <a:srgbClr val="D99524"/>
                </a:solidFill>
                <a:latin typeface="Arial"/>
                <a:ea typeface="Arial"/>
                <a:cs typeface="Arial"/>
              </a:defRPr>
            </a:lvl7pPr>
            <a:lvl8pPr algn="l">
              <a:defRPr sz="3900" b="1">
                <a:solidFill>
                  <a:srgbClr val="D99524"/>
                </a:solidFill>
                <a:latin typeface="Arial"/>
                <a:ea typeface="Arial"/>
                <a:cs typeface="Arial"/>
              </a:defRPr>
            </a:lvl8pPr>
            <a:lvl9pPr algn="l">
              <a:defRPr sz="3900" b="1">
                <a:solidFill>
                  <a:srgbClr val="D99524"/>
                </a:solidFill>
                <a:latin typeface="Arial"/>
                <a:ea typeface="Arial"/>
                <a:cs typeface="Arial"/>
              </a:defRPr>
            </a:lvl9pPr>
          </a:lstStyle>
          <a:p xmlns:a="http://schemas.openxmlformats.org/drawingml/2006/main">
            <a:pPr algn="l">
              <a:defRPr sz="3900" b="1">
                <a:solidFill>
                  <a:srgbClr val="D99524"/>
                </a:solidFill>
                <a:latin typeface="Arial"/>
                <a:ea typeface="Arial"/>
                <a:cs typeface="Arial"/>
              </a:defRPr>
            </a:pPr>
            <a:r>
              <a:rPr sz="3900" b="1">
                <a:solidFill>
                  <a:srgbClr val="D99524"/>
                </a:solidFill>
                <a:latin typeface="Arial"/>
                <a:ea typeface="Arial"/>
                <a:cs typeface="Arial"/>
              </a:rPr>
              <a:t>B</a:t>
            </a:r>
          </a:p>
        </p:txBody>
      </p:sp>
      <p:sp>
        <p:nvSpPr>
          <p:cNvPr id="9" name="Support assistant">
            <a:extLst xmlns:a="http://schemas.openxmlformats.org/drawingml/2006/main">
              <a:ext uri="{FF2B5EF4-FFF2-40B4-BE49-F238E27FC236}">
                <a16:creationId xmlns:a16="http://schemas.microsoft.com/office/drawing/2014/main" id="{E3BED951-9296-4F1D-9118-155DE00B6E70}"/>
              </a:ext>
            </a:extLst>
          </p:cNvPr>
          <p:cNvSpPr>
            <a:spLocks xmlns:a="http://schemas.openxmlformats.org/drawingml/2006/main" noGrp="1"/>
          </p:cNvSpPr>
          <p:nvPr/>
        </p:nvSpPr>
        <p:spPr>
          <a:xfrm xmlns:a="http://schemas.openxmlformats.org/drawingml/2006/main">
            <a:off x="1800225" y="2933700"/>
            <a:ext cx="4048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1">
                <a:solidFill>
                  <a:srgbClr val="112B3A"/>
                </a:solidFill>
                <a:latin typeface="Arial"/>
                <a:ea typeface="Arial"/>
                <a:cs typeface="Arial"/>
              </a:defRPr>
            </a:defPPr>
            <a:lvl1pPr algn="l">
              <a:defRPr sz="2175" b="1">
                <a:solidFill>
                  <a:srgbClr val="112B3A"/>
                </a:solidFill>
                <a:latin typeface="Arial"/>
                <a:ea typeface="Arial"/>
                <a:cs typeface="Arial"/>
              </a:defRPr>
            </a:lvl1pPr>
            <a:lvl2pPr algn="l">
              <a:defRPr sz="2175" b="1">
                <a:solidFill>
                  <a:srgbClr val="112B3A"/>
                </a:solidFill>
                <a:latin typeface="Arial"/>
                <a:ea typeface="Arial"/>
                <a:cs typeface="Arial"/>
              </a:defRPr>
            </a:lvl2pPr>
            <a:lvl3pPr algn="l">
              <a:defRPr sz="2175" b="1">
                <a:solidFill>
                  <a:srgbClr val="112B3A"/>
                </a:solidFill>
                <a:latin typeface="Arial"/>
                <a:ea typeface="Arial"/>
                <a:cs typeface="Arial"/>
              </a:defRPr>
            </a:lvl3pPr>
            <a:lvl4pPr algn="l">
              <a:defRPr sz="2175" b="1">
                <a:solidFill>
                  <a:srgbClr val="112B3A"/>
                </a:solidFill>
                <a:latin typeface="Arial"/>
                <a:ea typeface="Arial"/>
                <a:cs typeface="Arial"/>
              </a:defRPr>
            </a:lvl4pPr>
            <a:lvl5pPr algn="l">
              <a:defRPr sz="2175" b="1">
                <a:solidFill>
                  <a:srgbClr val="112B3A"/>
                </a:solidFill>
                <a:latin typeface="Arial"/>
                <a:ea typeface="Arial"/>
                <a:cs typeface="Arial"/>
              </a:defRPr>
            </a:lvl5pPr>
            <a:lvl6pPr algn="l">
              <a:defRPr sz="2175" b="1">
                <a:solidFill>
                  <a:srgbClr val="112B3A"/>
                </a:solidFill>
                <a:latin typeface="Arial"/>
                <a:ea typeface="Arial"/>
                <a:cs typeface="Arial"/>
              </a:defRPr>
            </a:lvl6pPr>
            <a:lvl7pPr algn="l">
              <a:defRPr sz="2175" b="1">
                <a:solidFill>
                  <a:srgbClr val="112B3A"/>
                </a:solidFill>
                <a:latin typeface="Arial"/>
                <a:ea typeface="Arial"/>
                <a:cs typeface="Arial"/>
              </a:defRPr>
            </a:lvl7pPr>
            <a:lvl8pPr algn="l">
              <a:defRPr sz="2175" b="1">
                <a:solidFill>
                  <a:srgbClr val="112B3A"/>
                </a:solidFill>
                <a:latin typeface="Arial"/>
                <a:ea typeface="Arial"/>
                <a:cs typeface="Arial"/>
              </a:defRPr>
            </a:lvl8pPr>
            <a:lvl9pPr algn="l">
              <a:defRPr sz="2175" b="1">
                <a:solidFill>
                  <a:srgbClr val="112B3A"/>
                </a:solidFill>
                <a:latin typeface="Arial"/>
                <a:ea typeface="Arial"/>
                <a:cs typeface="Arial"/>
              </a:defRPr>
            </a:lvl9pPr>
          </a:lstStyle>
          <a:p xmlns:a="http://schemas.openxmlformats.org/drawingml/2006/main">
            <a:pPr algn="l">
              <a:defRPr sz="2175" b="1">
                <a:solidFill>
                  <a:srgbClr val="112B3A"/>
                </a:solidFill>
                <a:latin typeface="Arial"/>
                <a:ea typeface="Arial"/>
                <a:cs typeface="Arial"/>
              </a:defRPr>
            </a:pPr>
            <a:r>
              <a:rPr sz="2175" b="1">
                <a:solidFill>
                  <a:srgbClr val="112B3A"/>
                </a:solidFill>
                <a:latin typeface="Arial"/>
                <a:ea typeface="Arial"/>
                <a:cs typeface="Arial"/>
              </a:rPr>
              <a:t>Support assistant</a:t>
            </a:r>
          </a:p>
        </p:txBody>
      </p:sp>
      <p:sp>
        <p:nvSpPr>
          <p:cNvPr id="10" name="Ticket-reading sidecar invokes tools">
            <a:extLst xmlns:a="http://schemas.openxmlformats.org/drawingml/2006/main">
              <a:ext uri="{FF2B5EF4-FFF2-40B4-BE49-F238E27FC236}">
                <a16:creationId xmlns:a16="http://schemas.microsoft.com/office/drawing/2014/main" id="{88259FFC-FC70-4130-A15A-3455F3EEE8A5}"/>
              </a:ext>
            </a:extLst>
          </p:cNvPr>
          <p:cNvSpPr>
            <a:spLocks xmlns:a="http://schemas.openxmlformats.org/drawingml/2006/main" noGrp="1"/>
          </p:cNvSpPr>
          <p:nvPr/>
        </p:nvSpPr>
        <p:spPr>
          <a:xfrm xmlns:a="http://schemas.openxmlformats.org/drawingml/2006/main">
            <a:off x="6334125" y="2971800"/>
            <a:ext cx="5048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112B3A"/>
                </a:solidFill>
                <a:latin typeface="Arial"/>
                <a:ea typeface="Arial"/>
                <a:cs typeface="Arial"/>
              </a:defRPr>
            </a:defPPr>
            <a:lvl1pPr algn="l">
              <a:defRPr sz="1875" b="0">
                <a:solidFill>
                  <a:srgbClr val="112B3A"/>
                </a:solidFill>
                <a:latin typeface="Arial"/>
                <a:ea typeface="Arial"/>
                <a:cs typeface="Arial"/>
              </a:defRPr>
            </a:lvl1pPr>
            <a:lvl2pPr algn="l">
              <a:defRPr sz="1875" b="0">
                <a:solidFill>
                  <a:srgbClr val="112B3A"/>
                </a:solidFill>
                <a:latin typeface="Arial"/>
                <a:ea typeface="Arial"/>
                <a:cs typeface="Arial"/>
              </a:defRPr>
            </a:lvl2pPr>
            <a:lvl3pPr algn="l">
              <a:defRPr sz="1875" b="0">
                <a:solidFill>
                  <a:srgbClr val="112B3A"/>
                </a:solidFill>
                <a:latin typeface="Arial"/>
                <a:ea typeface="Arial"/>
                <a:cs typeface="Arial"/>
              </a:defRPr>
            </a:lvl3pPr>
            <a:lvl4pPr algn="l">
              <a:defRPr sz="1875" b="0">
                <a:solidFill>
                  <a:srgbClr val="112B3A"/>
                </a:solidFill>
                <a:latin typeface="Arial"/>
                <a:ea typeface="Arial"/>
                <a:cs typeface="Arial"/>
              </a:defRPr>
            </a:lvl4pPr>
            <a:lvl5pPr algn="l">
              <a:defRPr sz="1875" b="0">
                <a:solidFill>
                  <a:srgbClr val="112B3A"/>
                </a:solidFill>
                <a:latin typeface="Arial"/>
                <a:ea typeface="Arial"/>
                <a:cs typeface="Arial"/>
              </a:defRPr>
            </a:lvl5pPr>
            <a:lvl6pPr algn="l">
              <a:defRPr sz="1875" b="0">
                <a:solidFill>
                  <a:srgbClr val="112B3A"/>
                </a:solidFill>
                <a:latin typeface="Arial"/>
                <a:ea typeface="Arial"/>
                <a:cs typeface="Arial"/>
              </a:defRPr>
            </a:lvl6pPr>
            <a:lvl7pPr algn="l">
              <a:defRPr sz="1875" b="0">
                <a:solidFill>
                  <a:srgbClr val="112B3A"/>
                </a:solidFill>
                <a:latin typeface="Arial"/>
                <a:ea typeface="Arial"/>
                <a:cs typeface="Arial"/>
              </a:defRPr>
            </a:lvl7pPr>
            <a:lvl8pPr algn="l">
              <a:defRPr sz="1875" b="0">
                <a:solidFill>
                  <a:srgbClr val="112B3A"/>
                </a:solidFill>
                <a:latin typeface="Arial"/>
                <a:ea typeface="Arial"/>
                <a:cs typeface="Arial"/>
              </a:defRPr>
            </a:lvl8pPr>
            <a:lvl9pPr algn="l">
              <a:defRPr sz="1875" b="0">
                <a:solidFill>
                  <a:srgbClr val="112B3A"/>
                </a:solidFill>
                <a:latin typeface="Arial"/>
                <a:ea typeface="Arial"/>
                <a:cs typeface="Arial"/>
              </a:defRPr>
            </a:lvl9pPr>
          </a:lstStyle>
          <a:p xmlns:a="http://schemas.openxmlformats.org/drawingml/2006/main">
            <a:pPr algn="l">
              <a:defRPr sz="1875" b="0">
                <a:solidFill>
                  <a:srgbClr val="112B3A"/>
                </a:solidFill>
                <a:latin typeface="Arial"/>
                <a:ea typeface="Arial"/>
                <a:cs typeface="Arial"/>
              </a:defRPr>
            </a:pPr>
            <a:r>
              <a:rPr sz="1875" b="0">
                <a:solidFill>
                  <a:srgbClr val="112B3A"/>
                </a:solidFill>
                <a:latin typeface="Arial"/>
                <a:ea typeface="Arial"/>
                <a:cs typeface="Arial"/>
              </a:rPr>
              <a:t>Ticket-reading sidecar invokes tools</a:t>
            </a:r>
          </a:p>
        </p:txBody>
      </p:sp>
      <p:sp>
        <p:nvSpPr>
          <p:cNvPr id="11" name="diagram-boundary">
            <a:extLst xmlns:a="http://schemas.openxmlformats.org/drawingml/2006/main">
              <a:ext uri="{FF2B5EF4-FFF2-40B4-BE49-F238E27FC236}">
                <a16:creationId xmlns:a16="http://schemas.microsoft.com/office/drawing/2014/main" id="{EE2F6363-1B67-463B-A63C-33116439FF84}"/>
              </a:ext>
            </a:extLst>
          </p:cNvPr>
          <p:cNvSpPr>
            <a:spLocks xmlns:a="http://schemas.openxmlformats.org/drawingml/2006/main" noGrp="1"/>
          </p:cNvSpPr>
          <p:nvPr/>
        </p:nvSpPr>
        <p:spPr>
          <a:xfrm xmlns:a="http://schemas.openxmlformats.org/drawingml/2006/main">
            <a:off x="1752600" y="3629025"/>
            <a:ext cx="9620250" cy="19050"/>
          </a:xfrm>
          <a:prstGeom xmlns:a="http://schemas.openxmlformats.org/drawingml/2006/main" prst="rect">
            <a:avLst/>
          </a:prstGeom>
          <a:solidFill xmlns:a="http://schemas.openxmlformats.org/drawingml/2006/main">
            <a:srgbClr val="D7DCD8"/>
          </a:solidFill>
          <a:ln xmlns:a="http://schemas.openxmlformats.org/drawingml/2006/main" w="0">
            <a:noFill/>
            <a:prstDash val="solid"/>
          </a:ln>
        </p:spPr>
      </p:sp>
      <p:sp>
        <p:nvSpPr>
          <p:cNvPr id="12" name="C">
            <a:extLst xmlns:a="http://schemas.openxmlformats.org/drawingml/2006/main">
              <a:ext uri="{FF2B5EF4-FFF2-40B4-BE49-F238E27FC236}">
                <a16:creationId xmlns:a16="http://schemas.microsoft.com/office/drawing/2014/main" id="{6AAACDAD-9F90-4BA0-BF21-F9D60FDA7473}"/>
              </a:ext>
            </a:extLst>
          </p:cNvPr>
          <p:cNvSpPr>
            <a:spLocks xmlns:a="http://schemas.openxmlformats.org/drawingml/2006/main" noGrp="1"/>
          </p:cNvSpPr>
          <p:nvPr/>
        </p:nvSpPr>
        <p:spPr>
          <a:xfrm xmlns:a="http://schemas.openxmlformats.org/drawingml/2006/main">
            <a:off x="714375" y="3886200"/>
            <a:ext cx="762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900" b="1">
                <a:solidFill>
                  <a:srgbClr val="12846B"/>
                </a:solidFill>
                <a:latin typeface="Arial"/>
                <a:ea typeface="Arial"/>
                <a:cs typeface="Arial"/>
              </a:defRPr>
            </a:defPPr>
            <a:lvl1pPr algn="l">
              <a:defRPr sz="3900" b="1">
                <a:solidFill>
                  <a:srgbClr val="12846B"/>
                </a:solidFill>
                <a:latin typeface="Arial"/>
                <a:ea typeface="Arial"/>
                <a:cs typeface="Arial"/>
              </a:defRPr>
            </a:lvl1pPr>
            <a:lvl2pPr algn="l">
              <a:defRPr sz="3900" b="1">
                <a:solidFill>
                  <a:srgbClr val="12846B"/>
                </a:solidFill>
                <a:latin typeface="Arial"/>
                <a:ea typeface="Arial"/>
                <a:cs typeface="Arial"/>
              </a:defRPr>
            </a:lvl2pPr>
            <a:lvl3pPr algn="l">
              <a:defRPr sz="3900" b="1">
                <a:solidFill>
                  <a:srgbClr val="12846B"/>
                </a:solidFill>
                <a:latin typeface="Arial"/>
                <a:ea typeface="Arial"/>
                <a:cs typeface="Arial"/>
              </a:defRPr>
            </a:lvl3pPr>
            <a:lvl4pPr algn="l">
              <a:defRPr sz="3900" b="1">
                <a:solidFill>
                  <a:srgbClr val="12846B"/>
                </a:solidFill>
                <a:latin typeface="Arial"/>
                <a:ea typeface="Arial"/>
                <a:cs typeface="Arial"/>
              </a:defRPr>
            </a:lvl4pPr>
            <a:lvl5pPr algn="l">
              <a:defRPr sz="3900" b="1">
                <a:solidFill>
                  <a:srgbClr val="12846B"/>
                </a:solidFill>
                <a:latin typeface="Arial"/>
                <a:ea typeface="Arial"/>
                <a:cs typeface="Arial"/>
              </a:defRPr>
            </a:lvl5pPr>
            <a:lvl6pPr algn="l">
              <a:defRPr sz="3900" b="1">
                <a:solidFill>
                  <a:srgbClr val="12846B"/>
                </a:solidFill>
                <a:latin typeface="Arial"/>
                <a:ea typeface="Arial"/>
                <a:cs typeface="Arial"/>
              </a:defRPr>
            </a:lvl6pPr>
            <a:lvl7pPr algn="l">
              <a:defRPr sz="3900" b="1">
                <a:solidFill>
                  <a:srgbClr val="12846B"/>
                </a:solidFill>
                <a:latin typeface="Arial"/>
                <a:ea typeface="Arial"/>
                <a:cs typeface="Arial"/>
              </a:defRPr>
            </a:lvl7pPr>
            <a:lvl8pPr algn="l">
              <a:defRPr sz="3900" b="1">
                <a:solidFill>
                  <a:srgbClr val="12846B"/>
                </a:solidFill>
                <a:latin typeface="Arial"/>
                <a:ea typeface="Arial"/>
                <a:cs typeface="Arial"/>
              </a:defRPr>
            </a:lvl8pPr>
            <a:lvl9pPr algn="l">
              <a:defRPr sz="3900" b="1">
                <a:solidFill>
                  <a:srgbClr val="12846B"/>
                </a:solidFill>
                <a:latin typeface="Arial"/>
                <a:ea typeface="Arial"/>
                <a:cs typeface="Arial"/>
              </a:defRPr>
            </a:lvl9pPr>
          </a:lstStyle>
          <a:p xmlns:a="http://schemas.openxmlformats.org/drawingml/2006/main">
            <a:pPr algn="l">
              <a:defRPr sz="3900" b="1">
                <a:solidFill>
                  <a:srgbClr val="12846B"/>
                </a:solidFill>
                <a:latin typeface="Arial"/>
                <a:ea typeface="Arial"/>
                <a:cs typeface="Arial"/>
              </a:defRPr>
            </a:pPr>
            <a:r>
              <a:rPr sz="3900" b="1">
                <a:solidFill>
                  <a:srgbClr val="12846B"/>
                </a:solidFill>
                <a:latin typeface="Arial"/>
                <a:ea typeface="Arial"/>
                <a:cs typeface="Arial"/>
              </a:rPr>
              <a:t>C</a:t>
            </a:r>
          </a:p>
        </p:txBody>
      </p:sp>
      <p:sp>
        <p:nvSpPr>
          <p:cNvPr id="13" name="Operations agent">
            <a:extLst xmlns:a="http://schemas.openxmlformats.org/drawingml/2006/main">
              <a:ext uri="{FF2B5EF4-FFF2-40B4-BE49-F238E27FC236}">
                <a16:creationId xmlns:a16="http://schemas.microsoft.com/office/drawing/2014/main" id="{3EAF179C-46D6-4CF4-B4FD-8D36934D3842}"/>
              </a:ext>
            </a:extLst>
          </p:cNvPr>
          <p:cNvSpPr>
            <a:spLocks xmlns:a="http://schemas.openxmlformats.org/drawingml/2006/main" noGrp="1"/>
          </p:cNvSpPr>
          <p:nvPr/>
        </p:nvSpPr>
        <p:spPr>
          <a:xfrm xmlns:a="http://schemas.openxmlformats.org/drawingml/2006/main">
            <a:off x="1800225" y="3924300"/>
            <a:ext cx="4048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1">
                <a:solidFill>
                  <a:srgbClr val="112B3A"/>
                </a:solidFill>
                <a:latin typeface="Arial"/>
                <a:ea typeface="Arial"/>
                <a:cs typeface="Arial"/>
              </a:defRPr>
            </a:defPPr>
            <a:lvl1pPr algn="l">
              <a:defRPr sz="2175" b="1">
                <a:solidFill>
                  <a:srgbClr val="112B3A"/>
                </a:solidFill>
                <a:latin typeface="Arial"/>
                <a:ea typeface="Arial"/>
                <a:cs typeface="Arial"/>
              </a:defRPr>
            </a:lvl1pPr>
            <a:lvl2pPr algn="l">
              <a:defRPr sz="2175" b="1">
                <a:solidFill>
                  <a:srgbClr val="112B3A"/>
                </a:solidFill>
                <a:latin typeface="Arial"/>
                <a:ea typeface="Arial"/>
                <a:cs typeface="Arial"/>
              </a:defRPr>
            </a:lvl2pPr>
            <a:lvl3pPr algn="l">
              <a:defRPr sz="2175" b="1">
                <a:solidFill>
                  <a:srgbClr val="112B3A"/>
                </a:solidFill>
                <a:latin typeface="Arial"/>
                <a:ea typeface="Arial"/>
                <a:cs typeface="Arial"/>
              </a:defRPr>
            </a:lvl3pPr>
            <a:lvl4pPr algn="l">
              <a:defRPr sz="2175" b="1">
                <a:solidFill>
                  <a:srgbClr val="112B3A"/>
                </a:solidFill>
                <a:latin typeface="Arial"/>
                <a:ea typeface="Arial"/>
                <a:cs typeface="Arial"/>
              </a:defRPr>
            </a:lvl4pPr>
            <a:lvl5pPr algn="l">
              <a:defRPr sz="2175" b="1">
                <a:solidFill>
                  <a:srgbClr val="112B3A"/>
                </a:solidFill>
                <a:latin typeface="Arial"/>
                <a:ea typeface="Arial"/>
                <a:cs typeface="Arial"/>
              </a:defRPr>
            </a:lvl5pPr>
            <a:lvl6pPr algn="l">
              <a:defRPr sz="2175" b="1">
                <a:solidFill>
                  <a:srgbClr val="112B3A"/>
                </a:solidFill>
                <a:latin typeface="Arial"/>
                <a:ea typeface="Arial"/>
                <a:cs typeface="Arial"/>
              </a:defRPr>
            </a:lvl6pPr>
            <a:lvl7pPr algn="l">
              <a:defRPr sz="2175" b="1">
                <a:solidFill>
                  <a:srgbClr val="112B3A"/>
                </a:solidFill>
                <a:latin typeface="Arial"/>
                <a:ea typeface="Arial"/>
                <a:cs typeface="Arial"/>
              </a:defRPr>
            </a:lvl7pPr>
            <a:lvl8pPr algn="l">
              <a:defRPr sz="2175" b="1">
                <a:solidFill>
                  <a:srgbClr val="112B3A"/>
                </a:solidFill>
                <a:latin typeface="Arial"/>
                <a:ea typeface="Arial"/>
                <a:cs typeface="Arial"/>
              </a:defRPr>
            </a:lvl8pPr>
            <a:lvl9pPr algn="l">
              <a:defRPr sz="2175" b="1">
                <a:solidFill>
                  <a:srgbClr val="112B3A"/>
                </a:solidFill>
                <a:latin typeface="Arial"/>
                <a:ea typeface="Arial"/>
                <a:cs typeface="Arial"/>
              </a:defRPr>
            </a:lvl9pPr>
          </a:lstStyle>
          <a:p xmlns:a="http://schemas.openxmlformats.org/drawingml/2006/main">
            <a:pPr algn="l">
              <a:defRPr sz="2175" b="1">
                <a:solidFill>
                  <a:srgbClr val="112B3A"/>
                </a:solidFill>
                <a:latin typeface="Arial"/>
                <a:ea typeface="Arial"/>
                <a:cs typeface="Arial"/>
              </a:defRPr>
            </a:pPr>
            <a:r>
              <a:rPr sz="2175" b="1">
                <a:solidFill>
                  <a:srgbClr val="112B3A"/>
                </a:solidFill>
                <a:latin typeface="Arial"/>
                <a:ea typeface="Arial"/>
                <a:cs typeface="Arial"/>
              </a:rPr>
              <a:t>Operations agent</a:t>
            </a:r>
          </a:p>
        </p:txBody>
      </p:sp>
      <p:sp>
        <p:nvSpPr>
          <p:cNvPr id="14" name="Unticketed cross-namespace changes">
            <a:extLst xmlns:a="http://schemas.openxmlformats.org/drawingml/2006/main">
              <a:ext uri="{FF2B5EF4-FFF2-40B4-BE49-F238E27FC236}">
                <a16:creationId xmlns:a16="http://schemas.microsoft.com/office/drawing/2014/main" id="{7C1F0F61-89D5-4B65-82F3-5EF4842C83D1}"/>
              </a:ext>
            </a:extLst>
          </p:cNvPr>
          <p:cNvSpPr>
            <a:spLocks xmlns:a="http://schemas.openxmlformats.org/drawingml/2006/main" noGrp="1"/>
          </p:cNvSpPr>
          <p:nvPr/>
        </p:nvSpPr>
        <p:spPr>
          <a:xfrm xmlns:a="http://schemas.openxmlformats.org/drawingml/2006/main">
            <a:off x="6334125" y="3962400"/>
            <a:ext cx="5048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112B3A"/>
                </a:solidFill>
                <a:latin typeface="Arial"/>
                <a:ea typeface="Arial"/>
                <a:cs typeface="Arial"/>
              </a:defRPr>
            </a:defPPr>
            <a:lvl1pPr algn="l">
              <a:defRPr sz="1875" b="0">
                <a:solidFill>
                  <a:srgbClr val="112B3A"/>
                </a:solidFill>
                <a:latin typeface="Arial"/>
                <a:ea typeface="Arial"/>
                <a:cs typeface="Arial"/>
              </a:defRPr>
            </a:lvl1pPr>
            <a:lvl2pPr algn="l">
              <a:defRPr sz="1875" b="0">
                <a:solidFill>
                  <a:srgbClr val="112B3A"/>
                </a:solidFill>
                <a:latin typeface="Arial"/>
                <a:ea typeface="Arial"/>
                <a:cs typeface="Arial"/>
              </a:defRPr>
            </a:lvl2pPr>
            <a:lvl3pPr algn="l">
              <a:defRPr sz="1875" b="0">
                <a:solidFill>
                  <a:srgbClr val="112B3A"/>
                </a:solidFill>
                <a:latin typeface="Arial"/>
                <a:ea typeface="Arial"/>
                <a:cs typeface="Arial"/>
              </a:defRPr>
            </a:lvl3pPr>
            <a:lvl4pPr algn="l">
              <a:defRPr sz="1875" b="0">
                <a:solidFill>
                  <a:srgbClr val="112B3A"/>
                </a:solidFill>
                <a:latin typeface="Arial"/>
                <a:ea typeface="Arial"/>
                <a:cs typeface="Arial"/>
              </a:defRPr>
            </a:lvl4pPr>
            <a:lvl5pPr algn="l">
              <a:defRPr sz="1875" b="0">
                <a:solidFill>
                  <a:srgbClr val="112B3A"/>
                </a:solidFill>
                <a:latin typeface="Arial"/>
                <a:ea typeface="Arial"/>
                <a:cs typeface="Arial"/>
              </a:defRPr>
            </a:lvl5pPr>
            <a:lvl6pPr algn="l">
              <a:defRPr sz="1875" b="0">
                <a:solidFill>
                  <a:srgbClr val="112B3A"/>
                </a:solidFill>
                <a:latin typeface="Arial"/>
                <a:ea typeface="Arial"/>
                <a:cs typeface="Arial"/>
              </a:defRPr>
            </a:lvl6pPr>
            <a:lvl7pPr algn="l">
              <a:defRPr sz="1875" b="0">
                <a:solidFill>
                  <a:srgbClr val="112B3A"/>
                </a:solidFill>
                <a:latin typeface="Arial"/>
                <a:ea typeface="Arial"/>
                <a:cs typeface="Arial"/>
              </a:defRPr>
            </a:lvl7pPr>
            <a:lvl8pPr algn="l">
              <a:defRPr sz="1875" b="0">
                <a:solidFill>
                  <a:srgbClr val="112B3A"/>
                </a:solidFill>
                <a:latin typeface="Arial"/>
                <a:ea typeface="Arial"/>
                <a:cs typeface="Arial"/>
              </a:defRPr>
            </a:lvl8pPr>
            <a:lvl9pPr algn="l">
              <a:defRPr sz="1875" b="0">
                <a:solidFill>
                  <a:srgbClr val="112B3A"/>
                </a:solidFill>
                <a:latin typeface="Arial"/>
                <a:ea typeface="Arial"/>
                <a:cs typeface="Arial"/>
              </a:defRPr>
            </a:lvl9pPr>
          </a:lstStyle>
          <a:p xmlns:a="http://schemas.openxmlformats.org/drawingml/2006/main">
            <a:pPr algn="l">
              <a:defRPr sz="1875" b="0">
                <a:solidFill>
                  <a:srgbClr val="112B3A"/>
                </a:solidFill>
                <a:latin typeface="Arial"/>
                <a:ea typeface="Arial"/>
                <a:cs typeface="Arial"/>
              </a:defRPr>
            </a:pPr>
            <a:r>
              <a:rPr sz="1875" b="0">
                <a:solidFill>
                  <a:srgbClr val="112B3A"/>
                </a:solidFill>
                <a:latin typeface="Arial"/>
                <a:ea typeface="Arial"/>
                <a:cs typeface="Arial"/>
              </a:rPr>
              <a:t>Unticketed cross-namespace changes</a:t>
            </a:r>
          </a:p>
        </p:txBody>
      </p:sp>
      <p:sp>
        <p:nvSpPr>
          <p:cNvPr id="15" name="diagram-boundary">
            <a:extLst xmlns:a="http://schemas.openxmlformats.org/drawingml/2006/main">
              <a:ext uri="{FF2B5EF4-FFF2-40B4-BE49-F238E27FC236}">
                <a16:creationId xmlns:a16="http://schemas.microsoft.com/office/drawing/2014/main" id="{593C31B6-FF9E-4F4B-85CA-E5773B758380}"/>
              </a:ext>
            </a:extLst>
          </p:cNvPr>
          <p:cNvSpPr>
            <a:spLocks xmlns:a="http://schemas.openxmlformats.org/drawingml/2006/main" noGrp="1"/>
          </p:cNvSpPr>
          <p:nvPr/>
        </p:nvSpPr>
        <p:spPr>
          <a:xfrm xmlns:a="http://schemas.openxmlformats.org/drawingml/2006/main">
            <a:off x="1752600" y="4619625"/>
            <a:ext cx="9620250" cy="19050"/>
          </a:xfrm>
          <a:prstGeom xmlns:a="http://schemas.openxmlformats.org/drawingml/2006/main" prst="rect">
            <a:avLst/>
          </a:prstGeom>
          <a:solidFill xmlns:a="http://schemas.openxmlformats.org/drawingml/2006/main">
            <a:srgbClr val="D7DCD8"/>
          </a:solidFill>
          <a:ln xmlns:a="http://schemas.openxmlformats.org/drawingml/2006/main" w="0">
            <a:noFill/>
            <a:prstDash val="solid"/>
          </a:ln>
        </p:spPr>
      </p:sp>
      <p:sp>
        <p:nvSpPr>
          <p:cNvPr id="16" name="D">
            <a:extLst xmlns:a="http://schemas.openxmlformats.org/drawingml/2006/main">
              <a:ext uri="{FF2B5EF4-FFF2-40B4-BE49-F238E27FC236}">
                <a16:creationId xmlns:a16="http://schemas.microsoft.com/office/drawing/2014/main" id="{12625EFF-2466-4C89-821C-756E5E9DAC52}"/>
              </a:ext>
            </a:extLst>
          </p:cNvPr>
          <p:cNvSpPr>
            <a:spLocks xmlns:a="http://schemas.openxmlformats.org/drawingml/2006/main" noGrp="1"/>
          </p:cNvSpPr>
          <p:nvPr/>
        </p:nvSpPr>
        <p:spPr>
          <a:xfrm xmlns:a="http://schemas.openxmlformats.org/drawingml/2006/main">
            <a:off x="714375" y="4876800"/>
            <a:ext cx="762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900" b="1">
                <a:solidFill>
                  <a:srgbClr val="112B3A"/>
                </a:solidFill>
                <a:latin typeface="Arial"/>
                <a:ea typeface="Arial"/>
                <a:cs typeface="Arial"/>
              </a:defRPr>
            </a:defPPr>
            <a:lvl1pPr algn="l">
              <a:defRPr sz="3900" b="1">
                <a:solidFill>
                  <a:srgbClr val="112B3A"/>
                </a:solidFill>
                <a:latin typeface="Arial"/>
                <a:ea typeface="Arial"/>
                <a:cs typeface="Arial"/>
              </a:defRPr>
            </a:lvl1pPr>
            <a:lvl2pPr algn="l">
              <a:defRPr sz="3900" b="1">
                <a:solidFill>
                  <a:srgbClr val="112B3A"/>
                </a:solidFill>
                <a:latin typeface="Arial"/>
                <a:ea typeface="Arial"/>
                <a:cs typeface="Arial"/>
              </a:defRPr>
            </a:lvl2pPr>
            <a:lvl3pPr algn="l">
              <a:defRPr sz="3900" b="1">
                <a:solidFill>
                  <a:srgbClr val="112B3A"/>
                </a:solidFill>
                <a:latin typeface="Arial"/>
                <a:ea typeface="Arial"/>
                <a:cs typeface="Arial"/>
              </a:defRPr>
            </a:lvl3pPr>
            <a:lvl4pPr algn="l">
              <a:defRPr sz="3900" b="1">
                <a:solidFill>
                  <a:srgbClr val="112B3A"/>
                </a:solidFill>
                <a:latin typeface="Arial"/>
                <a:ea typeface="Arial"/>
                <a:cs typeface="Arial"/>
              </a:defRPr>
            </a:lvl4pPr>
            <a:lvl5pPr algn="l">
              <a:defRPr sz="3900" b="1">
                <a:solidFill>
                  <a:srgbClr val="112B3A"/>
                </a:solidFill>
                <a:latin typeface="Arial"/>
                <a:ea typeface="Arial"/>
                <a:cs typeface="Arial"/>
              </a:defRPr>
            </a:lvl5pPr>
            <a:lvl6pPr algn="l">
              <a:defRPr sz="3900" b="1">
                <a:solidFill>
                  <a:srgbClr val="112B3A"/>
                </a:solidFill>
                <a:latin typeface="Arial"/>
                <a:ea typeface="Arial"/>
                <a:cs typeface="Arial"/>
              </a:defRPr>
            </a:lvl6pPr>
            <a:lvl7pPr algn="l">
              <a:defRPr sz="3900" b="1">
                <a:solidFill>
                  <a:srgbClr val="112B3A"/>
                </a:solidFill>
                <a:latin typeface="Arial"/>
                <a:ea typeface="Arial"/>
                <a:cs typeface="Arial"/>
              </a:defRPr>
            </a:lvl7pPr>
            <a:lvl8pPr algn="l">
              <a:defRPr sz="3900" b="1">
                <a:solidFill>
                  <a:srgbClr val="112B3A"/>
                </a:solidFill>
                <a:latin typeface="Arial"/>
                <a:ea typeface="Arial"/>
                <a:cs typeface="Arial"/>
              </a:defRPr>
            </a:lvl8pPr>
            <a:lvl9pPr algn="l">
              <a:defRPr sz="3900" b="1">
                <a:solidFill>
                  <a:srgbClr val="112B3A"/>
                </a:solidFill>
                <a:latin typeface="Arial"/>
                <a:ea typeface="Arial"/>
                <a:cs typeface="Arial"/>
              </a:defRPr>
            </a:lvl9pPr>
          </a:lstStyle>
          <a:p xmlns:a="http://schemas.openxmlformats.org/drawingml/2006/main">
            <a:pPr algn="l">
              <a:defRPr sz="3900" b="1">
                <a:solidFill>
                  <a:srgbClr val="112B3A"/>
                </a:solidFill>
                <a:latin typeface="Arial"/>
                <a:ea typeface="Arial"/>
                <a:cs typeface="Arial"/>
              </a:defRPr>
            </a:pPr>
            <a:r>
              <a:rPr sz="3900" b="1">
                <a:solidFill>
                  <a:srgbClr val="112B3A"/>
                </a:solidFill>
                <a:latin typeface="Arial"/>
                <a:ea typeface="Arial"/>
                <a:cs typeface="Arial"/>
              </a:rPr>
              <a:t>D</a:t>
            </a:r>
          </a:p>
        </p:txBody>
      </p:sp>
      <p:sp>
        <p:nvSpPr>
          <p:cNvPr id="17" name="Secret enumeration">
            <a:extLst xmlns:a="http://schemas.openxmlformats.org/drawingml/2006/main">
              <a:ext uri="{FF2B5EF4-FFF2-40B4-BE49-F238E27FC236}">
                <a16:creationId xmlns:a16="http://schemas.microsoft.com/office/drawing/2014/main" id="{7BE9EC09-6A68-4089-ABC8-FB0377792B42}"/>
              </a:ext>
            </a:extLst>
          </p:cNvPr>
          <p:cNvSpPr>
            <a:spLocks xmlns:a="http://schemas.openxmlformats.org/drawingml/2006/main" noGrp="1"/>
          </p:cNvSpPr>
          <p:nvPr/>
        </p:nvSpPr>
        <p:spPr>
          <a:xfrm xmlns:a="http://schemas.openxmlformats.org/drawingml/2006/main">
            <a:off x="1800225" y="4914900"/>
            <a:ext cx="4048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1">
                <a:solidFill>
                  <a:srgbClr val="112B3A"/>
                </a:solidFill>
                <a:latin typeface="Arial"/>
                <a:ea typeface="Arial"/>
                <a:cs typeface="Arial"/>
              </a:defRPr>
            </a:defPPr>
            <a:lvl1pPr algn="l">
              <a:defRPr sz="2175" b="1">
                <a:solidFill>
                  <a:srgbClr val="112B3A"/>
                </a:solidFill>
                <a:latin typeface="Arial"/>
                <a:ea typeface="Arial"/>
                <a:cs typeface="Arial"/>
              </a:defRPr>
            </a:lvl1pPr>
            <a:lvl2pPr algn="l">
              <a:defRPr sz="2175" b="1">
                <a:solidFill>
                  <a:srgbClr val="112B3A"/>
                </a:solidFill>
                <a:latin typeface="Arial"/>
                <a:ea typeface="Arial"/>
                <a:cs typeface="Arial"/>
              </a:defRPr>
            </a:lvl2pPr>
            <a:lvl3pPr algn="l">
              <a:defRPr sz="2175" b="1">
                <a:solidFill>
                  <a:srgbClr val="112B3A"/>
                </a:solidFill>
                <a:latin typeface="Arial"/>
                <a:ea typeface="Arial"/>
                <a:cs typeface="Arial"/>
              </a:defRPr>
            </a:lvl3pPr>
            <a:lvl4pPr algn="l">
              <a:defRPr sz="2175" b="1">
                <a:solidFill>
                  <a:srgbClr val="112B3A"/>
                </a:solidFill>
                <a:latin typeface="Arial"/>
                <a:ea typeface="Arial"/>
                <a:cs typeface="Arial"/>
              </a:defRPr>
            </a:lvl4pPr>
            <a:lvl5pPr algn="l">
              <a:defRPr sz="2175" b="1">
                <a:solidFill>
                  <a:srgbClr val="112B3A"/>
                </a:solidFill>
                <a:latin typeface="Arial"/>
                <a:ea typeface="Arial"/>
                <a:cs typeface="Arial"/>
              </a:defRPr>
            </a:lvl5pPr>
            <a:lvl6pPr algn="l">
              <a:defRPr sz="2175" b="1">
                <a:solidFill>
                  <a:srgbClr val="112B3A"/>
                </a:solidFill>
                <a:latin typeface="Arial"/>
                <a:ea typeface="Arial"/>
                <a:cs typeface="Arial"/>
              </a:defRPr>
            </a:lvl6pPr>
            <a:lvl7pPr algn="l">
              <a:defRPr sz="2175" b="1">
                <a:solidFill>
                  <a:srgbClr val="112B3A"/>
                </a:solidFill>
                <a:latin typeface="Arial"/>
                <a:ea typeface="Arial"/>
                <a:cs typeface="Arial"/>
              </a:defRPr>
            </a:lvl7pPr>
            <a:lvl8pPr algn="l">
              <a:defRPr sz="2175" b="1">
                <a:solidFill>
                  <a:srgbClr val="112B3A"/>
                </a:solidFill>
                <a:latin typeface="Arial"/>
                <a:ea typeface="Arial"/>
                <a:cs typeface="Arial"/>
              </a:defRPr>
            </a:lvl8pPr>
            <a:lvl9pPr algn="l">
              <a:defRPr sz="2175" b="1">
                <a:solidFill>
                  <a:srgbClr val="112B3A"/>
                </a:solidFill>
                <a:latin typeface="Arial"/>
                <a:ea typeface="Arial"/>
                <a:cs typeface="Arial"/>
              </a:defRPr>
            </a:lvl9pPr>
          </a:lstStyle>
          <a:p xmlns:a="http://schemas.openxmlformats.org/drawingml/2006/main">
            <a:pPr algn="l">
              <a:defRPr sz="2175" b="1">
                <a:solidFill>
                  <a:srgbClr val="112B3A"/>
                </a:solidFill>
                <a:latin typeface="Arial"/>
                <a:ea typeface="Arial"/>
                <a:cs typeface="Arial"/>
              </a:defRPr>
            </a:pPr>
            <a:r>
              <a:rPr sz="2175" b="1">
                <a:solidFill>
                  <a:srgbClr val="112B3A"/>
                </a:solidFill>
                <a:latin typeface="Arial"/>
                <a:ea typeface="Arial"/>
                <a:cs typeface="Arial"/>
              </a:rPr>
              <a:t>Secret enumeration</a:t>
            </a:r>
          </a:p>
        </p:txBody>
      </p:sp>
      <p:sp>
        <p:nvSpPr>
          <p:cNvPr id="18" name="Monitoring identity lists Secrets">
            <a:extLst xmlns:a="http://schemas.openxmlformats.org/drawingml/2006/main">
              <a:ext uri="{FF2B5EF4-FFF2-40B4-BE49-F238E27FC236}">
                <a16:creationId xmlns:a16="http://schemas.microsoft.com/office/drawing/2014/main" id="{F0777465-F312-46D8-8C81-2D8143E502D8}"/>
              </a:ext>
            </a:extLst>
          </p:cNvPr>
          <p:cNvSpPr>
            <a:spLocks xmlns:a="http://schemas.openxmlformats.org/drawingml/2006/main" noGrp="1"/>
          </p:cNvSpPr>
          <p:nvPr/>
        </p:nvSpPr>
        <p:spPr>
          <a:xfrm xmlns:a="http://schemas.openxmlformats.org/drawingml/2006/main">
            <a:off x="6334125" y="4953000"/>
            <a:ext cx="5048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112B3A"/>
                </a:solidFill>
                <a:latin typeface="Arial"/>
                <a:ea typeface="Arial"/>
                <a:cs typeface="Arial"/>
              </a:defRPr>
            </a:defPPr>
            <a:lvl1pPr algn="l">
              <a:defRPr sz="1875" b="0">
                <a:solidFill>
                  <a:srgbClr val="112B3A"/>
                </a:solidFill>
                <a:latin typeface="Arial"/>
                <a:ea typeface="Arial"/>
                <a:cs typeface="Arial"/>
              </a:defRPr>
            </a:lvl1pPr>
            <a:lvl2pPr algn="l">
              <a:defRPr sz="1875" b="0">
                <a:solidFill>
                  <a:srgbClr val="112B3A"/>
                </a:solidFill>
                <a:latin typeface="Arial"/>
                <a:ea typeface="Arial"/>
                <a:cs typeface="Arial"/>
              </a:defRPr>
            </a:lvl2pPr>
            <a:lvl3pPr algn="l">
              <a:defRPr sz="1875" b="0">
                <a:solidFill>
                  <a:srgbClr val="112B3A"/>
                </a:solidFill>
                <a:latin typeface="Arial"/>
                <a:ea typeface="Arial"/>
                <a:cs typeface="Arial"/>
              </a:defRPr>
            </a:lvl3pPr>
            <a:lvl4pPr algn="l">
              <a:defRPr sz="1875" b="0">
                <a:solidFill>
                  <a:srgbClr val="112B3A"/>
                </a:solidFill>
                <a:latin typeface="Arial"/>
                <a:ea typeface="Arial"/>
                <a:cs typeface="Arial"/>
              </a:defRPr>
            </a:lvl4pPr>
            <a:lvl5pPr algn="l">
              <a:defRPr sz="1875" b="0">
                <a:solidFill>
                  <a:srgbClr val="112B3A"/>
                </a:solidFill>
                <a:latin typeface="Arial"/>
                <a:ea typeface="Arial"/>
                <a:cs typeface="Arial"/>
              </a:defRPr>
            </a:lvl5pPr>
            <a:lvl6pPr algn="l">
              <a:defRPr sz="1875" b="0">
                <a:solidFill>
                  <a:srgbClr val="112B3A"/>
                </a:solidFill>
                <a:latin typeface="Arial"/>
                <a:ea typeface="Arial"/>
                <a:cs typeface="Arial"/>
              </a:defRPr>
            </a:lvl6pPr>
            <a:lvl7pPr algn="l">
              <a:defRPr sz="1875" b="0">
                <a:solidFill>
                  <a:srgbClr val="112B3A"/>
                </a:solidFill>
                <a:latin typeface="Arial"/>
                <a:ea typeface="Arial"/>
                <a:cs typeface="Arial"/>
              </a:defRPr>
            </a:lvl7pPr>
            <a:lvl8pPr algn="l">
              <a:defRPr sz="1875" b="0">
                <a:solidFill>
                  <a:srgbClr val="112B3A"/>
                </a:solidFill>
                <a:latin typeface="Arial"/>
                <a:ea typeface="Arial"/>
                <a:cs typeface="Arial"/>
              </a:defRPr>
            </a:lvl8pPr>
            <a:lvl9pPr algn="l">
              <a:defRPr sz="1875" b="0">
                <a:solidFill>
                  <a:srgbClr val="112B3A"/>
                </a:solidFill>
                <a:latin typeface="Arial"/>
                <a:ea typeface="Arial"/>
                <a:cs typeface="Arial"/>
              </a:defRPr>
            </a:lvl9pPr>
          </a:lstStyle>
          <a:p xmlns:a="http://schemas.openxmlformats.org/drawingml/2006/main">
            <a:pPr algn="l">
              <a:defRPr sz="1875" b="0">
                <a:solidFill>
                  <a:srgbClr val="112B3A"/>
                </a:solidFill>
                <a:latin typeface="Arial"/>
                <a:ea typeface="Arial"/>
                <a:cs typeface="Arial"/>
              </a:defRPr>
            </a:pPr>
            <a:r>
              <a:rPr sz="1875" b="0">
                <a:solidFill>
                  <a:srgbClr val="112B3A"/>
                </a:solidFill>
                <a:latin typeface="Arial"/>
                <a:ea typeface="Arial"/>
                <a:cs typeface="Arial"/>
              </a:rPr>
              <a:t>Monitoring identity lists Secrets</a:t>
            </a:r>
          </a:p>
        </p:txBody>
      </p:sp>
    </p:spTree>
    <p:extLst>
      <p:ext uri="{BB962C8B-B14F-4D97-AF65-F5344CB8AC3E}">
        <p14:creationId xmlns:p14="http://schemas.microsoft.com/office/powerpoint/2010/main" val="1511752440"/>
      </p:ext>
    </p:extLst>
  </p:cSld>
</p:sld>
</file>

<file path=ppt/slides/slide14.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12" name="slide-14-title">
            <a:extLst xmlns:a="http://schemas.openxmlformats.org/drawingml/2006/main">
              <a:ext uri="{FF2B5EF4-FFF2-40B4-BE49-F238E27FC236}">
                <a16:creationId xmlns:a16="http://schemas.microsoft.com/office/drawing/2014/main" id="{26A8A49A-7ECE-4603-9505-29284A85E51A}"/>
              </a:ext>
            </a:extLst>
          </p:cNvPr>
          <p:cNvSpPr>
            <a:spLocks xmlns:a="http://schemas.openxmlformats.org/drawingml/2006/main" noGrp="1"/>
          </p:cNvSpPr>
          <p:nvPr/>
        </p:nvSpPr>
        <p:spPr>
          <a:xfrm xmlns:a="http://schemas.openxmlformats.org/drawingml/2006/main">
            <a:off x="609600" y="476250"/>
            <a:ext cx="10858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112B3A"/>
                </a:solidFill>
                <a:latin typeface="Arial"/>
                <a:ea typeface="Arial"/>
                <a:cs typeface="Arial"/>
              </a:defRPr>
            </a:defPPr>
            <a:lvl1pPr algn="l">
              <a:defRPr sz="3150" b="1">
                <a:solidFill>
                  <a:srgbClr val="112B3A"/>
                </a:solidFill>
                <a:latin typeface="Arial"/>
                <a:ea typeface="Arial"/>
                <a:cs typeface="Arial"/>
              </a:defRPr>
            </a:lvl1pPr>
            <a:lvl2pPr algn="l">
              <a:defRPr sz="3150" b="1">
                <a:solidFill>
                  <a:srgbClr val="112B3A"/>
                </a:solidFill>
                <a:latin typeface="Arial"/>
                <a:ea typeface="Arial"/>
                <a:cs typeface="Arial"/>
              </a:defRPr>
            </a:lvl2pPr>
            <a:lvl3pPr algn="l">
              <a:defRPr sz="3150" b="1">
                <a:solidFill>
                  <a:srgbClr val="112B3A"/>
                </a:solidFill>
                <a:latin typeface="Arial"/>
                <a:ea typeface="Arial"/>
                <a:cs typeface="Arial"/>
              </a:defRPr>
            </a:lvl3pPr>
            <a:lvl4pPr algn="l">
              <a:defRPr sz="3150" b="1">
                <a:solidFill>
                  <a:srgbClr val="112B3A"/>
                </a:solidFill>
                <a:latin typeface="Arial"/>
                <a:ea typeface="Arial"/>
                <a:cs typeface="Arial"/>
              </a:defRPr>
            </a:lvl4pPr>
            <a:lvl5pPr algn="l">
              <a:defRPr sz="3150" b="1">
                <a:solidFill>
                  <a:srgbClr val="112B3A"/>
                </a:solidFill>
                <a:latin typeface="Arial"/>
                <a:ea typeface="Arial"/>
                <a:cs typeface="Arial"/>
              </a:defRPr>
            </a:lvl5pPr>
            <a:lvl6pPr algn="l">
              <a:defRPr sz="3150" b="1">
                <a:solidFill>
                  <a:srgbClr val="112B3A"/>
                </a:solidFill>
                <a:latin typeface="Arial"/>
                <a:ea typeface="Arial"/>
                <a:cs typeface="Arial"/>
              </a:defRPr>
            </a:lvl6pPr>
            <a:lvl7pPr algn="l">
              <a:defRPr sz="3150" b="1">
                <a:solidFill>
                  <a:srgbClr val="112B3A"/>
                </a:solidFill>
                <a:latin typeface="Arial"/>
                <a:ea typeface="Arial"/>
                <a:cs typeface="Arial"/>
              </a:defRPr>
            </a:lvl7pPr>
            <a:lvl8pPr algn="l">
              <a:defRPr sz="3150" b="1">
                <a:solidFill>
                  <a:srgbClr val="112B3A"/>
                </a:solidFill>
                <a:latin typeface="Arial"/>
                <a:ea typeface="Arial"/>
                <a:cs typeface="Arial"/>
              </a:defRPr>
            </a:lvl8pPr>
            <a:lvl9pPr algn="l">
              <a:defRPr sz="3150" b="1">
                <a:solidFill>
                  <a:srgbClr val="112B3A"/>
                </a:solidFill>
                <a:latin typeface="Arial"/>
                <a:ea typeface="Arial"/>
                <a:cs typeface="Arial"/>
              </a:defRPr>
            </a:lvl9pPr>
          </a:lstStyle>
          <a:p xmlns:a="http://schemas.openxmlformats.org/drawingml/2006/main">
            <a:pPr algn="l">
              <a:defRPr sz="3150" b="1">
                <a:solidFill>
                  <a:srgbClr val="112B3A"/>
                </a:solidFill>
                <a:latin typeface="Arial"/>
                <a:ea typeface="Arial"/>
                <a:cs typeface="Arial"/>
              </a:defRPr>
            </a:pPr>
            <a:r>
              <a:rPr sz="3150" b="1">
                <a:solidFill>
                  <a:srgbClr val="112B3A"/>
                </a:solidFill>
                <a:latin typeface="Arial"/>
                <a:ea typeface="Arial"/>
                <a:cs typeface="Arial"/>
              </a:rPr>
              <a:t>Primary constraint and service floor</a:t>
            </a:r>
          </a:p>
        </p:txBody>
      </p:sp>
      <p:sp>
        <p:nvSpPr>
          <p:cNvPr id="2" name="14">
            <a:extLst xmlns:a="http://schemas.openxmlformats.org/drawingml/2006/main">
              <a:ext uri="{FF2B5EF4-FFF2-40B4-BE49-F238E27FC236}">
                <a16:creationId xmlns:a16="http://schemas.microsoft.com/office/drawing/2014/main" id="{279A0ED2-051F-4951-AAFC-73C77CFAEEFF}"/>
              </a:ext>
            </a:extLst>
          </p:cNvPr>
          <p:cNvSpPr>
            <a:spLocks xmlns:a="http://schemas.openxmlformats.org/drawingml/2006/main" noGrp="1"/>
          </p:cNvSpPr>
          <p:nvPr/>
        </p:nvSpPr>
        <p:spPr>
          <a:xfrm xmlns:a="http://schemas.openxmlformats.org/drawingml/2006/main">
            <a:off x="11172825" y="641032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0">
                <a:solidFill>
                  <a:srgbClr val="526875"/>
                </a:solidFill>
                <a:latin typeface="Arial"/>
                <a:ea typeface="Arial"/>
                <a:cs typeface="Arial"/>
              </a:defRPr>
            </a:defPPr>
            <a:lvl1pPr algn="r">
              <a:defRPr sz="975" b="0">
                <a:solidFill>
                  <a:srgbClr val="526875"/>
                </a:solidFill>
                <a:latin typeface="Arial"/>
                <a:ea typeface="Arial"/>
                <a:cs typeface="Arial"/>
              </a:defRPr>
            </a:lvl1pPr>
            <a:lvl2pPr algn="r">
              <a:defRPr sz="975" b="0">
                <a:solidFill>
                  <a:srgbClr val="526875"/>
                </a:solidFill>
                <a:latin typeface="Arial"/>
                <a:ea typeface="Arial"/>
                <a:cs typeface="Arial"/>
              </a:defRPr>
            </a:lvl2pPr>
            <a:lvl3pPr algn="r">
              <a:defRPr sz="975" b="0">
                <a:solidFill>
                  <a:srgbClr val="526875"/>
                </a:solidFill>
                <a:latin typeface="Arial"/>
                <a:ea typeface="Arial"/>
                <a:cs typeface="Arial"/>
              </a:defRPr>
            </a:lvl3pPr>
            <a:lvl4pPr algn="r">
              <a:defRPr sz="975" b="0">
                <a:solidFill>
                  <a:srgbClr val="526875"/>
                </a:solidFill>
                <a:latin typeface="Arial"/>
                <a:ea typeface="Arial"/>
                <a:cs typeface="Arial"/>
              </a:defRPr>
            </a:lvl4pPr>
            <a:lvl5pPr algn="r">
              <a:defRPr sz="975" b="0">
                <a:solidFill>
                  <a:srgbClr val="526875"/>
                </a:solidFill>
                <a:latin typeface="Arial"/>
                <a:ea typeface="Arial"/>
                <a:cs typeface="Arial"/>
              </a:defRPr>
            </a:lvl5pPr>
            <a:lvl6pPr algn="r">
              <a:defRPr sz="975" b="0">
                <a:solidFill>
                  <a:srgbClr val="526875"/>
                </a:solidFill>
                <a:latin typeface="Arial"/>
                <a:ea typeface="Arial"/>
                <a:cs typeface="Arial"/>
              </a:defRPr>
            </a:lvl6pPr>
            <a:lvl7pPr algn="r">
              <a:defRPr sz="975" b="0">
                <a:solidFill>
                  <a:srgbClr val="526875"/>
                </a:solidFill>
                <a:latin typeface="Arial"/>
                <a:ea typeface="Arial"/>
                <a:cs typeface="Arial"/>
              </a:defRPr>
            </a:lvl7pPr>
            <a:lvl8pPr algn="r">
              <a:defRPr sz="975" b="0">
                <a:solidFill>
                  <a:srgbClr val="526875"/>
                </a:solidFill>
                <a:latin typeface="Arial"/>
                <a:ea typeface="Arial"/>
                <a:cs typeface="Arial"/>
              </a:defRPr>
            </a:lvl8pPr>
            <a:lvl9pPr algn="r">
              <a:defRPr sz="975" b="0">
                <a:solidFill>
                  <a:srgbClr val="526875"/>
                </a:solidFill>
                <a:latin typeface="Arial"/>
                <a:ea typeface="Arial"/>
                <a:cs typeface="Arial"/>
              </a:defRPr>
            </a:lvl9pPr>
          </a:lstStyle>
          <a:p xmlns:a="http://schemas.openxmlformats.org/drawingml/2006/main">
            <a:pPr algn="r">
              <a:defRPr sz="975" b="0">
                <a:solidFill>
                  <a:srgbClr val="526875"/>
                </a:solidFill>
                <a:latin typeface="Arial"/>
                <a:ea typeface="Arial"/>
                <a:cs typeface="Arial"/>
              </a:defRPr>
            </a:pPr>
            <a:r>
              <a:rPr sz="975" b="0">
                <a:solidFill>
                  <a:srgbClr val="526875"/>
                </a:solidFill>
                <a:latin typeface="Arial"/>
                <a:ea typeface="Arial"/>
                <a:cs typeface="Arial"/>
              </a:rPr>
              <a:t>14</a:t>
            </a:r>
          </a:p>
        </p:txBody>
      </p:sp>
      <p:sp>
        <p:nvSpPr>
          <p:cNvPr id="3" name="Availability">
            <a:extLst xmlns:a="http://schemas.openxmlformats.org/drawingml/2006/main">
              <a:ext uri="{FF2B5EF4-FFF2-40B4-BE49-F238E27FC236}">
                <a16:creationId xmlns:a16="http://schemas.microsoft.com/office/drawing/2014/main" id="{DFD2F981-D213-417E-96CE-7876AE821C10}"/>
              </a:ext>
            </a:extLst>
          </p:cNvPr>
          <p:cNvSpPr>
            <a:spLocks xmlns:a="http://schemas.openxmlformats.org/drawingml/2006/main" noGrp="1"/>
          </p:cNvSpPr>
          <p:nvPr/>
        </p:nvSpPr>
        <p:spPr>
          <a:xfrm xmlns:a="http://schemas.openxmlformats.org/drawingml/2006/main">
            <a:off x="714375" y="2009775"/>
            <a:ext cx="49530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850" b="1">
                <a:solidFill>
                  <a:srgbClr val="12846B"/>
                </a:solidFill>
                <a:latin typeface="Arial"/>
                <a:ea typeface="Arial"/>
                <a:cs typeface="Arial"/>
              </a:defRPr>
            </a:defPPr>
            <a:lvl1pPr algn="l">
              <a:defRPr sz="2850" b="1">
                <a:solidFill>
                  <a:srgbClr val="12846B"/>
                </a:solidFill>
                <a:latin typeface="Arial"/>
                <a:ea typeface="Arial"/>
                <a:cs typeface="Arial"/>
              </a:defRPr>
            </a:lvl1pPr>
            <a:lvl2pPr algn="l">
              <a:defRPr sz="2850" b="1">
                <a:solidFill>
                  <a:srgbClr val="12846B"/>
                </a:solidFill>
                <a:latin typeface="Arial"/>
                <a:ea typeface="Arial"/>
                <a:cs typeface="Arial"/>
              </a:defRPr>
            </a:lvl2pPr>
            <a:lvl3pPr algn="l">
              <a:defRPr sz="2850" b="1">
                <a:solidFill>
                  <a:srgbClr val="12846B"/>
                </a:solidFill>
                <a:latin typeface="Arial"/>
                <a:ea typeface="Arial"/>
                <a:cs typeface="Arial"/>
              </a:defRPr>
            </a:lvl3pPr>
            <a:lvl4pPr algn="l">
              <a:defRPr sz="2850" b="1">
                <a:solidFill>
                  <a:srgbClr val="12846B"/>
                </a:solidFill>
                <a:latin typeface="Arial"/>
                <a:ea typeface="Arial"/>
                <a:cs typeface="Arial"/>
              </a:defRPr>
            </a:lvl4pPr>
            <a:lvl5pPr algn="l">
              <a:defRPr sz="2850" b="1">
                <a:solidFill>
                  <a:srgbClr val="12846B"/>
                </a:solidFill>
                <a:latin typeface="Arial"/>
                <a:ea typeface="Arial"/>
                <a:cs typeface="Arial"/>
              </a:defRPr>
            </a:lvl5pPr>
            <a:lvl6pPr algn="l">
              <a:defRPr sz="2850" b="1">
                <a:solidFill>
                  <a:srgbClr val="12846B"/>
                </a:solidFill>
                <a:latin typeface="Arial"/>
                <a:ea typeface="Arial"/>
                <a:cs typeface="Arial"/>
              </a:defRPr>
            </a:lvl6pPr>
            <a:lvl7pPr algn="l">
              <a:defRPr sz="2850" b="1">
                <a:solidFill>
                  <a:srgbClr val="12846B"/>
                </a:solidFill>
                <a:latin typeface="Arial"/>
                <a:ea typeface="Arial"/>
                <a:cs typeface="Arial"/>
              </a:defRPr>
            </a:lvl7pPr>
            <a:lvl8pPr algn="l">
              <a:defRPr sz="2850" b="1">
                <a:solidFill>
                  <a:srgbClr val="12846B"/>
                </a:solidFill>
                <a:latin typeface="Arial"/>
                <a:ea typeface="Arial"/>
                <a:cs typeface="Arial"/>
              </a:defRPr>
            </a:lvl8pPr>
            <a:lvl9pPr algn="l">
              <a:defRPr sz="2850" b="1">
                <a:solidFill>
                  <a:srgbClr val="12846B"/>
                </a:solidFill>
                <a:latin typeface="Arial"/>
                <a:ea typeface="Arial"/>
                <a:cs typeface="Arial"/>
              </a:defRPr>
            </a:lvl9pPr>
          </a:lstStyle>
          <a:p xmlns:a="http://schemas.openxmlformats.org/drawingml/2006/main">
            <a:pPr algn="l">
              <a:defRPr sz="2850" b="1">
                <a:solidFill>
                  <a:srgbClr val="12846B"/>
                </a:solidFill>
                <a:latin typeface="Arial"/>
                <a:ea typeface="Arial"/>
                <a:cs typeface="Arial"/>
              </a:defRPr>
            </a:pPr>
            <a:r>
              <a:rPr sz="2850" b="1">
                <a:solidFill>
                  <a:srgbClr val="12846B"/>
                </a:solidFill>
                <a:latin typeface="Arial"/>
                <a:ea typeface="Arial"/>
                <a:cs typeface="Arial"/>
              </a:rPr>
              <a:t>Availability</a:t>
            </a:r>
          </a:p>
        </p:txBody>
      </p:sp>
      <p:sp>
        <p:nvSpPr>
          <p:cNvPr id="4" name="Keep 2 copies Ready">
            <a:extLst xmlns:a="http://schemas.openxmlformats.org/drawingml/2006/main">
              <a:ext uri="{FF2B5EF4-FFF2-40B4-BE49-F238E27FC236}">
                <a16:creationId xmlns:a16="http://schemas.microsoft.com/office/drawing/2014/main" id="{BA527F08-9E58-4775-BCF1-ADB7CF765623}"/>
              </a:ext>
            </a:extLst>
          </p:cNvPr>
          <p:cNvSpPr>
            <a:spLocks xmlns:a="http://schemas.openxmlformats.org/drawingml/2006/main" noGrp="1"/>
          </p:cNvSpPr>
          <p:nvPr/>
        </p:nvSpPr>
        <p:spPr>
          <a:xfrm xmlns:a="http://schemas.openxmlformats.org/drawingml/2006/main">
            <a:off x="714375" y="2714625"/>
            <a:ext cx="49530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0">
                <a:solidFill>
                  <a:srgbClr val="112B3A"/>
                </a:solidFill>
                <a:latin typeface="Arial"/>
                <a:ea typeface="Arial"/>
                <a:cs typeface="Arial"/>
              </a:defRPr>
            </a:defPPr>
            <a:lvl1pPr algn="l">
              <a:defRPr sz="2025" b="0">
                <a:solidFill>
                  <a:srgbClr val="112B3A"/>
                </a:solidFill>
                <a:latin typeface="Arial"/>
                <a:ea typeface="Arial"/>
                <a:cs typeface="Arial"/>
              </a:defRPr>
            </a:lvl1pPr>
            <a:lvl2pPr algn="l">
              <a:defRPr sz="2025" b="0">
                <a:solidFill>
                  <a:srgbClr val="112B3A"/>
                </a:solidFill>
                <a:latin typeface="Arial"/>
                <a:ea typeface="Arial"/>
                <a:cs typeface="Arial"/>
              </a:defRPr>
            </a:lvl2pPr>
            <a:lvl3pPr algn="l">
              <a:defRPr sz="2025" b="0">
                <a:solidFill>
                  <a:srgbClr val="112B3A"/>
                </a:solidFill>
                <a:latin typeface="Arial"/>
                <a:ea typeface="Arial"/>
                <a:cs typeface="Arial"/>
              </a:defRPr>
            </a:lvl3pPr>
            <a:lvl4pPr algn="l">
              <a:defRPr sz="2025" b="0">
                <a:solidFill>
                  <a:srgbClr val="112B3A"/>
                </a:solidFill>
                <a:latin typeface="Arial"/>
                <a:ea typeface="Arial"/>
                <a:cs typeface="Arial"/>
              </a:defRPr>
            </a:lvl4pPr>
            <a:lvl5pPr algn="l">
              <a:defRPr sz="2025" b="0">
                <a:solidFill>
                  <a:srgbClr val="112B3A"/>
                </a:solidFill>
                <a:latin typeface="Arial"/>
                <a:ea typeface="Arial"/>
                <a:cs typeface="Arial"/>
              </a:defRPr>
            </a:lvl5pPr>
            <a:lvl6pPr algn="l">
              <a:defRPr sz="2025" b="0">
                <a:solidFill>
                  <a:srgbClr val="112B3A"/>
                </a:solidFill>
                <a:latin typeface="Arial"/>
                <a:ea typeface="Arial"/>
                <a:cs typeface="Arial"/>
              </a:defRPr>
            </a:lvl6pPr>
            <a:lvl7pPr algn="l">
              <a:defRPr sz="2025" b="0">
                <a:solidFill>
                  <a:srgbClr val="112B3A"/>
                </a:solidFill>
                <a:latin typeface="Arial"/>
                <a:ea typeface="Arial"/>
                <a:cs typeface="Arial"/>
              </a:defRPr>
            </a:lvl7pPr>
            <a:lvl8pPr algn="l">
              <a:defRPr sz="2025" b="0">
                <a:solidFill>
                  <a:srgbClr val="112B3A"/>
                </a:solidFill>
                <a:latin typeface="Arial"/>
                <a:ea typeface="Arial"/>
                <a:cs typeface="Arial"/>
              </a:defRPr>
            </a:lvl8pPr>
            <a:lvl9pPr algn="l">
              <a:defRPr sz="2025" b="0">
                <a:solidFill>
                  <a:srgbClr val="112B3A"/>
                </a:solidFill>
                <a:latin typeface="Arial"/>
                <a:ea typeface="Arial"/>
                <a:cs typeface="Arial"/>
              </a:defRPr>
            </a:lvl9pPr>
          </a:lstStyle>
          <a:p xmlns:a="http://schemas.openxmlformats.org/drawingml/2006/main">
            <a:pPr algn="l">
              <a:defRPr sz="2025" b="0">
                <a:solidFill>
                  <a:srgbClr val="112B3A"/>
                </a:solidFill>
                <a:latin typeface="Arial"/>
                <a:ea typeface="Arial"/>
                <a:cs typeface="Arial"/>
              </a:defRPr>
            </a:pPr>
            <a:r>
              <a:rPr sz="2025" b="0">
                <a:solidFill>
                  <a:srgbClr val="112B3A"/>
                </a:solidFill>
                <a:latin typeface="Arial"/>
                <a:ea typeface="Arial"/>
                <a:cs typeface="Arial"/>
              </a:rPr>
              <a:t>Keep 2 copies Ready</a:t>
            </a:r>
          </a:p>
        </p:txBody>
      </p:sp>
      <p:sp>
        <p:nvSpPr>
          <p:cNvPr id="5" name="Evidence">
            <a:extLst xmlns:a="http://schemas.openxmlformats.org/drawingml/2006/main">
              <a:ext uri="{FF2B5EF4-FFF2-40B4-BE49-F238E27FC236}">
                <a16:creationId xmlns:a16="http://schemas.microsoft.com/office/drawing/2014/main" id="{C43903F7-0D66-45CA-87C1-4CF688283294}"/>
              </a:ext>
            </a:extLst>
          </p:cNvPr>
          <p:cNvSpPr>
            <a:spLocks xmlns:a="http://schemas.openxmlformats.org/drawingml/2006/main" noGrp="1"/>
          </p:cNvSpPr>
          <p:nvPr/>
        </p:nvSpPr>
        <p:spPr>
          <a:xfrm xmlns:a="http://schemas.openxmlformats.org/drawingml/2006/main">
            <a:off x="6391275" y="2009775"/>
            <a:ext cx="49530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850" b="1">
                <a:solidFill>
                  <a:srgbClr val="D99524"/>
                </a:solidFill>
                <a:latin typeface="Arial"/>
                <a:ea typeface="Arial"/>
                <a:cs typeface="Arial"/>
              </a:defRPr>
            </a:defPPr>
            <a:lvl1pPr algn="l">
              <a:defRPr sz="2850" b="1">
                <a:solidFill>
                  <a:srgbClr val="D99524"/>
                </a:solidFill>
                <a:latin typeface="Arial"/>
                <a:ea typeface="Arial"/>
                <a:cs typeface="Arial"/>
              </a:defRPr>
            </a:lvl1pPr>
            <a:lvl2pPr algn="l">
              <a:defRPr sz="2850" b="1">
                <a:solidFill>
                  <a:srgbClr val="D99524"/>
                </a:solidFill>
                <a:latin typeface="Arial"/>
                <a:ea typeface="Arial"/>
                <a:cs typeface="Arial"/>
              </a:defRPr>
            </a:lvl2pPr>
            <a:lvl3pPr algn="l">
              <a:defRPr sz="2850" b="1">
                <a:solidFill>
                  <a:srgbClr val="D99524"/>
                </a:solidFill>
                <a:latin typeface="Arial"/>
                <a:ea typeface="Arial"/>
                <a:cs typeface="Arial"/>
              </a:defRPr>
            </a:lvl3pPr>
            <a:lvl4pPr algn="l">
              <a:defRPr sz="2850" b="1">
                <a:solidFill>
                  <a:srgbClr val="D99524"/>
                </a:solidFill>
                <a:latin typeface="Arial"/>
                <a:ea typeface="Arial"/>
                <a:cs typeface="Arial"/>
              </a:defRPr>
            </a:lvl4pPr>
            <a:lvl5pPr algn="l">
              <a:defRPr sz="2850" b="1">
                <a:solidFill>
                  <a:srgbClr val="D99524"/>
                </a:solidFill>
                <a:latin typeface="Arial"/>
                <a:ea typeface="Arial"/>
                <a:cs typeface="Arial"/>
              </a:defRPr>
            </a:lvl5pPr>
            <a:lvl6pPr algn="l">
              <a:defRPr sz="2850" b="1">
                <a:solidFill>
                  <a:srgbClr val="D99524"/>
                </a:solidFill>
                <a:latin typeface="Arial"/>
                <a:ea typeface="Arial"/>
                <a:cs typeface="Arial"/>
              </a:defRPr>
            </a:lvl6pPr>
            <a:lvl7pPr algn="l">
              <a:defRPr sz="2850" b="1">
                <a:solidFill>
                  <a:srgbClr val="D99524"/>
                </a:solidFill>
                <a:latin typeface="Arial"/>
                <a:ea typeface="Arial"/>
                <a:cs typeface="Arial"/>
              </a:defRPr>
            </a:lvl7pPr>
            <a:lvl8pPr algn="l">
              <a:defRPr sz="2850" b="1">
                <a:solidFill>
                  <a:srgbClr val="D99524"/>
                </a:solidFill>
                <a:latin typeface="Arial"/>
                <a:ea typeface="Arial"/>
                <a:cs typeface="Arial"/>
              </a:defRPr>
            </a:lvl8pPr>
            <a:lvl9pPr algn="l">
              <a:defRPr sz="2850" b="1">
                <a:solidFill>
                  <a:srgbClr val="D99524"/>
                </a:solidFill>
                <a:latin typeface="Arial"/>
                <a:ea typeface="Arial"/>
                <a:cs typeface="Arial"/>
              </a:defRPr>
            </a:lvl9pPr>
          </a:lstStyle>
          <a:p xmlns:a="http://schemas.openxmlformats.org/drawingml/2006/main">
            <a:pPr algn="l">
              <a:defRPr sz="2850" b="1">
                <a:solidFill>
                  <a:srgbClr val="D99524"/>
                </a:solidFill>
                <a:latin typeface="Arial"/>
                <a:ea typeface="Arial"/>
                <a:cs typeface="Arial"/>
              </a:defRPr>
            </a:pPr>
            <a:r>
              <a:rPr sz="2850" b="1">
                <a:solidFill>
                  <a:srgbClr val="D99524"/>
                </a:solidFill>
                <a:latin typeface="Arial"/>
                <a:ea typeface="Arial"/>
                <a:cs typeface="Arial"/>
              </a:rPr>
              <a:t>Evidence</a:t>
            </a:r>
          </a:p>
        </p:txBody>
      </p:sp>
      <p:sp>
        <p:nvSpPr>
          <p:cNvPr id="6" name="Preserve volatile state">
            <a:extLst xmlns:a="http://schemas.openxmlformats.org/drawingml/2006/main">
              <a:ext uri="{FF2B5EF4-FFF2-40B4-BE49-F238E27FC236}">
                <a16:creationId xmlns:a16="http://schemas.microsoft.com/office/drawing/2014/main" id="{4FB6FDA8-9D1F-4966-8CB8-CB9016581D18}"/>
              </a:ext>
            </a:extLst>
          </p:cNvPr>
          <p:cNvSpPr>
            <a:spLocks xmlns:a="http://schemas.openxmlformats.org/drawingml/2006/main" noGrp="1"/>
          </p:cNvSpPr>
          <p:nvPr/>
        </p:nvSpPr>
        <p:spPr>
          <a:xfrm xmlns:a="http://schemas.openxmlformats.org/drawingml/2006/main">
            <a:off x="6391275" y="2714625"/>
            <a:ext cx="49530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0">
                <a:solidFill>
                  <a:srgbClr val="112B3A"/>
                </a:solidFill>
                <a:latin typeface="Arial"/>
                <a:ea typeface="Arial"/>
                <a:cs typeface="Arial"/>
              </a:defRPr>
            </a:defPPr>
            <a:lvl1pPr algn="l">
              <a:defRPr sz="2025" b="0">
                <a:solidFill>
                  <a:srgbClr val="112B3A"/>
                </a:solidFill>
                <a:latin typeface="Arial"/>
                <a:ea typeface="Arial"/>
                <a:cs typeface="Arial"/>
              </a:defRPr>
            </a:lvl1pPr>
            <a:lvl2pPr algn="l">
              <a:defRPr sz="2025" b="0">
                <a:solidFill>
                  <a:srgbClr val="112B3A"/>
                </a:solidFill>
                <a:latin typeface="Arial"/>
                <a:ea typeface="Arial"/>
                <a:cs typeface="Arial"/>
              </a:defRPr>
            </a:lvl2pPr>
            <a:lvl3pPr algn="l">
              <a:defRPr sz="2025" b="0">
                <a:solidFill>
                  <a:srgbClr val="112B3A"/>
                </a:solidFill>
                <a:latin typeface="Arial"/>
                <a:ea typeface="Arial"/>
                <a:cs typeface="Arial"/>
              </a:defRPr>
            </a:lvl3pPr>
            <a:lvl4pPr algn="l">
              <a:defRPr sz="2025" b="0">
                <a:solidFill>
                  <a:srgbClr val="112B3A"/>
                </a:solidFill>
                <a:latin typeface="Arial"/>
                <a:ea typeface="Arial"/>
                <a:cs typeface="Arial"/>
              </a:defRPr>
            </a:lvl4pPr>
            <a:lvl5pPr algn="l">
              <a:defRPr sz="2025" b="0">
                <a:solidFill>
                  <a:srgbClr val="112B3A"/>
                </a:solidFill>
                <a:latin typeface="Arial"/>
                <a:ea typeface="Arial"/>
                <a:cs typeface="Arial"/>
              </a:defRPr>
            </a:lvl5pPr>
            <a:lvl6pPr algn="l">
              <a:defRPr sz="2025" b="0">
                <a:solidFill>
                  <a:srgbClr val="112B3A"/>
                </a:solidFill>
                <a:latin typeface="Arial"/>
                <a:ea typeface="Arial"/>
                <a:cs typeface="Arial"/>
              </a:defRPr>
            </a:lvl6pPr>
            <a:lvl7pPr algn="l">
              <a:defRPr sz="2025" b="0">
                <a:solidFill>
                  <a:srgbClr val="112B3A"/>
                </a:solidFill>
                <a:latin typeface="Arial"/>
                <a:ea typeface="Arial"/>
                <a:cs typeface="Arial"/>
              </a:defRPr>
            </a:lvl7pPr>
            <a:lvl8pPr algn="l">
              <a:defRPr sz="2025" b="0">
                <a:solidFill>
                  <a:srgbClr val="112B3A"/>
                </a:solidFill>
                <a:latin typeface="Arial"/>
                <a:ea typeface="Arial"/>
                <a:cs typeface="Arial"/>
              </a:defRPr>
            </a:lvl8pPr>
            <a:lvl9pPr algn="l">
              <a:defRPr sz="2025" b="0">
                <a:solidFill>
                  <a:srgbClr val="112B3A"/>
                </a:solidFill>
                <a:latin typeface="Arial"/>
                <a:ea typeface="Arial"/>
                <a:cs typeface="Arial"/>
              </a:defRPr>
            </a:lvl9pPr>
          </a:lstStyle>
          <a:p xmlns:a="http://schemas.openxmlformats.org/drawingml/2006/main">
            <a:pPr algn="l">
              <a:defRPr sz="2025" b="0">
                <a:solidFill>
                  <a:srgbClr val="112B3A"/>
                </a:solidFill>
                <a:latin typeface="Arial"/>
                <a:ea typeface="Arial"/>
                <a:cs typeface="Arial"/>
              </a:defRPr>
            </a:pPr>
            <a:r>
              <a:rPr sz="2025" b="0">
                <a:solidFill>
                  <a:srgbClr val="112B3A"/>
                </a:solidFill>
                <a:latin typeface="Arial"/>
                <a:ea typeface="Arial"/>
                <a:cs typeface="Arial"/>
              </a:rPr>
              <a:t>Preserve volatile state</a:t>
            </a:r>
          </a:p>
        </p:txBody>
      </p:sp>
      <p:sp>
        <p:nvSpPr>
          <p:cNvPr id="7" name="Velocity">
            <a:extLst xmlns:a="http://schemas.openxmlformats.org/drawingml/2006/main">
              <a:ext uri="{FF2B5EF4-FFF2-40B4-BE49-F238E27FC236}">
                <a16:creationId xmlns:a16="http://schemas.microsoft.com/office/drawing/2014/main" id="{667F7E94-3A3C-4A94-B19C-50F11C441DBB}"/>
              </a:ext>
            </a:extLst>
          </p:cNvPr>
          <p:cNvSpPr>
            <a:spLocks xmlns:a="http://schemas.openxmlformats.org/drawingml/2006/main" noGrp="1"/>
          </p:cNvSpPr>
          <p:nvPr/>
        </p:nvSpPr>
        <p:spPr>
          <a:xfrm xmlns:a="http://schemas.openxmlformats.org/drawingml/2006/main">
            <a:off x="714375" y="3857625"/>
            <a:ext cx="49530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850" b="1">
                <a:solidFill>
                  <a:srgbClr val="F7785D"/>
                </a:solidFill>
                <a:latin typeface="Arial"/>
                <a:ea typeface="Arial"/>
                <a:cs typeface="Arial"/>
              </a:defRPr>
            </a:defPPr>
            <a:lvl1pPr algn="l">
              <a:defRPr sz="2850" b="1">
                <a:solidFill>
                  <a:srgbClr val="F7785D"/>
                </a:solidFill>
                <a:latin typeface="Arial"/>
                <a:ea typeface="Arial"/>
                <a:cs typeface="Arial"/>
              </a:defRPr>
            </a:lvl1pPr>
            <a:lvl2pPr algn="l">
              <a:defRPr sz="2850" b="1">
                <a:solidFill>
                  <a:srgbClr val="F7785D"/>
                </a:solidFill>
                <a:latin typeface="Arial"/>
                <a:ea typeface="Arial"/>
                <a:cs typeface="Arial"/>
              </a:defRPr>
            </a:lvl2pPr>
            <a:lvl3pPr algn="l">
              <a:defRPr sz="2850" b="1">
                <a:solidFill>
                  <a:srgbClr val="F7785D"/>
                </a:solidFill>
                <a:latin typeface="Arial"/>
                <a:ea typeface="Arial"/>
                <a:cs typeface="Arial"/>
              </a:defRPr>
            </a:lvl3pPr>
            <a:lvl4pPr algn="l">
              <a:defRPr sz="2850" b="1">
                <a:solidFill>
                  <a:srgbClr val="F7785D"/>
                </a:solidFill>
                <a:latin typeface="Arial"/>
                <a:ea typeface="Arial"/>
                <a:cs typeface="Arial"/>
              </a:defRPr>
            </a:lvl4pPr>
            <a:lvl5pPr algn="l">
              <a:defRPr sz="2850" b="1">
                <a:solidFill>
                  <a:srgbClr val="F7785D"/>
                </a:solidFill>
                <a:latin typeface="Arial"/>
                <a:ea typeface="Arial"/>
                <a:cs typeface="Arial"/>
              </a:defRPr>
            </a:lvl5pPr>
            <a:lvl6pPr algn="l">
              <a:defRPr sz="2850" b="1">
                <a:solidFill>
                  <a:srgbClr val="F7785D"/>
                </a:solidFill>
                <a:latin typeface="Arial"/>
                <a:ea typeface="Arial"/>
                <a:cs typeface="Arial"/>
              </a:defRPr>
            </a:lvl6pPr>
            <a:lvl7pPr algn="l">
              <a:defRPr sz="2850" b="1">
                <a:solidFill>
                  <a:srgbClr val="F7785D"/>
                </a:solidFill>
                <a:latin typeface="Arial"/>
                <a:ea typeface="Arial"/>
                <a:cs typeface="Arial"/>
              </a:defRPr>
            </a:lvl7pPr>
            <a:lvl8pPr algn="l">
              <a:defRPr sz="2850" b="1">
                <a:solidFill>
                  <a:srgbClr val="F7785D"/>
                </a:solidFill>
                <a:latin typeface="Arial"/>
                <a:ea typeface="Arial"/>
                <a:cs typeface="Arial"/>
              </a:defRPr>
            </a:lvl8pPr>
            <a:lvl9pPr algn="l">
              <a:defRPr sz="2850" b="1">
                <a:solidFill>
                  <a:srgbClr val="F7785D"/>
                </a:solidFill>
                <a:latin typeface="Arial"/>
                <a:ea typeface="Arial"/>
                <a:cs typeface="Arial"/>
              </a:defRPr>
            </a:lvl9pPr>
          </a:lstStyle>
          <a:p xmlns:a="http://schemas.openxmlformats.org/drawingml/2006/main">
            <a:pPr algn="l">
              <a:defRPr sz="2850" b="1">
                <a:solidFill>
                  <a:srgbClr val="F7785D"/>
                </a:solidFill>
                <a:latin typeface="Arial"/>
                <a:ea typeface="Arial"/>
                <a:cs typeface="Arial"/>
              </a:defRPr>
            </a:pPr>
            <a:r>
              <a:rPr sz="2850" b="1">
                <a:solidFill>
                  <a:srgbClr val="F7785D"/>
                </a:solidFill>
                <a:latin typeface="Arial"/>
                <a:ea typeface="Arial"/>
                <a:cs typeface="Arial"/>
              </a:rPr>
              <a:t>Velocity</a:t>
            </a:r>
          </a:p>
        </p:txBody>
      </p:sp>
      <p:sp>
        <p:nvSpPr>
          <p:cNvPr id="8" name="Keep unaffected releases moving">
            <a:extLst xmlns:a="http://schemas.openxmlformats.org/drawingml/2006/main">
              <a:ext uri="{FF2B5EF4-FFF2-40B4-BE49-F238E27FC236}">
                <a16:creationId xmlns:a16="http://schemas.microsoft.com/office/drawing/2014/main" id="{60FBC156-DCF1-41E8-AB25-ED15C29B1780}"/>
              </a:ext>
            </a:extLst>
          </p:cNvPr>
          <p:cNvSpPr>
            <a:spLocks xmlns:a="http://schemas.openxmlformats.org/drawingml/2006/main" noGrp="1"/>
          </p:cNvSpPr>
          <p:nvPr/>
        </p:nvSpPr>
        <p:spPr>
          <a:xfrm xmlns:a="http://schemas.openxmlformats.org/drawingml/2006/main">
            <a:off x="714375" y="4562475"/>
            <a:ext cx="49530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0">
                <a:solidFill>
                  <a:srgbClr val="112B3A"/>
                </a:solidFill>
                <a:latin typeface="Arial"/>
                <a:ea typeface="Arial"/>
                <a:cs typeface="Arial"/>
              </a:defRPr>
            </a:defPPr>
            <a:lvl1pPr algn="l">
              <a:defRPr sz="2025" b="0">
                <a:solidFill>
                  <a:srgbClr val="112B3A"/>
                </a:solidFill>
                <a:latin typeface="Arial"/>
                <a:ea typeface="Arial"/>
                <a:cs typeface="Arial"/>
              </a:defRPr>
            </a:lvl1pPr>
            <a:lvl2pPr algn="l">
              <a:defRPr sz="2025" b="0">
                <a:solidFill>
                  <a:srgbClr val="112B3A"/>
                </a:solidFill>
                <a:latin typeface="Arial"/>
                <a:ea typeface="Arial"/>
                <a:cs typeface="Arial"/>
              </a:defRPr>
            </a:lvl2pPr>
            <a:lvl3pPr algn="l">
              <a:defRPr sz="2025" b="0">
                <a:solidFill>
                  <a:srgbClr val="112B3A"/>
                </a:solidFill>
                <a:latin typeface="Arial"/>
                <a:ea typeface="Arial"/>
                <a:cs typeface="Arial"/>
              </a:defRPr>
            </a:lvl3pPr>
            <a:lvl4pPr algn="l">
              <a:defRPr sz="2025" b="0">
                <a:solidFill>
                  <a:srgbClr val="112B3A"/>
                </a:solidFill>
                <a:latin typeface="Arial"/>
                <a:ea typeface="Arial"/>
                <a:cs typeface="Arial"/>
              </a:defRPr>
            </a:lvl4pPr>
            <a:lvl5pPr algn="l">
              <a:defRPr sz="2025" b="0">
                <a:solidFill>
                  <a:srgbClr val="112B3A"/>
                </a:solidFill>
                <a:latin typeface="Arial"/>
                <a:ea typeface="Arial"/>
                <a:cs typeface="Arial"/>
              </a:defRPr>
            </a:lvl5pPr>
            <a:lvl6pPr algn="l">
              <a:defRPr sz="2025" b="0">
                <a:solidFill>
                  <a:srgbClr val="112B3A"/>
                </a:solidFill>
                <a:latin typeface="Arial"/>
                <a:ea typeface="Arial"/>
                <a:cs typeface="Arial"/>
              </a:defRPr>
            </a:lvl6pPr>
            <a:lvl7pPr algn="l">
              <a:defRPr sz="2025" b="0">
                <a:solidFill>
                  <a:srgbClr val="112B3A"/>
                </a:solidFill>
                <a:latin typeface="Arial"/>
                <a:ea typeface="Arial"/>
                <a:cs typeface="Arial"/>
              </a:defRPr>
            </a:lvl7pPr>
            <a:lvl8pPr algn="l">
              <a:defRPr sz="2025" b="0">
                <a:solidFill>
                  <a:srgbClr val="112B3A"/>
                </a:solidFill>
                <a:latin typeface="Arial"/>
                <a:ea typeface="Arial"/>
                <a:cs typeface="Arial"/>
              </a:defRPr>
            </a:lvl8pPr>
            <a:lvl9pPr algn="l">
              <a:defRPr sz="2025" b="0">
                <a:solidFill>
                  <a:srgbClr val="112B3A"/>
                </a:solidFill>
                <a:latin typeface="Arial"/>
                <a:ea typeface="Arial"/>
                <a:cs typeface="Arial"/>
              </a:defRPr>
            </a:lvl9pPr>
          </a:lstStyle>
          <a:p xmlns:a="http://schemas.openxmlformats.org/drawingml/2006/main">
            <a:pPr algn="l">
              <a:defRPr sz="2025" b="0">
                <a:solidFill>
                  <a:srgbClr val="112B3A"/>
                </a:solidFill>
                <a:latin typeface="Arial"/>
                <a:ea typeface="Arial"/>
                <a:cs typeface="Arial"/>
              </a:defRPr>
            </a:pPr>
            <a:r>
              <a:rPr sz="2025" b="0">
                <a:solidFill>
                  <a:srgbClr val="112B3A"/>
                </a:solidFill>
                <a:latin typeface="Arial"/>
                <a:ea typeface="Arial"/>
                <a:cs typeface="Arial"/>
              </a:rPr>
              <a:t>Keep unaffected releases moving</a:t>
            </a:r>
          </a:p>
        </p:txBody>
      </p:sp>
      <p:sp>
        <p:nvSpPr>
          <p:cNvPr id="9" name="Containment">
            <a:extLst xmlns:a="http://schemas.openxmlformats.org/drawingml/2006/main">
              <a:ext uri="{FF2B5EF4-FFF2-40B4-BE49-F238E27FC236}">
                <a16:creationId xmlns:a16="http://schemas.microsoft.com/office/drawing/2014/main" id="{08EA3EDA-B407-4123-BBF7-C042FC04CA0C}"/>
              </a:ext>
            </a:extLst>
          </p:cNvPr>
          <p:cNvSpPr>
            <a:spLocks xmlns:a="http://schemas.openxmlformats.org/drawingml/2006/main" noGrp="1"/>
          </p:cNvSpPr>
          <p:nvPr/>
        </p:nvSpPr>
        <p:spPr>
          <a:xfrm xmlns:a="http://schemas.openxmlformats.org/drawingml/2006/main">
            <a:off x="6391275" y="3857625"/>
            <a:ext cx="49530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850" b="1">
                <a:solidFill>
                  <a:srgbClr val="112B3A"/>
                </a:solidFill>
                <a:latin typeface="Arial"/>
                <a:ea typeface="Arial"/>
                <a:cs typeface="Arial"/>
              </a:defRPr>
            </a:defPPr>
            <a:lvl1pPr algn="l">
              <a:defRPr sz="2850" b="1">
                <a:solidFill>
                  <a:srgbClr val="112B3A"/>
                </a:solidFill>
                <a:latin typeface="Arial"/>
                <a:ea typeface="Arial"/>
                <a:cs typeface="Arial"/>
              </a:defRPr>
            </a:lvl1pPr>
            <a:lvl2pPr algn="l">
              <a:defRPr sz="2850" b="1">
                <a:solidFill>
                  <a:srgbClr val="112B3A"/>
                </a:solidFill>
                <a:latin typeface="Arial"/>
                <a:ea typeface="Arial"/>
                <a:cs typeface="Arial"/>
              </a:defRPr>
            </a:lvl2pPr>
            <a:lvl3pPr algn="l">
              <a:defRPr sz="2850" b="1">
                <a:solidFill>
                  <a:srgbClr val="112B3A"/>
                </a:solidFill>
                <a:latin typeface="Arial"/>
                <a:ea typeface="Arial"/>
                <a:cs typeface="Arial"/>
              </a:defRPr>
            </a:lvl3pPr>
            <a:lvl4pPr algn="l">
              <a:defRPr sz="2850" b="1">
                <a:solidFill>
                  <a:srgbClr val="112B3A"/>
                </a:solidFill>
                <a:latin typeface="Arial"/>
                <a:ea typeface="Arial"/>
                <a:cs typeface="Arial"/>
              </a:defRPr>
            </a:lvl4pPr>
            <a:lvl5pPr algn="l">
              <a:defRPr sz="2850" b="1">
                <a:solidFill>
                  <a:srgbClr val="112B3A"/>
                </a:solidFill>
                <a:latin typeface="Arial"/>
                <a:ea typeface="Arial"/>
                <a:cs typeface="Arial"/>
              </a:defRPr>
            </a:lvl5pPr>
            <a:lvl6pPr algn="l">
              <a:defRPr sz="2850" b="1">
                <a:solidFill>
                  <a:srgbClr val="112B3A"/>
                </a:solidFill>
                <a:latin typeface="Arial"/>
                <a:ea typeface="Arial"/>
                <a:cs typeface="Arial"/>
              </a:defRPr>
            </a:lvl6pPr>
            <a:lvl7pPr algn="l">
              <a:defRPr sz="2850" b="1">
                <a:solidFill>
                  <a:srgbClr val="112B3A"/>
                </a:solidFill>
                <a:latin typeface="Arial"/>
                <a:ea typeface="Arial"/>
                <a:cs typeface="Arial"/>
              </a:defRPr>
            </a:lvl7pPr>
            <a:lvl8pPr algn="l">
              <a:defRPr sz="2850" b="1">
                <a:solidFill>
                  <a:srgbClr val="112B3A"/>
                </a:solidFill>
                <a:latin typeface="Arial"/>
                <a:ea typeface="Arial"/>
                <a:cs typeface="Arial"/>
              </a:defRPr>
            </a:lvl8pPr>
            <a:lvl9pPr algn="l">
              <a:defRPr sz="2850" b="1">
                <a:solidFill>
                  <a:srgbClr val="112B3A"/>
                </a:solidFill>
                <a:latin typeface="Arial"/>
                <a:ea typeface="Arial"/>
                <a:cs typeface="Arial"/>
              </a:defRPr>
            </a:lvl9pPr>
          </a:lstStyle>
          <a:p xmlns:a="http://schemas.openxmlformats.org/drawingml/2006/main">
            <a:pPr algn="l">
              <a:defRPr sz="2850" b="1">
                <a:solidFill>
                  <a:srgbClr val="112B3A"/>
                </a:solidFill>
                <a:latin typeface="Arial"/>
                <a:ea typeface="Arial"/>
                <a:cs typeface="Arial"/>
              </a:defRPr>
            </a:pPr>
            <a:r>
              <a:rPr sz="2850" b="1">
                <a:solidFill>
                  <a:srgbClr val="112B3A"/>
                </a:solidFill>
                <a:latin typeface="Arial"/>
                <a:ea typeface="Arial"/>
                <a:cs typeface="Arial"/>
              </a:rPr>
              <a:t>Containment</a:t>
            </a:r>
          </a:p>
        </p:txBody>
      </p:sp>
      <p:sp>
        <p:nvSpPr>
          <p:cNvPr id="10" name="Stop exposure; justify impact">
            <a:extLst xmlns:a="http://schemas.openxmlformats.org/drawingml/2006/main">
              <a:ext uri="{FF2B5EF4-FFF2-40B4-BE49-F238E27FC236}">
                <a16:creationId xmlns:a16="http://schemas.microsoft.com/office/drawing/2014/main" id="{FFA984A1-AD5C-4C0C-BFBB-CF971FEBAD15}"/>
              </a:ext>
            </a:extLst>
          </p:cNvPr>
          <p:cNvSpPr>
            <a:spLocks xmlns:a="http://schemas.openxmlformats.org/drawingml/2006/main" noGrp="1"/>
          </p:cNvSpPr>
          <p:nvPr/>
        </p:nvSpPr>
        <p:spPr>
          <a:xfrm xmlns:a="http://schemas.openxmlformats.org/drawingml/2006/main">
            <a:off x="6391275" y="4562475"/>
            <a:ext cx="49530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0">
                <a:solidFill>
                  <a:srgbClr val="112B3A"/>
                </a:solidFill>
                <a:latin typeface="Arial"/>
                <a:ea typeface="Arial"/>
                <a:cs typeface="Arial"/>
              </a:defRPr>
            </a:defPPr>
            <a:lvl1pPr algn="l">
              <a:defRPr sz="2025" b="0">
                <a:solidFill>
                  <a:srgbClr val="112B3A"/>
                </a:solidFill>
                <a:latin typeface="Arial"/>
                <a:ea typeface="Arial"/>
                <a:cs typeface="Arial"/>
              </a:defRPr>
            </a:lvl1pPr>
            <a:lvl2pPr algn="l">
              <a:defRPr sz="2025" b="0">
                <a:solidFill>
                  <a:srgbClr val="112B3A"/>
                </a:solidFill>
                <a:latin typeface="Arial"/>
                <a:ea typeface="Arial"/>
                <a:cs typeface="Arial"/>
              </a:defRPr>
            </a:lvl2pPr>
            <a:lvl3pPr algn="l">
              <a:defRPr sz="2025" b="0">
                <a:solidFill>
                  <a:srgbClr val="112B3A"/>
                </a:solidFill>
                <a:latin typeface="Arial"/>
                <a:ea typeface="Arial"/>
                <a:cs typeface="Arial"/>
              </a:defRPr>
            </a:lvl3pPr>
            <a:lvl4pPr algn="l">
              <a:defRPr sz="2025" b="0">
                <a:solidFill>
                  <a:srgbClr val="112B3A"/>
                </a:solidFill>
                <a:latin typeface="Arial"/>
                <a:ea typeface="Arial"/>
                <a:cs typeface="Arial"/>
              </a:defRPr>
            </a:lvl4pPr>
            <a:lvl5pPr algn="l">
              <a:defRPr sz="2025" b="0">
                <a:solidFill>
                  <a:srgbClr val="112B3A"/>
                </a:solidFill>
                <a:latin typeface="Arial"/>
                <a:ea typeface="Arial"/>
                <a:cs typeface="Arial"/>
              </a:defRPr>
            </a:lvl5pPr>
            <a:lvl6pPr algn="l">
              <a:defRPr sz="2025" b="0">
                <a:solidFill>
                  <a:srgbClr val="112B3A"/>
                </a:solidFill>
                <a:latin typeface="Arial"/>
                <a:ea typeface="Arial"/>
                <a:cs typeface="Arial"/>
              </a:defRPr>
            </a:lvl6pPr>
            <a:lvl7pPr algn="l">
              <a:defRPr sz="2025" b="0">
                <a:solidFill>
                  <a:srgbClr val="112B3A"/>
                </a:solidFill>
                <a:latin typeface="Arial"/>
                <a:ea typeface="Arial"/>
                <a:cs typeface="Arial"/>
              </a:defRPr>
            </a:lvl7pPr>
            <a:lvl8pPr algn="l">
              <a:defRPr sz="2025" b="0">
                <a:solidFill>
                  <a:srgbClr val="112B3A"/>
                </a:solidFill>
                <a:latin typeface="Arial"/>
                <a:ea typeface="Arial"/>
                <a:cs typeface="Arial"/>
              </a:defRPr>
            </a:lvl8pPr>
            <a:lvl9pPr algn="l">
              <a:defRPr sz="2025" b="0">
                <a:solidFill>
                  <a:srgbClr val="112B3A"/>
                </a:solidFill>
                <a:latin typeface="Arial"/>
                <a:ea typeface="Arial"/>
                <a:cs typeface="Arial"/>
              </a:defRPr>
            </a:lvl9pPr>
          </a:lstStyle>
          <a:p xmlns:a="http://schemas.openxmlformats.org/drawingml/2006/main">
            <a:pPr algn="l">
              <a:defRPr sz="2025" b="0">
                <a:solidFill>
                  <a:srgbClr val="112B3A"/>
                </a:solidFill>
                <a:latin typeface="Arial"/>
                <a:ea typeface="Arial"/>
                <a:cs typeface="Arial"/>
              </a:defRPr>
            </a:pPr>
            <a:r>
              <a:rPr sz="2025" b="0">
                <a:solidFill>
                  <a:srgbClr val="112B3A"/>
                </a:solidFill>
                <a:latin typeface="Arial"/>
                <a:ea typeface="Arial"/>
                <a:cs typeface="Arial"/>
              </a:rPr>
              <a:t>Stop exposure; justify impact</a:t>
            </a:r>
          </a:p>
        </p:txBody>
      </p:sp>
      <p:sp>
        <p:nvSpPr>
          <p:cNvPr id="11" name="Write one primary constraint and a measurable">
            <a:extLst xmlns:a="http://schemas.openxmlformats.org/drawingml/2006/main">
              <a:ext uri="{FF2B5EF4-FFF2-40B4-BE49-F238E27FC236}">
                <a16:creationId xmlns:a16="http://schemas.microsoft.com/office/drawing/2014/main" id="{2B47A162-E53B-4D42-A9A5-0C99F246B807}"/>
              </a:ext>
            </a:extLst>
          </p:cNvPr>
          <p:cNvSpPr>
            <a:spLocks xmlns:a="http://schemas.openxmlformats.org/drawingml/2006/main" noGrp="1"/>
          </p:cNvSpPr>
          <p:nvPr/>
        </p:nvSpPr>
        <p:spPr>
          <a:xfrm xmlns:a="http://schemas.openxmlformats.org/drawingml/2006/main">
            <a:off x="714375" y="6029325"/>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00" b="1">
                <a:solidFill>
                  <a:srgbClr val="112B3A"/>
                </a:solidFill>
                <a:latin typeface="Arial"/>
                <a:ea typeface="Arial"/>
                <a:cs typeface="Arial"/>
              </a:defRPr>
            </a:defPPr>
            <a:lvl1pPr algn="l">
              <a:defRPr sz="1800" b="1">
                <a:solidFill>
                  <a:srgbClr val="112B3A"/>
                </a:solidFill>
                <a:latin typeface="Arial"/>
                <a:ea typeface="Arial"/>
                <a:cs typeface="Arial"/>
              </a:defRPr>
            </a:lvl1pPr>
            <a:lvl2pPr algn="l">
              <a:defRPr sz="1800" b="1">
                <a:solidFill>
                  <a:srgbClr val="112B3A"/>
                </a:solidFill>
                <a:latin typeface="Arial"/>
                <a:ea typeface="Arial"/>
                <a:cs typeface="Arial"/>
              </a:defRPr>
            </a:lvl2pPr>
            <a:lvl3pPr algn="l">
              <a:defRPr sz="1800" b="1">
                <a:solidFill>
                  <a:srgbClr val="112B3A"/>
                </a:solidFill>
                <a:latin typeface="Arial"/>
                <a:ea typeface="Arial"/>
                <a:cs typeface="Arial"/>
              </a:defRPr>
            </a:lvl3pPr>
            <a:lvl4pPr algn="l">
              <a:defRPr sz="1800" b="1">
                <a:solidFill>
                  <a:srgbClr val="112B3A"/>
                </a:solidFill>
                <a:latin typeface="Arial"/>
                <a:ea typeface="Arial"/>
                <a:cs typeface="Arial"/>
              </a:defRPr>
            </a:lvl4pPr>
            <a:lvl5pPr algn="l">
              <a:defRPr sz="1800" b="1">
                <a:solidFill>
                  <a:srgbClr val="112B3A"/>
                </a:solidFill>
                <a:latin typeface="Arial"/>
                <a:ea typeface="Arial"/>
                <a:cs typeface="Arial"/>
              </a:defRPr>
            </a:lvl5pPr>
            <a:lvl6pPr algn="l">
              <a:defRPr sz="1800" b="1">
                <a:solidFill>
                  <a:srgbClr val="112B3A"/>
                </a:solidFill>
                <a:latin typeface="Arial"/>
                <a:ea typeface="Arial"/>
                <a:cs typeface="Arial"/>
              </a:defRPr>
            </a:lvl6pPr>
            <a:lvl7pPr algn="l">
              <a:defRPr sz="1800" b="1">
                <a:solidFill>
                  <a:srgbClr val="112B3A"/>
                </a:solidFill>
                <a:latin typeface="Arial"/>
                <a:ea typeface="Arial"/>
                <a:cs typeface="Arial"/>
              </a:defRPr>
            </a:lvl7pPr>
            <a:lvl8pPr algn="l">
              <a:defRPr sz="1800" b="1">
                <a:solidFill>
                  <a:srgbClr val="112B3A"/>
                </a:solidFill>
                <a:latin typeface="Arial"/>
                <a:ea typeface="Arial"/>
                <a:cs typeface="Arial"/>
              </a:defRPr>
            </a:lvl8pPr>
            <a:lvl9pPr algn="l">
              <a:defRPr sz="1800" b="1">
                <a:solidFill>
                  <a:srgbClr val="112B3A"/>
                </a:solidFill>
                <a:latin typeface="Arial"/>
                <a:ea typeface="Arial"/>
                <a:cs typeface="Arial"/>
              </a:defRPr>
            </a:lvl9pPr>
          </a:lstStyle>
          <a:p xmlns:a="http://schemas.openxmlformats.org/drawingml/2006/main">
            <a:pPr algn="l">
              <a:defRPr sz="1800" b="1">
                <a:solidFill>
                  <a:srgbClr val="112B3A"/>
                </a:solidFill>
                <a:latin typeface="Arial"/>
                <a:ea typeface="Arial"/>
                <a:cs typeface="Arial"/>
              </a:defRPr>
            </a:pPr>
            <a:r>
              <a:rPr sz="1800" b="1">
                <a:solidFill>
                  <a:srgbClr val="112B3A"/>
                </a:solidFill>
                <a:latin typeface="Arial"/>
                <a:ea typeface="Arial"/>
                <a:cs typeface="Arial"/>
              </a:rPr>
              <a:t>Write one primary constraint and a measurable floor on page 6</a:t>
            </a:r>
          </a:p>
        </p:txBody>
      </p:sp>
    </p:spTree>
    <p:extLst>
      <p:ext uri="{BB962C8B-B14F-4D97-AF65-F5344CB8AC3E}">
        <p14:creationId xmlns:p14="http://schemas.microsoft.com/office/powerpoint/2010/main" val="1927122467"/>
      </p:ext>
    </p:extLst>
  </p:cSld>
</p:sld>
</file>

<file path=ppt/slides/slide15.xml><?xml version="1.0" encoding="utf-8"?>
<p:sld xmlns:p="http://schemas.openxmlformats.org/presentationml/2006/main">
  <p:cSld>
    <p:bg>
      <p:bgPr>
        <a:solidFill xmlns:a="http://schemas.openxmlformats.org/drawingml/2006/main">
          <a:srgbClr val="081A29"/>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7ED782E6-3F8D-40D2-A460-A88797F401A7}"/>
              </a:ext>
            </a:extLst>
          </p:cNvPr>
          <p:cNvPicPr>
            <a:picLocks xmlns:a="http://schemas.openxmlformats.org/drawingml/2006/main" noChangeAspect="1"/>
          </p:cNvPicPr>
          <p:nvPr/>
        </p:nvPicPr>
        <p:blipFill>
          <a:blip xmlns:r="http://schemas.openxmlformats.org/officeDocument/2006/relationships" xmlns:a="http://schemas.openxmlformats.org/drawingml/2006/main" r:embed="R65bc14d5e00f423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lide-15-title">
            <a:extLst xmlns:a="http://schemas.openxmlformats.org/drawingml/2006/main">
              <a:ext uri="{FF2B5EF4-FFF2-40B4-BE49-F238E27FC236}">
                <a16:creationId xmlns:a16="http://schemas.microsoft.com/office/drawing/2014/main" id="{FDB50275-C37B-4D80-9F15-BFC5750397EB}"/>
              </a:ext>
            </a:extLst>
          </p:cNvPr>
          <p:cNvSpPr>
            <a:spLocks xmlns:a="http://schemas.openxmlformats.org/drawingml/2006/main" noGrp="1"/>
          </p:cNvSpPr>
          <p:nvPr/>
        </p:nvSpPr>
        <p:spPr>
          <a:xfrm xmlns:a="http://schemas.openxmlformats.org/drawingml/2006/main">
            <a:off x="609600" y="476250"/>
            <a:ext cx="10858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FFFFFF"/>
                </a:solidFill>
                <a:latin typeface="Arial"/>
                <a:ea typeface="Arial"/>
                <a:cs typeface="Arial"/>
              </a:defRPr>
            </a:defPPr>
            <a:lvl1pPr algn="l">
              <a:defRPr sz="3150" b="1">
                <a:solidFill>
                  <a:srgbClr val="FFFFFF"/>
                </a:solidFill>
                <a:latin typeface="Arial"/>
                <a:ea typeface="Arial"/>
                <a:cs typeface="Arial"/>
              </a:defRPr>
            </a:lvl1pPr>
            <a:lvl2pPr algn="l">
              <a:defRPr sz="3150" b="1">
                <a:solidFill>
                  <a:srgbClr val="FFFFFF"/>
                </a:solidFill>
                <a:latin typeface="Arial"/>
                <a:ea typeface="Arial"/>
                <a:cs typeface="Arial"/>
              </a:defRPr>
            </a:lvl2pPr>
            <a:lvl3pPr algn="l">
              <a:defRPr sz="3150" b="1">
                <a:solidFill>
                  <a:srgbClr val="FFFFFF"/>
                </a:solidFill>
                <a:latin typeface="Arial"/>
                <a:ea typeface="Arial"/>
                <a:cs typeface="Arial"/>
              </a:defRPr>
            </a:lvl3pPr>
            <a:lvl4pPr algn="l">
              <a:defRPr sz="3150" b="1">
                <a:solidFill>
                  <a:srgbClr val="FFFFFF"/>
                </a:solidFill>
                <a:latin typeface="Arial"/>
                <a:ea typeface="Arial"/>
                <a:cs typeface="Arial"/>
              </a:defRPr>
            </a:lvl4pPr>
            <a:lvl5pPr algn="l">
              <a:defRPr sz="3150" b="1">
                <a:solidFill>
                  <a:srgbClr val="FFFFFF"/>
                </a:solidFill>
                <a:latin typeface="Arial"/>
                <a:ea typeface="Arial"/>
                <a:cs typeface="Arial"/>
              </a:defRPr>
            </a:lvl5pPr>
            <a:lvl6pPr algn="l">
              <a:defRPr sz="3150" b="1">
                <a:solidFill>
                  <a:srgbClr val="FFFFFF"/>
                </a:solidFill>
                <a:latin typeface="Arial"/>
                <a:ea typeface="Arial"/>
                <a:cs typeface="Arial"/>
              </a:defRPr>
            </a:lvl6pPr>
            <a:lvl7pPr algn="l">
              <a:defRPr sz="3150" b="1">
                <a:solidFill>
                  <a:srgbClr val="FFFFFF"/>
                </a:solidFill>
                <a:latin typeface="Arial"/>
                <a:ea typeface="Arial"/>
                <a:cs typeface="Arial"/>
              </a:defRPr>
            </a:lvl7pPr>
            <a:lvl8pPr algn="l">
              <a:defRPr sz="3150" b="1">
                <a:solidFill>
                  <a:srgbClr val="FFFFFF"/>
                </a:solidFill>
                <a:latin typeface="Arial"/>
                <a:ea typeface="Arial"/>
                <a:cs typeface="Arial"/>
              </a:defRPr>
            </a:lvl8pPr>
            <a:lvl9pPr algn="l">
              <a:defRPr sz="3150" b="1">
                <a:solidFill>
                  <a:srgbClr val="FFFFFF"/>
                </a:solidFill>
                <a:latin typeface="Arial"/>
                <a:ea typeface="Arial"/>
                <a:cs typeface="Arial"/>
              </a:defRPr>
            </a:lvl9pPr>
          </a:lstStyle>
          <a:p xmlns:a="http://schemas.openxmlformats.org/drawingml/2006/main">
            <a:pPr algn="l">
              <a:defRPr sz="3150" b="1">
                <a:solidFill>
                  <a:srgbClr val="FFFFFF"/>
                </a:solidFill>
                <a:latin typeface="Arial"/>
                <a:ea typeface="Arial"/>
                <a:cs typeface="Arial"/>
              </a:defRPr>
            </a:pPr>
            <a:r>
              <a:rPr sz="3150" b="1">
                <a:solidFill>
                  <a:srgbClr val="FFFFFF"/>
                </a:solidFill>
                <a:latin typeface="Arial"/>
                <a:ea typeface="Arial"/>
                <a:cs typeface="Arial"/>
              </a:rPr>
              <a:t>Security intent</a:t>
            </a:r>
          </a:p>
        </p:txBody>
      </p:sp>
      <p:sp>
        <p:nvSpPr>
          <p:cNvPr id="3" name="Round 1 · 4 minutes">
            <a:extLst xmlns:a="http://schemas.openxmlformats.org/drawingml/2006/main">
              <a:ext uri="{FF2B5EF4-FFF2-40B4-BE49-F238E27FC236}">
                <a16:creationId xmlns:a16="http://schemas.microsoft.com/office/drawing/2014/main" id="{EAF88DA9-C2D1-4322-9A27-AA1BDD612489}"/>
              </a:ext>
            </a:extLst>
          </p:cNvPr>
          <p:cNvSpPr>
            <a:spLocks xmlns:a="http://schemas.openxmlformats.org/drawingml/2006/main" noGrp="1"/>
          </p:cNvSpPr>
          <p:nvPr/>
        </p:nvSpPr>
        <p:spPr>
          <a:xfrm xmlns:a="http://schemas.openxmlformats.org/drawingml/2006/main">
            <a:off x="647700" y="1257300"/>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a:solidFill>
                  <a:srgbClr val="37D5BE"/>
                </a:solidFill>
                <a:latin typeface="Arial"/>
                <a:ea typeface="Arial"/>
                <a:cs typeface="Arial"/>
              </a:defRPr>
            </a:defPPr>
            <a:lvl1pPr algn="l">
              <a:defRPr sz="1500" b="0">
                <a:solidFill>
                  <a:srgbClr val="37D5BE"/>
                </a:solidFill>
                <a:latin typeface="Arial"/>
                <a:ea typeface="Arial"/>
                <a:cs typeface="Arial"/>
              </a:defRPr>
            </a:lvl1pPr>
            <a:lvl2pPr algn="l">
              <a:defRPr sz="1500" b="0">
                <a:solidFill>
                  <a:srgbClr val="37D5BE"/>
                </a:solidFill>
                <a:latin typeface="Arial"/>
                <a:ea typeface="Arial"/>
                <a:cs typeface="Arial"/>
              </a:defRPr>
            </a:lvl2pPr>
            <a:lvl3pPr algn="l">
              <a:defRPr sz="1500" b="0">
                <a:solidFill>
                  <a:srgbClr val="37D5BE"/>
                </a:solidFill>
                <a:latin typeface="Arial"/>
                <a:ea typeface="Arial"/>
                <a:cs typeface="Arial"/>
              </a:defRPr>
            </a:lvl3pPr>
            <a:lvl4pPr algn="l">
              <a:defRPr sz="1500" b="0">
                <a:solidFill>
                  <a:srgbClr val="37D5BE"/>
                </a:solidFill>
                <a:latin typeface="Arial"/>
                <a:ea typeface="Arial"/>
                <a:cs typeface="Arial"/>
              </a:defRPr>
            </a:lvl4pPr>
            <a:lvl5pPr algn="l">
              <a:defRPr sz="1500" b="0">
                <a:solidFill>
                  <a:srgbClr val="37D5BE"/>
                </a:solidFill>
                <a:latin typeface="Arial"/>
                <a:ea typeface="Arial"/>
                <a:cs typeface="Arial"/>
              </a:defRPr>
            </a:lvl5pPr>
            <a:lvl6pPr algn="l">
              <a:defRPr sz="1500" b="0">
                <a:solidFill>
                  <a:srgbClr val="37D5BE"/>
                </a:solidFill>
                <a:latin typeface="Arial"/>
                <a:ea typeface="Arial"/>
                <a:cs typeface="Arial"/>
              </a:defRPr>
            </a:lvl6pPr>
            <a:lvl7pPr algn="l">
              <a:defRPr sz="1500" b="0">
                <a:solidFill>
                  <a:srgbClr val="37D5BE"/>
                </a:solidFill>
                <a:latin typeface="Arial"/>
                <a:ea typeface="Arial"/>
                <a:cs typeface="Arial"/>
              </a:defRPr>
            </a:lvl7pPr>
            <a:lvl8pPr algn="l">
              <a:defRPr sz="1500" b="0">
                <a:solidFill>
                  <a:srgbClr val="37D5BE"/>
                </a:solidFill>
                <a:latin typeface="Arial"/>
                <a:ea typeface="Arial"/>
                <a:cs typeface="Arial"/>
              </a:defRPr>
            </a:lvl8pPr>
            <a:lvl9pPr algn="l">
              <a:defRPr sz="1500" b="0">
                <a:solidFill>
                  <a:srgbClr val="37D5BE"/>
                </a:solidFill>
                <a:latin typeface="Arial"/>
                <a:ea typeface="Arial"/>
                <a:cs typeface="Arial"/>
              </a:defRPr>
            </a:lvl9pPr>
          </a:lstStyle>
          <a:p xmlns:a="http://schemas.openxmlformats.org/drawingml/2006/main">
            <a:pPr algn="l">
              <a:defRPr sz="1500" b="0">
                <a:solidFill>
                  <a:srgbClr val="37D5BE"/>
                </a:solidFill>
                <a:latin typeface="Arial"/>
                <a:ea typeface="Arial"/>
                <a:cs typeface="Arial"/>
              </a:defRPr>
            </a:pPr>
            <a:r>
              <a:rPr sz="1500" b="0">
                <a:solidFill>
                  <a:srgbClr val="37D5BE"/>
                </a:solidFill>
                <a:latin typeface="Arial"/>
                <a:ea typeface="Arial"/>
                <a:cs typeface="Arial"/>
              </a:rPr>
              <a:t>Round 1 · 4 minutes</a:t>
            </a:r>
          </a:p>
        </p:txBody>
      </p:sp>
      <p:sp>
        <p:nvSpPr>
          <p:cNvPr id="4" name="15">
            <a:extLst xmlns:a="http://schemas.openxmlformats.org/drawingml/2006/main">
              <a:ext uri="{FF2B5EF4-FFF2-40B4-BE49-F238E27FC236}">
                <a16:creationId xmlns:a16="http://schemas.microsoft.com/office/drawing/2014/main" id="{F4AE7A9A-C30D-4C0A-9F5F-C079F1029573}"/>
              </a:ext>
            </a:extLst>
          </p:cNvPr>
          <p:cNvSpPr>
            <a:spLocks xmlns:a="http://schemas.openxmlformats.org/drawingml/2006/main" noGrp="1"/>
          </p:cNvSpPr>
          <p:nvPr/>
        </p:nvSpPr>
        <p:spPr>
          <a:xfrm xmlns:a="http://schemas.openxmlformats.org/drawingml/2006/main">
            <a:off x="11172825" y="641032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0">
                <a:solidFill>
                  <a:srgbClr val="A8C1CA"/>
                </a:solidFill>
                <a:latin typeface="Arial"/>
                <a:ea typeface="Arial"/>
                <a:cs typeface="Arial"/>
              </a:defRPr>
            </a:defPPr>
            <a:lvl1pPr algn="r">
              <a:defRPr sz="975" b="0">
                <a:solidFill>
                  <a:srgbClr val="A8C1CA"/>
                </a:solidFill>
                <a:latin typeface="Arial"/>
                <a:ea typeface="Arial"/>
                <a:cs typeface="Arial"/>
              </a:defRPr>
            </a:lvl1pPr>
            <a:lvl2pPr algn="r">
              <a:defRPr sz="975" b="0">
                <a:solidFill>
                  <a:srgbClr val="A8C1CA"/>
                </a:solidFill>
                <a:latin typeface="Arial"/>
                <a:ea typeface="Arial"/>
                <a:cs typeface="Arial"/>
              </a:defRPr>
            </a:lvl2pPr>
            <a:lvl3pPr algn="r">
              <a:defRPr sz="975" b="0">
                <a:solidFill>
                  <a:srgbClr val="A8C1CA"/>
                </a:solidFill>
                <a:latin typeface="Arial"/>
                <a:ea typeface="Arial"/>
                <a:cs typeface="Arial"/>
              </a:defRPr>
            </a:lvl3pPr>
            <a:lvl4pPr algn="r">
              <a:defRPr sz="975" b="0">
                <a:solidFill>
                  <a:srgbClr val="A8C1CA"/>
                </a:solidFill>
                <a:latin typeface="Arial"/>
                <a:ea typeface="Arial"/>
                <a:cs typeface="Arial"/>
              </a:defRPr>
            </a:lvl4pPr>
            <a:lvl5pPr algn="r">
              <a:defRPr sz="975" b="0">
                <a:solidFill>
                  <a:srgbClr val="A8C1CA"/>
                </a:solidFill>
                <a:latin typeface="Arial"/>
                <a:ea typeface="Arial"/>
                <a:cs typeface="Arial"/>
              </a:defRPr>
            </a:lvl5pPr>
            <a:lvl6pPr algn="r">
              <a:defRPr sz="975" b="0">
                <a:solidFill>
                  <a:srgbClr val="A8C1CA"/>
                </a:solidFill>
                <a:latin typeface="Arial"/>
                <a:ea typeface="Arial"/>
                <a:cs typeface="Arial"/>
              </a:defRPr>
            </a:lvl6pPr>
            <a:lvl7pPr algn="r">
              <a:defRPr sz="975" b="0">
                <a:solidFill>
                  <a:srgbClr val="A8C1CA"/>
                </a:solidFill>
                <a:latin typeface="Arial"/>
                <a:ea typeface="Arial"/>
                <a:cs typeface="Arial"/>
              </a:defRPr>
            </a:lvl7pPr>
            <a:lvl8pPr algn="r">
              <a:defRPr sz="975" b="0">
                <a:solidFill>
                  <a:srgbClr val="A8C1CA"/>
                </a:solidFill>
                <a:latin typeface="Arial"/>
                <a:ea typeface="Arial"/>
                <a:cs typeface="Arial"/>
              </a:defRPr>
            </a:lvl8pPr>
            <a:lvl9pPr algn="r">
              <a:defRPr sz="975" b="0">
                <a:solidFill>
                  <a:srgbClr val="A8C1CA"/>
                </a:solidFill>
                <a:latin typeface="Arial"/>
                <a:ea typeface="Arial"/>
                <a:cs typeface="Arial"/>
              </a:defRPr>
            </a:lvl9pPr>
          </a:lstStyle>
          <a:p xmlns:a="http://schemas.openxmlformats.org/drawingml/2006/main">
            <a:pPr algn="r">
              <a:defRPr sz="975" b="0">
                <a:solidFill>
                  <a:srgbClr val="A8C1CA"/>
                </a:solidFill>
                <a:latin typeface="Arial"/>
                <a:ea typeface="Arial"/>
                <a:cs typeface="Arial"/>
              </a:defRPr>
            </a:pPr>
            <a:r>
              <a:rPr sz="975" b="0">
                <a:solidFill>
                  <a:srgbClr val="A8C1CA"/>
                </a:solidFill>
                <a:latin typeface="Arial"/>
                <a:ea typeface="Arial"/>
                <a:cs typeface="Arial"/>
              </a:rPr>
              <a:t>15</a:t>
            </a:r>
          </a:p>
        </p:txBody>
      </p:sp>
      <p:sp>
        <p:nvSpPr>
          <p:cNvPr id="5" name="diagram-boundary">
            <a:extLst xmlns:a="http://schemas.openxmlformats.org/drawingml/2006/main">
              <a:ext uri="{FF2B5EF4-FFF2-40B4-BE49-F238E27FC236}">
                <a16:creationId xmlns:a16="http://schemas.microsoft.com/office/drawing/2014/main" id="{DA1104DE-32BD-4B57-B0F6-A6084D22CB15}"/>
              </a:ext>
            </a:extLst>
          </p:cNvPr>
          <p:cNvSpPr>
            <a:spLocks xmlns:a="http://schemas.openxmlformats.org/drawingml/2006/main" noGrp="1"/>
          </p:cNvSpPr>
          <p:nvPr/>
        </p:nvSpPr>
        <p:spPr>
          <a:xfrm xmlns:a="http://schemas.openxmlformats.org/drawingml/2006/main">
            <a:off x="0" y="1685925"/>
            <a:ext cx="6381750" cy="4181475"/>
          </a:xfrm>
          <a:prstGeom xmlns:a="http://schemas.openxmlformats.org/drawingml/2006/main" prst="rect">
            <a:avLst/>
          </a:prstGeom>
          <a:solidFill xmlns:a="http://schemas.openxmlformats.org/drawingml/2006/main">
            <a:srgbClr val="081A29"/>
          </a:solidFill>
          <a:ln xmlns:a="http://schemas.openxmlformats.org/drawingml/2006/main" w="0">
            <a:noFill/>
            <a:prstDash val="solid"/>
          </a:ln>
        </p:spPr>
      </p:sp>
      <p:sp>
        <p:nvSpPr>
          <p:cNvPr id="6" name="01">
            <a:extLst xmlns:a="http://schemas.openxmlformats.org/drawingml/2006/main">
              <a:ext uri="{FF2B5EF4-FFF2-40B4-BE49-F238E27FC236}">
                <a16:creationId xmlns:a16="http://schemas.microsoft.com/office/drawing/2014/main" id="{8CB4F617-0687-4DB5-B7D3-0EBF5A9592DE}"/>
              </a:ext>
            </a:extLst>
          </p:cNvPr>
          <p:cNvSpPr>
            <a:spLocks xmlns:a="http://schemas.openxmlformats.org/drawingml/2006/main" noGrp="1"/>
          </p:cNvSpPr>
          <p:nvPr/>
        </p:nvSpPr>
        <p:spPr>
          <a:xfrm xmlns:a="http://schemas.openxmlformats.org/drawingml/2006/main">
            <a:off x="666750" y="1952625"/>
            <a:ext cx="2428875" cy="1400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8700" b="1">
                <a:solidFill>
                  <a:srgbClr val="37D5BE"/>
                </a:solidFill>
                <a:latin typeface="Arial"/>
                <a:ea typeface="Arial"/>
                <a:cs typeface="Arial"/>
              </a:defRPr>
            </a:defPPr>
            <a:lvl1pPr algn="l">
              <a:defRPr sz="8700" b="1">
                <a:solidFill>
                  <a:srgbClr val="37D5BE"/>
                </a:solidFill>
                <a:latin typeface="Arial"/>
                <a:ea typeface="Arial"/>
                <a:cs typeface="Arial"/>
              </a:defRPr>
            </a:lvl1pPr>
            <a:lvl2pPr algn="l">
              <a:defRPr sz="8700" b="1">
                <a:solidFill>
                  <a:srgbClr val="37D5BE"/>
                </a:solidFill>
                <a:latin typeface="Arial"/>
                <a:ea typeface="Arial"/>
                <a:cs typeface="Arial"/>
              </a:defRPr>
            </a:lvl2pPr>
            <a:lvl3pPr algn="l">
              <a:defRPr sz="8700" b="1">
                <a:solidFill>
                  <a:srgbClr val="37D5BE"/>
                </a:solidFill>
                <a:latin typeface="Arial"/>
                <a:ea typeface="Arial"/>
                <a:cs typeface="Arial"/>
              </a:defRPr>
            </a:lvl3pPr>
            <a:lvl4pPr algn="l">
              <a:defRPr sz="8700" b="1">
                <a:solidFill>
                  <a:srgbClr val="37D5BE"/>
                </a:solidFill>
                <a:latin typeface="Arial"/>
                <a:ea typeface="Arial"/>
                <a:cs typeface="Arial"/>
              </a:defRPr>
            </a:lvl4pPr>
            <a:lvl5pPr algn="l">
              <a:defRPr sz="8700" b="1">
                <a:solidFill>
                  <a:srgbClr val="37D5BE"/>
                </a:solidFill>
                <a:latin typeface="Arial"/>
                <a:ea typeface="Arial"/>
                <a:cs typeface="Arial"/>
              </a:defRPr>
            </a:lvl5pPr>
            <a:lvl6pPr algn="l">
              <a:defRPr sz="8700" b="1">
                <a:solidFill>
                  <a:srgbClr val="37D5BE"/>
                </a:solidFill>
                <a:latin typeface="Arial"/>
                <a:ea typeface="Arial"/>
                <a:cs typeface="Arial"/>
              </a:defRPr>
            </a:lvl6pPr>
            <a:lvl7pPr algn="l">
              <a:defRPr sz="8700" b="1">
                <a:solidFill>
                  <a:srgbClr val="37D5BE"/>
                </a:solidFill>
                <a:latin typeface="Arial"/>
                <a:ea typeface="Arial"/>
                <a:cs typeface="Arial"/>
              </a:defRPr>
            </a:lvl7pPr>
            <a:lvl8pPr algn="l">
              <a:defRPr sz="8700" b="1">
                <a:solidFill>
                  <a:srgbClr val="37D5BE"/>
                </a:solidFill>
                <a:latin typeface="Arial"/>
                <a:ea typeface="Arial"/>
                <a:cs typeface="Arial"/>
              </a:defRPr>
            </a:lvl8pPr>
            <a:lvl9pPr algn="l">
              <a:defRPr sz="8700" b="1">
                <a:solidFill>
                  <a:srgbClr val="37D5BE"/>
                </a:solidFill>
                <a:latin typeface="Arial"/>
                <a:ea typeface="Arial"/>
                <a:cs typeface="Arial"/>
              </a:defRPr>
            </a:lvl9pPr>
          </a:lstStyle>
          <a:p xmlns:a="http://schemas.openxmlformats.org/drawingml/2006/main">
            <a:pPr algn="l">
              <a:defRPr sz="8700" b="1">
                <a:solidFill>
                  <a:srgbClr val="37D5BE"/>
                </a:solidFill>
                <a:latin typeface="Arial"/>
                <a:ea typeface="Arial"/>
                <a:cs typeface="Arial"/>
              </a:defRPr>
            </a:pPr>
            <a:r>
              <a:rPr sz="8700" b="1">
                <a:solidFill>
                  <a:srgbClr val="37D5BE"/>
                </a:solidFill>
                <a:latin typeface="Arial"/>
                <a:ea typeface="Arial"/>
                <a:cs typeface="Arial"/>
              </a:rPr>
              <a:t>01</a:t>
            </a:r>
          </a:p>
        </p:txBody>
      </p:sp>
      <p:sp>
        <p:nvSpPr>
          <p:cNvPr id="7" name="What behavior must stop?">
            <a:extLst xmlns:a="http://schemas.openxmlformats.org/drawingml/2006/main">
              <a:ext uri="{FF2B5EF4-FFF2-40B4-BE49-F238E27FC236}">
                <a16:creationId xmlns:a16="http://schemas.microsoft.com/office/drawing/2014/main" id="{52AE8DBD-E2D3-4171-99DB-AC25F565EEB7}"/>
              </a:ext>
            </a:extLst>
          </p:cNvPr>
          <p:cNvSpPr>
            <a:spLocks xmlns:a="http://schemas.openxmlformats.org/drawingml/2006/main" noGrp="1"/>
          </p:cNvSpPr>
          <p:nvPr/>
        </p:nvSpPr>
        <p:spPr>
          <a:xfrm xmlns:a="http://schemas.openxmlformats.org/drawingml/2006/main">
            <a:off x="704850" y="3619500"/>
            <a:ext cx="574357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700" b="1">
                <a:solidFill>
                  <a:srgbClr val="FFFFFF"/>
                </a:solidFill>
                <a:latin typeface="Arial"/>
                <a:ea typeface="Arial"/>
                <a:cs typeface="Arial"/>
              </a:defRPr>
            </a:defPPr>
            <a:lvl1pPr algn="l">
              <a:defRPr sz="2700" b="1">
                <a:solidFill>
                  <a:srgbClr val="FFFFFF"/>
                </a:solidFill>
                <a:latin typeface="Arial"/>
                <a:ea typeface="Arial"/>
                <a:cs typeface="Arial"/>
              </a:defRPr>
            </a:lvl1pPr>
            <a:lvl2pPr algn="l">
              <a:defRPr sz="2700" b="1">
                <a:solidFill>
                  <a:srgbClr val="FFFFFF"/>
                </a:solidFill>
                <a:latin typeface="Arial"/>
                <a:ea typeface="Arial"/>
                <a:cs typeface="Arial"/>
              </a:defRPr>
            </a:lvl2pPr>
            <a:lvl3pPr algn="l">
              <a:defRPr sz="2700" b="1">
                <a:solidFill>
                  <a:srgbClr val="FFFFFF"/>
                </a:solidFill>
                <a:latin typeface="Arial"/>
                <a:ea typeface="Arial"/>
                <a:cs typeface="Arial"/>
              </a:defRPr>
            </a:lvl3pPr>
            <a:lvl4pPr algn="l">
              <a:defRPr sz="2700" b="1">
                <a:solidFill>
                  <a:srgbClr val="FFFFFF"/>
                </a:solidFill>
                <a:latin typeface="Arial"/>
                <a:ea typeface="Arial"/>
                <a:cs typeface="Arial"/>
              </a:defRPr>
            </a:lvl4pPr>
            <a:lvl5pPr algn="l">
              <a:defRPr sz="2700" b="1">
                <a:solidFill>
                  <a:srgbClr val="FFFFFF"/>
                </a:solidFill>
                <a:latin typeface="Arial"/>
                <a:ea typeface="Arial"/>
                <a:cs typeface="Arial"/>
              </a:defRPr>
            </a:lvl5pPr>
            <a:lvl6pPr algn="l">
              <a:defRPr sz="2700" b="1">
                <a:solidFill>
                  <a:srgbClr val="FFFFFF"/>
                </a:solidFill>
                <a:latin typeface="Arial"/>
                <a:ea typeface="Arial"/>
                <a:cs typeface="Arial"/>
              </a:defRPr>
            </a:lvl6pPr>
            <a:lvl7pPr algn="l">
              <a:defRPr sz="2700" b="1">
                <a:solidFill>
                  <a:srgbClr val="FFFFFF"/>
                </a:solidFill>
                <a:latin typeface="Arial"/>
                <a:ea typeface="Arial"/>
                <a:cs typeface="Arial"/>
              </a:defRPr>
            </a:lvl7pPr>
            <a:lvl8pPr algn="l">
              <a:defRPr sz="2700" b="1">
                <a:solidFill>
                  <a:srgbClr val="FFFFFF"/>
                </a:solidFill>
                <a:latin typeface="Arial"/>
                <a:ea typeface="Arial"/>
                <a:cs typeface="Arial"/>
              </a:defRPr>
            </a:lvl8pPr>
            <a:lvl9pPr algn="l">
              <a:defRPr sz="2700" b="1">
                <a:solidFill>
                  <a:srgbClr val="FFFFFF"/>
                </a:solidFill>
                <a:latin typeface="Arial"/>
                <a:ea typeface="Arial"/>
                <a:cs typeface="Arial"/>
              </a:defRPr>
            </a:lvl9pPr>
          </a:lstStyle>
          <a:p xmlns:a="http://schemas.openxmlformats.org/drawingml/2006/main">
            <a:pPr algn="l">
              <a:defRPr sz="2700" b="1">
                <a:solidFill>
                  <a:srgbClr val="FFFFFF"/>
                </a:solidFill>
                <a:latin typeface="Arial"/>
                <a:ea typeface="Arial"/>
                <a:cs typeface="Arial"/>
              </a:defRPr>
            </a:pPr>
            <a:r>
              <a:rPr sz="2700" b="1">
                <a:solidFill>
                  <a:srgbClr val="FFFFFF"/>
                </a:solidFill>
                <a:latin typeface="Arial"/>
                <a:ea typeface="Arial"/>
                <a:cs typeface="Arial"/>
              </a:rPr>
              <a:t>What behavior must stop?</a:t>
            </a:r>
          </a:p>
        </p:txBody>
      </p:sp>
      <p:sp>
        <p:nvSpPr>
          <p:cNvPr id="8" name="Preserve a dependency.&#10;Name an allowed action">
            <a:extLst xmlns:a="http://schemas.openxmlformats.org/drawingml/2006/main">
              <a:ext uri="{FF2B5EF4-FFF2-40B4-BE49-F238E27FC236}">
                <a16:creationId xmlns:a16="http://schemas.microsoft.com/office/drawing/2014/main" id="{5D087F29-342F-4E10-8D8F-82B0B405A0AC}"/>
              </a:ext>
            </a:extLst>
          </p:cNvPr>
          <p:cNvSpPr>
            <a:spLocks xmlns:a="http://schemas.openxmlformats.org/drawingml/2006/main" noGrp="1"/>
          </p:cNvSpPr>
          <p:nvPr/>
        </p:nvSpPr>
        <p:spPr>
          <a:xfrm xmlns:a="http://schemas.openxmlformats.org/drawingml/2006/main">
            <a:off x="704850" y="4714875"/>
            <a:ext cx="57150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FFFFFF"/>
                </a:solidFill>
                <a:latin typeface="Arial"/>
                <a:ea typeface="Arial"/>
                <a:cs typeface="Arial"/>
              </a:defRPr>
            </a:defPPr>
            <a:lvl1pPr algn="l">
              <a:defRPr sz="2100" b="0">
                <a:solidFill>
                  <a:srgbClr val="FFFFFF"/>
                </a:solidFill>
                <a:latin typeface="Arial"/>
                <a:ea typeface="Arial"/>
                <a:cs typeface="Arial"/>
              </a:defRPr>
            </a:lvl1pPr>
            <a:lvl2pPr algn="l">
              <a:defRPr sz="2100" b="0">
                <a:solidFill>
                  <a:srgbClr val="FFFFFF"/>
                </a:solidFill>
                <a:latin typeface="Arial"/>
                <a:ea typeface="Arial"/>
                <a:cs typeface="Arial"/>
              </a:defRPr>
            </a:lvl2pPr>
            <a:lvl3pPr algn="l">
              <a:defRPr sz="2100" b="0">
                <a:solidFill>
                  <a:srgbClr val="FFFFFF"/>
                </a:solidFill>
                <a:latin typeface="Arial"/>
                <a:ea typeface="Arial"/>
                <a:cs typeface="Arial"/>
              </a:defRPr>
            </a:lvl3pPr>
            <a:lvl4pPr algn="l">
              <a:defRPr sz="2100" b="0">
                <a:solidFill>
                  <a:srgbClr val="FFFFFF"/>
                </a:solidFill>
                <a:latin typeface="Arial"/>
                <a:ea typeface="Arial"/>
                <a:cs typeface="Arial"/>
              </a:defRPr>
            </a:lvl4pPr>
            <a:lvl5pPr algn="l">
              <a:defRPr sz="2100" b="0">
                <a:solidFill>
                  <a:srgbClr val="FFFFFF"/>
                </a:solidFill>
                <a:latin typeface="Arial"/>
                <a:ea typeface="Arial"/>
                <a:cs typeface="Arial"/>
              </a:defRPr>
            </a:lvl5pPr>
            <a:lvl6pPr algn="l">
              <a:defRPr sz="2100" b="0">
                <a:solidFill>
                  <a:srgbClr val="FFFFFF"/>
                </a:solidFill>
                <a:latin typeface="Arial"/>
                <a:ea typeface="Arial"/>
                <a:cs typeface="Arial"/>
              </a:defRPr>
            </a:lvl6pPr>
            <a:lvl7pPr algn="l">
              <a:defRPr sz="2100" b="0">
                <a:solidFill>
                  <a:srgbClr val="FFFFFF"/>
                </a:solidFill>
                <a:latin typeface="Arial"/>
                <a:ea typeface="Arial"/>
                <a:cs typeface="Arial"/>
              </a:defRPr>
            </a:lvl7pPr>
            <a:lvl8pPr algn="l">
              <a:defRPr sz="2100" b="0">
                <a:solidFill>
                  <a:srgbClr val="FFFFFF"/>
                </a:solidFill>
                <a:latin typeface="Arial"/>
                <a:ea typeface="Arial"/>
                <a:cs typeface="Arial"/>
              </a:defRPr>
            </a:lvl8pPr>
            <a:lvl9pPr algn="l">
              <a:defRPr sz="2100" b="0">
                <a:solidFill>
                  <a:srgbClr val="FFFFFF"/>
                </a:solidFill>
                <a:latin typeface="Arial"/>
                <a:ea typeface="Arial"/>
                <a:cs typeface="Arial"/>
              </a:defRPr>
            </a:lvl9pPr>
          </a:lstStyle>
          <a:p xmlns:a="http://schemas.openxmlformats.org/drawingml/2006/main">
            <a:pPr algn="l">
              <a:defRPr sz="2100" b="0">
                <a:solidFill>
                  <a:srgbClr val="FFFFFF"/>
                </a:solidFill>
                <a:latin typeface="Arial"/>
                <a:ea typeface="Arial"/>
                <a:cs typeface="Arial"/>
              </a:defRPr>
            </a:pPr>
            <a:r>
              <a:rPr sz="2100" b="0">
                <a:solidFill>
                  <a:srgbClr val="FFFFFF"/>
                </a:solidFill>
                <a:latin typeface="Arial"/>
                <a:ea typeface="Arial"/>
                <a:cs typeface="Arial"/>
              </a:rPr>
              <a:t>Preserve a dependency.</a:t>
            </a:r>
          </a:p>
          <a:p xmlns:a="http://schemas.openxmlformats.org/drawingml/2006/main">
            <a:pPr algn="l">
              <a:defRPr sz="2100" b="0">
                <a:solidFill>
                  <a:srgbClr val="FFFFFF"/>
                </a:solidFill>
                <a:latin typeface="Arial"/>
                <a:ea typeface="Arial"/>
                <a:cs typeface="Arial"/>
              </a:defRPr>
            </a:pPr>
            <a:r>
              <a:rPr sz="2100" b="0">
                <a:solidFill>
                  <a:srgbClr val="FFFFFF"/>
                </a:solidFill>
                <a:latin typeface="Arial"/>
                <a:ea typeface="Arial"/>
                <a:cs typeface="Arial"/>
              </a:rPr>
              <a:t>Name an allowed action.</a:t>
            </a:r>
          </a:p>
        </p:txBody>
      </p:sp>
      <p:sp>
        <p:nvSpPr>
          <p:cNvPr id="9" name="Decision record, page 6">
            <a:extLst xmlns:a="http://schemas.openxmlformats.org/drawingml/2006/main">
              <a:ext uri="{FF2B5EF4-FFF2-40B4-BE49-F238E27FC236}">
                <a16:creationId xmlns:a16="http://schemas.microsoft.com/office/drawing/2014/main" id="{BA7D553C-2436-47C8-B356-FB30A62036E0}"/>
              </a:ext>
            </a:extLst>
          </p:cNvPr>
          <p:cNvSpPr>
            <a:spLocks xmlns:a="http://schemas.openxmlformats.org/drawingml/2006/main" noGrp="1"/>
          </p:cNvSpPr>
          <p:nvPr/>
        </p:nvSpPr>
        <p:spPr>
          <a:xfrm xmlns:a="http://schemas.openxmlformats.org/drawingml/2006/main">
            <a:off x="714375" y="6048375"/>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1">
                <a:solidFill>
                  <a:srgbClr val="37D5BE"/>
                </a:solidFill>
                <a:latin typeface="Arial"/>
                <a:ea typeface="Arial"/>
                <a:cs typeface="Arial"/>
              </a:defRPr>
            </a:defPPr>
            <a:lvl1pPr algn="l">
              <a:defRPr sz="1650" b="1">
                <a:solidFill>
                  <a:srgbClr val="37D5BE"/>
                </a:solidFill>
                <a:latin typeface="Arial"/>
                <a:ea typeface="Arial"/>
                <a:cs typeface="Arial"/>
              </a:defRPr>
            </a:lvl1pPr>
            <a:lvl2pPr algn="l">
              <a:defRPr sz="1650" b="1">
                <a:solidFill>
                  <a:srgbClr val="37D5BE"/>
                </a:solidFill>
                <a:latin typeface="Arial"/>
                <a:ea typeface="Arial"/>
                <a:cs typeface="Arial"/>
              </a:defRPr>
            </a:lvl2pPr>
            <a:lvl3pPr algn="l">
              <a:defRPr sz="1650" b="1">
                <a:solidFill>
                  <a:srgbClr val="37D5BE"/>
                </a:solidFill>
                <a:latin typeface="Arial"/>
                <a:ea typeface="Arial"/>
                <a:cs typeface="Arial"/>
              </a:defRPr>
            </a:lvl3pPr>
            <a:lvl4pPr algn="l">
              <a:defRPr sz="1650" b="1">
                <a:solidFill>
                  <a:srgbClr val="37D5BE"/>
                </a:solidFill>
                <a:latin typeface="Arial"/>
                <a:ea typeface="Arial"/>
                <a:cs typeface="Arial"/>
              </a:defRPr>
            </a:lvl4pPr>
            <a:lvl5pPr algn="l">
              <a:defRPr sz="1650" b="1">
                <a:solidFill>
                  <a:srgbClr val="37D5BE"/>
                </a:solidFill>
                <a:latin typeface="Arial"/>
                <a:ea typeface="Arial"/>
                <a:cs typeface="Arial"/>
              </a:defRPr>
            </a:lvl5pPr>
            <a:lvl6pPr algn="l">
              <a:defRPr sz="1650" b="1">
                <a:solidFill>
                  <a:srgbClr val="37D5BE"/>
                </a:solidFill>
                <a:latin typeface="Arial"/>
                <a:ea typeface="Arial"/>
                <a:cs typeface="Arial"/>
              </a:defRPr>
            </a:lvl6pPr>
            <a:lvl7pPr algn="l">
              <a:defRPr sz="1650" b="1">
                <a:solidFill>
                  <a:srgbClr val="37D5BE"/>
                </a:solidFill>
                <a:latin typeface="Arial"/>
                <a:ea typeface="Arial"/>
                <a:cs typeface="Arial"/>
              </a:defRPr>
            </a:lvl7pPr>
            <a:lvl8pPr algn="l">
              <a:defRPr sz="1650" b="1">
                <a:solidFill>
                  <a:srgbClr val="37D5BE"/>
                </a:solidFill>
                <a:latin typeface="Arial"/>
                <a:ea typeface="Arial"/>
                <a:cs typeface="Arial"/>
              </a:defRPr>
            </a:lvl8pPr>
            <a:lvl9pPr algn="l">
              <a:defRPr sz="1650" b="1">
                <a:solidFill>
                  <a:srgbClr val="37D5BE"/>
                </a:solidFill>
                <a:latin typeface="Arial"/>
                <a:ea typeface="Arial"/>
                <a:cs typeface="Arial"/>
              </a:defRPr>
            </a:lvl9pPr>
          </a:lstStyle>
          <a:p xmlns:a="http://schemas.openxmlformats.org/drawingml/2006/main">
            <a:pPr algn="l">
              <a:defRPr sz="1650" b="1">
                <a:solidFill>
                  <a:srgbClr val="37D5BE"/>
                </a:solidFill>
                <a:latin typeface="Arial"/>
                <a:ea typeface="Arial"/>
                <a:cs typeface="Arial"/>
              </a:defRPr>
            </a:pPr>
            <a:r>
              <a:rPr sz="1650" b="1">
                <a:solidFill>
                  <a:srgbClr val="37D5BE"/>
                </a:solidFill>
                <a:latin typeface="Arial"/>
                <a:ea typeface="Arial"/>
                <a:cs typeface="Arial"/>
              </a:rPr>
              <a:t>Decision record, page 6</a:t>
            </a:r>
          </a:p>
        </p:txBody>
      </p:sp>
    </p:spTree>
    <p:extLst>
      <p:ext uri="{BB962C8B-B14F-4D97-AF65-F5344CB8AC3E}">
        <p14:creationId xmlns:p14="http://schemas.microsoft.com/office/powerpoint/2010/main" val="1626445967"/>
      </p:ext>
    </p:extLst>
  </p:cSld>
</p:sld>
</file>

<file path=ppt/slides/slide16.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16" name="slide-16-title">
            <a:extLst xmlns:a="http://schemas.openxmlformats.org/drawingml/2006/main">
              <a:ext uri="{FF2B5EF4-FFF2-40B4-BE49-F238E27FC236}">
                <a16:creationId xmlns:a16="http://schemas.microsoft.com/office/drawing/2014/main" id="{3175EDBD-114E-42B9-B794-DAA596E51E24}"/>
              </a:ext>
            </a:extLst>
          </p:cNvPr>
          <p:cNvSpPr>
            <a:spLocks xmlns:a="http://schemas.openxmlformats.org/drawingml/2006/main" noGrp="1"/>
          </p:cNvSpPr>
          <p:nvPr/>
        </p:nvSpPr>
        <p:spPr>
          <a:xfrm xmlns:a="http://schemas.openxmlformats.org/drawingml/2006/main">
            <a:off x="609600" y="476250"/>
            <a:ext cx="10858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112B3A"/>
                </a:solidFill>
                <a:latin typeface="Arial"/>
                <a:ea typeface="Arial"/>
                <a:cs typeface="Arial"/>
              </a:defRPr>
            </a:defPPr>
            <a:lvl1pPr algn="l">
              <a:defRPr sz="3150" b="1">
                <a:solidFill>
                  <a:srgbClr val="112B3A"/>
                </a:solidFill>
                <a:latin typeface="Arial"/>
                <a:ea typeface="Arial"/>
                <a:cs typeface="Arial"/>
              </a:defRPr>
            </a:lvl1pPr>
            <a:lvl2pPr algn="l">
              <a:defRPr sz="3150" b="1">
                <a:solidFill>
                  <a:srgbClr val="112B3A"/>
                </a:solidFill>
                <a:latin typeface="Arial"/>
                <a:ea typeface="Arial"/>
                <a:cs typeface="Arial"/>
              </a:defRPr>
            </a:lvl2pPr>
            <a:lvl3pPr algn="l">
              <a:defRPr sz="3150" b="1">
                <a:solidFill>
                  <a:srgbClr val="112B3A"/>
                </a:solidFill>
                <a:latin typeface="Arial"/>
                <a:ea typeface="Arial"/>
                <a:cs typeface="Arial"/>
              </a:defRPr>
            </a:lvl3pPr>
            <a:lvl4pPr algn="l">
              <a:defRPr sz="3150" b="1">
                <a:solidFill>
                  <a:srgbClr val="112B3A"/>
                </a:solidFill>
                <a:latin typeface="Arial"/>
                <a:ea typeface="Arial"/>
                <a:cs typeface="Arial"/>
              </a:defRPr>
            </a:lvl4pPr>
            <a:lvl5pPr algn="l">
              <a:defRPr sz="3150" b="1">
                <a:solidFill>
                  <a:srgbClr val="112B3A"/>
                </a:solidFill>
                <a:latin typeface="Arial"/>
                <a:ea typeface="Arial"/>
                <a:cs typeface="Arial"/>
              </a:defRPr>
            </a:lvl5pPr>
            <a:lvl6pPr algn="l">
              <a:defRPr sz="3150" b="1">
                <a:solidFill>
                  <a:srgbClr val="112B3A"/>
                </a:solidFill>
                <a:latin typeface="Arial"/>
                <a:ea typeface="Arial"/>
                <a:cs typeface="Arial"/>
              </a:defRPr>
            </a:lvl6pPr>
            <a:lvl7pPr algn="l">
              <a:defRPr sz="3150" b="1">
                <a:solidFill>
                  <a:srgbClr val="112B3A"/>
                </a:solidFill>
                <a:latin typeface="Arial"/>
                <a:ea typeface="Arial"/>
                <a:cs typeface="Arial"/>
              </a:defRPr>
            </a:lvl7pPr>
            <a:lvl8pPr algn="l">
              <a:defRPr sz="3150" b="1">
                <a:solidFill>
                  <a:srgbClr val="112B3A"/>
                </a:solidFill>
                <a:latin typeface="Arial"/>
                <a:ea typeface="Arial"/>
                <a:cs typeface="Arial"/>
              </a:defRPr>
            </a:lvl8pPr>
            <a:lvl9pPr algn="l">
              <a:defRPr sz="3150" b="1">
                <a:solidFill>
                  <a:srgbClr val="112B3A"/>
                </a:solidFill>
                <a:latin typeface="Arial"/>
                <a:ea typeface="Arial"/>
                <a:cs typeface="Arial"/>
              </a:defRPr>
            </a:lvl9pPr>
          </a:lstStyle>
          <a:p xmlns:a="http://schemas.openxmlformats.org/drawingml/2006/main">
            <a:pPr algn="l">
              <a:defRPr sz="3150" b="1">
                <a:solidFill>
                  <a:srgbClr val="112B3A"/>
                </a:solidFill>
                <a:latin typeface="Arial"/>
                <a:ea typeface="Arial"/>
                <a:cs typeface="Arial"/>
              </a:defRPr>
            </a:pPr>
            <a:r>
              <a:rPr sz="3150" b="1">
                <a:solidFill>
                  <a:srgbClr val="112B3A"/>
                </a:solidFill>
                <a:latin typeface="Arial"/>
                <a:ea typeface="Arial"/>
                <a:cs typeface="Arial"/>
              </a:rPr>
              <a:t>Proposal disposition</a:t>
            </a:r>
          </a:p>
        </p:txBody>
      </p:sp>
      <p:sp>
        <p:nvSpPr>
          <p:cNvPr id="2" name="Lock the scope that may proceed">
            <a:extLst xmlns:a="http://schemas.openxmlformats.org/drawingml/2006/main">
              <a:ext uri="{FF2B5EF4-FFF2-40B4-BE49-F238E27FC236}">
                <a16:creationId xmlns:a16="http://schemas.microsoft.com/office/drawing/2014/main" id="{D6BFF8B8-B012-4AF1-A718-0862EE7BC4E5}"/>
              </a:ext>
            </a:extLst>
          </p:cNvPr>
          <p:cNvSpPr>
            <a:spLocks xmlns:a="http://schemas.openxmlformats.org/drawingml/2006/main" noGrp="1"/>
          </p:cNvSpPr>
          <p:nvPr/>
        </p:nvSpPr>
        <p:spPr>
          <a:xfrm xmlns:a="http://schemas.openxmlformats.org/drawingml/2006/main">
            <a:off x="647700" y="1257300"/>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a:solidFill>
                  <a:srgbClr val="526875"/>
                </a:solidFill>
                <a:latin typeface="Arial"/>
                <a:ea typeface="Arial"/>
                <a:cs typeface="Arial"/>
              </a:defRPr>
            </a:defPPr>
            <a:lvl1pPr algn="l">
              <a:defRPr sz="1500" b="0">
                <a:solidFill>
                  <a:srgbClr val="526875"/>
                </a:solidFill>
                <a:latin typeface="Arial"/>
                <a:ea typeface="Arial"/>
                <a:cs typeface="Arial"/>
              </a:defRPr>
            </a:lvl1pPr>
            <a:lvl2pPr algn="l">
              <a:defRPr sz="1500" b="0">
                <a:solidFill>
                  <a:srgbClr val="526875"/>
                </a:solidFill>
                <a:latin typeface="Arial"/>
                <a:ea typeface="Arial"/>
                <a:cs typeface="Arial"/>
              </a:defRPr>
            </a:lvl2pPr>
            <a:lvl3pPr algn="l">
              <a:defRPr sz="1500" b="0">
                <a:solidFill>
                  <a:srgbClr val="526875"/>
                </a:solidFill>
                <a:latin typeface="Arial"/>
                <a:ea typeface="Arial"/>
                <a:cs typeface="Arial"/>
              </a:defRPr>
            </a:lvl3pPr>
            <a:lvl4pPr algn="l">
              <a:defRPr sz="1500" b="0">
                <a:solidFill>
                  <a:srgbClr val="526875"/>
                </a:solidFill>
                <a:latin typeface="Arial"/>
                <a:ea typeface="Arial"/>
                <a:cs typeface="Arial"/>
              </a:defRPr>
            </a:lvl4pPr>
            <a:lvl5pPr algn="l">
              <a:defRPr sz="1500" b="0">
                <a:solidFill>
                  <a:srgbClr val="526875"/>
                </a:solidFill>
                <a:latin typeface="Arial"/>
                <a:ea typeface="Arial"/>
                <a:cs typeface="Arial"/>
              </a:defRPr>
            </a:lvl5pPr>
            <a:lvl6pPr algn="l">
              <a:defRPr sz="1500" b="0">
                <a:solidFill>
                  <a:srgbClr val="526875"/>
                </a:solidFill>
                <a:latin typeface="Arial"/>
                <a:ea typeface="Arial"/>
                <a:cs typeface="Arial"/>
              </a:defRPr>
            </a:lvl6pPr>
            <a:lvl7pPr algn="l">
              <a:defRPr sz="1500" b="0">
                <a:solidFill>
                  <a:srgbClr val="526875"/>
                </a:solidFill>
                <a:latin typeface="Arial"/>
                <a:ea typeface="Arial"/>
                <a:cs typeface="Arial"/>
              </a:defRPr>
            </a:lvl7pPr>
            <a:lvl8pPr algn="l">
              <a:defRPr sz="1500" b="0">
                <a:solidFill>
                  <a:srgbClr val="526875"/>
                </a:solidFill>
                <a:latin typeface="Arial"/>
                <a:ea typeface="Arial"/>
                <a:cs typeface="Arial"/>
              </a:defRPr>
            </a:lvl8pPr>
            <a:lvl9pPr algn="l">
              <a:defRPr sz="1500" b="0">
                <a:solidFill>
                  <a:srgbClr val="526875"/>
                </a:solidFill>
                <a:latin typeface="Arial"/>
                <a:ea typeface="Arial"/>
                <a:cs typeface="Arial"/>
              </a:defRPr>
            </a:lvl9pPr>
          </a:lstStyle>
          <a:p xmlns:a="http://schemas.openxmlformats.org/drawingml/2006/main">
            <a:pPr algn="l">
              <a:defRPr sz="1500" b="0">
                <a:solidFill>
                  <a:srgbClr val="526875"/>
                </a:solidFill>
                <a:latin typeface="Arial"/>
                <a:ea typeface="Arial"/>
                <a:cs typeface="Arial"/>
              </a:defRPr>
            </a:pPr>
            <a:r>
              <a:rPr sz="1500" b="0">
                <a:solidFill>
                  <a:srgbClr val="526875"/>
                </a:solidFill>
                <a:latin typeface="Arial"/>
                <a:ea typeface="Arial"/>
                <a:cs typeface="Arial"/>
              </a:rPr>
              <a:t>Lock the scope that may proceed</a:t>
            </a:r>
          </a:p>
        </p:txBody>
      </p:sp>
      <p:sp>
        <p:nvSpPr>
          <p:cNvPr id="3" name="16">
            <a:extLst xmlns:a="http://schemas.openxmlformats.org/drawingml/2006/main">
              <a:ext uri="{FF2B5EF4-FFF2-40B4-BE49-F238E27FC236}">
                <a16:creationId xmlns:a16="http://schemas.microsoft.com/office/drawing/2014/main" id="{5474E403-0BE9-4A16-A506-D77BD05227D5}"/>
              </a:ext>
            </a:extLst>
          </p:cNvPr>
          <p:cNvSpPr>
            <a:spLocks xmlns:a="http://schemas.openxmlformats.org/drawingml/2006/main" noGrp="1"/>
          </p:cNvSpPr>
          <p:nvPr/>
        </p:nvSpPr>
        <p:spPr>
          <a:xfrm xmlns:a="http://schemas.openxmlformats.org/drawingml/2006/main">
            <a:off x="11172825" y="641032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0">
                <a:solidFill>
                  <a:srgbClr val="526875"/>
                </a:solidFill>
                <a:latin typeface="Arial"/>
                <a:ea typeface="Arial"/>
                <a:cs typeface="Arial"/>
              </a:defRPr>
            </a:defPPr>
            <a:lvl1pPr algn="r">
              <a:defRPr sz="975" b="0">
                <a:solidFill>
                  <a:srgbClr val="526875"/>
                </a:solidFill>
                <a:latin typeface="Arial"/>
                <a:ea typeface="Arial"/>
                <a:cs typeface="Arial"/>
              </a:defRPr>
            </a:lvl1pPr>
            <a:lvl2pPr algn="r">
              <a:defRPr sz="975" b="0">
                <a:solidFill>
                  <a:srgbClr val="526875"/>
                </a:solidFill>
                <a:latin typeface="Arial"/>
                <a:ea typeface="Arial"/>
                <a:cs typeface="Arial"/>
              </a:defRPr>
            </a:lvl2pPr>
            <a:lvl3pPr algn="r">
              <a:defRPr sz="975" b="0">
                <a:solidFill>
                  <a:srgbClr val="526875"/>
                </a:solidFill>
                <a:latin typeface="Arial"/>
                <a:ea typeface="Arial"/>
                <a:cs typeface="Arial"/>
              </a:defRPr>
            </a:lvl3pPr>
            <a:lvl4pPr algn="r">
              <a:defRPr sz="975" b="0">
                <a:solidFill>
                  <a:srgbClr val="526875"/>
                </a:solidFill>
                <a:latin typeface="Arial"/>
                <a:ea typeface="Arial"/>
                <a:cs typeface="Arial"/>
              </a:defRPr>
            </a:lvl4pPr>
            <a:lvl5pPr algn="r">
              <a:defRPr sz="975" b="0">
                <a:solidFill>
                  <a:srgbClr val="526875"/>
                </a:solidFill>
                <a:latin typeface="Arial"/>
                <a:ea typeface="Arial"/>
                <a:cs typeface="Arial"/>
              </a:defRPr>
            </a:lvl5pPr>
            <a:lvl6pPr algn="r">
              <a:defRPr sz="975" b="0">
                <a:solidFill>
                  <a:srgbClr val="526875"/>
                </a:solidFill>
                <a:latin typeface="Arial"/>
                <a:ea typeface="Arial"/>
                <a:cs typeface="Arial"/>
              </a:defRPr>
            </a:lvl6pPr>
            <a:lvl7pPr algn="r">
              <a:defRPr sz="975" b="0">
                <a:solidFill>
                  <a:srgbClr val="526875"/>
                </a:solidFill>
                <a:latin typeface="Arial"/>
                <a:ea typeface="Arial"/>
                <a:cs typeface="Arial"/>
              </a:defRPr>
            </a:lvl7pPr>
            <a:lvl8pPr algn="r">
              <a:defRPr sz="975" b="0">
                <a:solidFill>
                  <a:srgbClr val="526875"/>
                </a:solidFill>
                <a:latin typeface="Arial"/>
                <a:ea typeface="Arial"/>
                <a:cs typeface="Arial"/>
              </a:defRPr>
            </a:lvl8pPr>
            <a:lvl9pPr algn="r">
              <a:defRPr sz="975" b="0">
                <a:solidFill>
                  <a:srgbClr val="526875"/>
                </a:solidFill>
                <a:latin typeface="Arial"/>
                <a:ea typeface="Arial"/>
                <a:cs typeface="Arial"/>
              </a:defRPr>
            </a:lvl9pPr>
          </a:lstStyle>
          <a:p xmlns:a="http://schemas.openxmlformats.org/drawingml/2006/main">
            <a:pPr algn="r">
              <a:defRPr sz="975" b="0">
                <a:solidFill>
                  <a:srgbClr val="526875"/>
                </a:solidFill>
                <a:latin typeface="Arial"/>
                <a:ea typeface="Arial"/>
                <a:cs typeface="Arial"/>
              </a:defRPr>
            </a:pPr>
            <a:r>
              <a:rPr sz="975" b="0">
                <a:solidFill>
                  <a:srgbClr val="526875"/>
                </a:solidFill>
                <a:latin typeface="Arial"/>
                <a:ea typeface="Arial"/>
                <a:cs typeface="Arial"/>
              </a:rPr>
              <a:t>16</a:t>
            </a:r>
          </a:p>
        </p:txBody>
      </p:sp>
      <p:sp>
        <p:nvSpPr>
          <p:cNvPr id="4" name="Approve">
            <a:extLst xmlns:a="http://schemas.openxmlformats.org/drawingml/2006/main">
              <a:ext uri="{FF2B5EF4-FFF2-40B4-BE49-F238E27FC236}">
                <a16:creationId xmlns:a16="http://schemas.microsoft.com/office/drawing/2014/main" id="{43DF7EA6-7FD3-45B2-97B0-F727105FB2DF}"/>
              </a:ext>
            </a:extLst>
          </p:cNvPr>
          <p:cNvSpPr>
            <a:spLocks xmlns:a="http://schemas.openxmlformats.org/drawingml/2006/main" noGrp="1"/>
          </p:cNvSpPr>
          <p:nvPr/>
        </p:nvSpPr>
        <p:spPr>
          <a:xfrm xmlns:a="http://schemas.openxmlformats.org/drawingml/2006/main">
            <a:off x="714375" y="2066925"/>
            <a:ext cx="500062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300" b="1">
                <a:solidFill>
                  <a:srgbClr val="12846B"/>
                </a:solidFill>
                <a:latin typeface="Arial"/>
                <a:ea typeface="Arial"/>
                <a:cs typeface="Arial"/>
              </a:defRPr>
            </a:defPPr>
            <a:lvl1pPr algn="l">
              <a:defRPr sz="3300" b="1">
                <a:solidFill>
                  <a:srgbClr val="12846B"/>
                </a:solidFill>
                <a:latin typeface="Arial"/>
                <a:ea typeface="Arial"/>
                <a:cs typeface="Arial"/>
              </a:defRPr>
            </a:lvl1pPr>
            <a:lvl2pPr algn="l">
              <a:defRPr sz="3300" b="1">
                <a:solidFill>
                  <a:srgbClr val="12846B"/>
                </a:solidFill>
                <a:latin typeface="Arial"/>
                <a:ea typeface="Arial"/>
                <a:cs typeface="Arial"/>
              </a:defRPr>
            </a:lvl2pPr>
            <a:lvl3pPr algn="l">
              <a:defRPr sz="3300" b="1">
                <a:solidFill>
                  <a:srgbClr val="12846B"/>
                </a:solidFill>
                <a:latin typeface="Arial"/>
                <a:ea typeface="Arial"/>
                <a:cs typeface="Arial"/>
              </a:defRPr>
            </a:lvl3pPr>
            <a:lvl4pPr algn="l">
              <a:defRPr sz="3300" b="1">
                <a:solidFill>
                  <a:srgbClr val="12846B"/>
                </a:solidFill>
                <a:latin typeface="Arial"/>
                <a:ea typeface="Arial"/>
                <a:cs typeface="Arial"/>
              </a:defRPr>
            </a:lvl4pPr>
            <a:lvl5pPr algn="l">
              <a:defRPr sz="3300" b="1">
                <a:solidFill>
                  <a:srgbClr val="12846B"/>
                </a:solidFill>
                <a:latin typeface="Arial"/>
                <a:ea typeface="Arial"/>
                <a:cs typeface="Arial"/>
              </a:defRPr>
            </a:lvl5pPr>
            <a:lvl6pPr algn="l">
              <a:defRPr sz="3300" b="1">
                <a:solidFill>
                  <a:srgbClr val="12846B"/>
                </a:solidFill>
                <a:latin typeface="Arial"/>
                <a:ea typeface="Arial"/>
                <a:cs typeface="Arial"/>
              </a:defRPr>
            </a:lvl6pPr>
            <a:lvl7pPr algn="l">
              <a:defRPr sz="3300" b="1">
                <a:solidFill>
                  <a:srgbClr val="12846B"/>
                </a:solidFill>
                <a:latin typeface="Arial"/>
                <a:ea typeface="Arial"/>
                <a:cs typeface="Arial"/>
              </a:defRPr>
            </a:lvl7pPr>
            <a:lvl8pPr algn="l">
              <a:defRPr sz="3300" b="1">
                <a:solidFill>
                  <a:srgbClr val="12846B"/>
                </a:solidFill>
                <a:latin typeface="Arial"/>
                <a:ea typeface="Arial"/>
                <a:cs typeface="Arial"/>
              </a:defRPr>
            </a:lvl8pPr>
            <a:lvl9pPr algn="l">
              <a:defRPr sz="3300" b="1">
                <a:solidFill>
                  <a:srgbClr val="12846B"/>
                </a:solidFill>
                <a:latin typeface="Arial"/>
                <a:ea typeface="Arial"/>
                <a:cs typeface="Arial"/>
              </a:defRPr>
            </a:lvl9pPr>
          </a:lstStyle>
          <a:p xmlns:a="http://schemas.openxmlformats.org/drawingml/2006/main">
            <a:pPr algn="l">
              <a:defRPr sz="3300" b="1">
                <a:solidFill>
                  <a:srgbClr val="12846B"/>
                </a:solidFill>
                <a:latin typeface="Arial"/>
                <a:ea typeface="Arial"/>
                <a:cs typeface="Arial"/>
              </a:defRPr>
            </a:pPr>
            <a:r>
              <a:rPr sz="3300" b="1">
                <a:solidFill>
                  <a:srgbClr val="12846B"/>
                </a:solidFill>
                <a:latin typeface="Arial"/>
                <a:ea typeface="Arial"/>
                <a:cs typeface="Arial"/>
              </a:rPr>
              <a:t>Approve</a:t>
            </a:r>
          </a:p>
        </p:txBody>
      </p:sp>
      <p:sp>
        <p:nvSpPr>
          <p:cNvPr id="5" name="diagram-boundary">
            <a:extLst xmlns:a="http://schemas.openxmlformats.org/drawingml/2006/main">
              <a:ext uri="{FF2B5EF4-FFF2-40B4-BE49-F238E27FC236}">
                <a16:creationId xmlns:a16="http://schemas.microsoft.com/office/drawing/2014/main" id="{33F094B7-1277-4DA9-A52C-FEBE36A76013}"/>
              </a:ext>
            </a:extLst>
          </p:cNvPr>
          <p:cNvSpPr>
            <a:spLocks xmlns:a="http://schemas.openxmlformats.org/drawingml/2006/main" noGrp="1"/>
          </p:cNvSpPr>
          <p:nvPr/>
        </p:nvSpPr>
        <p:spPr>
          <a:xfrm xmlns:a="http://schemas.openxmlformats.org/drawingml/2006/main">
            <a:off x="714375" y="2771775"/>
            <a:ext cx="4924425" cy="19050"/>
          </a:xfrm>
          <a:prstGeom xmlns:a="http://schemas.openxmlformats.org/drawingml/2006/main" prst="rect">
            <a:avLst/>
          </a:prstGeom>
          <a:solidFill xmlns:a="http://schemas.openxmlformats.org/drawingml/2006/main">
            <a:srgbClr val="D7DCD8"/>
          </a:solidFill>
          <a:ln xmlns:a="http://schemas.openxmlformats.org/drawingml/2006/main" w="0">
            <a:noFill/>
            <a:prstDash val="solid"/>
          </a:ln>
        </p:spPr>
      </p:sp>
      <p:sp>
        <p:nvSpPr>
          <p:cNvPr id="6" name="Coverage and acceptance evidence are sufficie">
            <a:extLst xmlns:a="http://schemas.openxmlformats.org/drawingml/2006/main">
              <a:ext uri="{FF2B5EF4-FFF2-40B4-BE49-F238E27FC236}">
                <a16:creationId xmlns:a16="http://schemas.microsoft.com/office/drawing/2014/main" id="{E995E2DA-5BCF-4439-B973-0DE48E35AC0F}"/>
              </a:ext>
            </a:extLst>
          </p:cNvPr>
          <p:cNvSpPr>
            <a:spLocks xmlns:a="http://schemas.openxmlformats.org/drawingml/2006/main" noGrp="1"/>
          </p:cNvSpPr>
          <p:nvPr/>
        </p:nvSpPr>
        <p:spPr>
          <a:xfrm xmlns:a="http://schemas.openxmlformats.org/drawingml/2006/main">
            <a:off x="714375" y="3048000"/>
            <a:ext cx="49530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0">
                <a:solidFill>
                  <a:srgbClr val="112B3A"/>
                </a:solidFill>
                <a:latin typeface="Arial"/>
                <a:ea typeface="Arial"/>
                <a:cs typeface="Arial"/>
              </a:defRPr>
            </a:defPPr>
            <a:lvl1pPr algn="l">
              <a:defRPr sz="1950" b="0">
                <a:solidFill>
                  <a:srgbClr val="112B3A"/>
                </a:solidFill>
                <a:latin typeface="Arial"/>
                <a:ea typeface="Arial"/>
                <a:cs typeface="Arial"/>
              </a:defRPr>
            </a:lvl1pPr>
            <a:lvl2pPr algn="l">
              <a:defRPr sz="1950" b="0">
                <a:solidFill>
                  <a:srgbClr val="112B3A"/>
                </a:solidFill>
                <a:latin typeface="Arial"/>
                <a:ea typeface="Arial"/>
                <a:cs typeface="Arial"/>
              </a:defRPr>
            </a:lvl2pPr>
            <a:lvl3pPr algn="l">
              <a:defRPr sz="1950" b="0">
                <a:solidFill>
                  <a:srgbClr val="112B3A"/>
                </a:solidFill>
                <a:latin typeface="Arial"/>
                <a:ea typeface="Arial"/>
                <a:cs typeface="Arial"/>
              </a:defRPr>
            </a:lvl3pPr>
            <a:lvl4pPr algn="l">
              <a:defRPr sz="1950" b="0">
                <a:solidFill>
                  <a:srgbClr val="112B3A"/>
                </a:solidFill>
                <a:latin typeface="Arial"/>
                <a:ea typeface="Arial"/>
                <a:cs typeface="Arial"/>
              </a:defRPr>
            </a:lvl4pPr>
            <a:lvl5pPr algn="l">
              <a:defRPr sz="1950" b="0">
                <a:solidFill>
                  <a:srgbClr val="112B3A"/>
                </a:solidFill>
                <a:latin typeface="Arial"/>
                <a:ea typeface="Arial"/>
                <a:cs typeface="Arial"/>
              </a:defRPr>
            </a:lvl5pPr>
            <a:lvl6pPr algn="l">
              <a:defRPr sz="1950" b="0">
                <a:solidFill>
                  <a:srgbClr val="112B3A"/>
                </a:solidFill>
                <a:latin typeface="Arial"/>
                <a:ea typeface="Arial"/>
                <a:cs typeface="Arial"/>
              </a:defRPr>
            </a:lvl6pPr>
            <a:lvl7pPr algn="l">
              <a:defRPr sz="1950" b="0">
                <a:solidFill>
                  <a:srgbClr val="112B3A"/>
                </a:solidFill>
                <a:latin typeface="Arial"/>
                <a:ea typeface="Arial"/>
                <a:cs typeface="Arial"/>
              </a:defRPr>
            </a:lvl7pPr>
            <a:lvl8pPr algn="l">
              <a:defRPr sz="1950" b="0">
                <a:solidFill>
                  <a:srgbClr val="112B3A"/>
                </a:solidFill>
                <a:latin typeface="Arial"/>
                <a:ea typeface="Arial"/>
                <a:cs typeface="Arial"/>
              </a:defRPr>
            </a:lvl8pPr>
            <a:lvl9pPr algn="l">
              <a:defRPr sz="1950" b="0">
                <a:solidFill>
                  <a:srgbClr val="112B3A"/>
                </a:solidFill>
                <a:latin typeface="Arial"/>
                <a:ea typeface="Arial"/>
                <a:cs typeface="Arial"/>
              </a:defRPr>
            </a:lvl9pPr>
          </a:lstStyle>
          <a:p xmlns:a="http://schemas.openxmlformats.org/drawingml/2006/main">
            <a:pPr algn="l">
              <a:defRPr sz="1950" b="0">
                <a:solidFill>
                  <a:srgbClr val="112B3A"/>
                </a:solidFill>
                <a:latin typeface="Arial"/>
                <a:ea typeface="Arial"/>
                <a:cs typeface="Arial"/>
              </a:defRPr>
            </a:pPr>
            <a:r>
              <a:rPr sz="1950" b="0">
                <a:solidFill>
                  <a:srgbClr val="112B3A"/>
                </a:solidFill>
                <a:latin typeface="Arial"/>
                <a:ea typeface="Arial"/>
                <a:cs typeface="Arial"/>
              </a:rPr>
              <a:t>Coverage and acceptance evidence are sufficient</a:t>
            </a:r>
          </a:p>
        </p:txBody>
      </p:sp>
      <p:sp>
        <p:nvSpPr>
          <p:cNvPr id="7" name="Modify">
            <a:extLst xmlns:a="http://schemas.openxmlformats.org/drawingml/2006/main">
              <a:ext uri="{FF2B5EF4-FFF2-40B4-BE49-F238E27FC236}">
                <a16:creationId xmlns:a16="http://schemas.microsoft.com/office/drawing/2014/main" id="{805F52AB-F109-43DE-B7CC-829383B4B796}"/>
              </a:ext>
            </a:extLst>
          </p:cNvPr>
          <p:cNvSpPr>
            <a:spLocks xmlns:a="http://schemas.openxmlformats.org/drawingml/2006/main" noGrp="1"/>
          </p:cNvSpPr>
          <p:nvPr/>
        </p:nvSpPr>
        <p:spPr>
          <a:xfrm xmlns:a="http://schemas.openxmlformats.org/drawingml/2006/main">
            <a:off x="6429375" y="2066925"/>
            <a:ext cx="500062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300" b="1">
                <a:solidFill>
                  <a:srgbClr val="12846B"/>
                </a:solidFill>
                <a:latin typeface="Arial"/>
                <a:ea typeface="Arial"/>
                <a:cs typeface="Arial"/>
              </a:defRPr>
            </a:defPPr>
            <a:lvl1pPr algn="l">
              <a:defRPr sz="3300" b="1">
                <a:solidFill>
                  <a:srgbClr val="12846B"/>
                </a:solidFill>
                <a:latin typeface="Arial"/>
                <a:ea typeface="Arial"/>
                <a:cs typeface="Arial"/>
              </a:defRPr>
            </a:lvl1pPr>
            <a:lvl2pPr algn="l">
              <a:defRPr sz="3300" b="1">
                <a:solidFill>
                  <a:srgbClr val="12846B"/>
                </a:solidFill>
                <a:latin typeface="Arial"/>
                <a:ea typeface="Arial"/>
                <a:cs typeface="Arial"/>
              </a:defRPr>
            </a:lvl2pPr>
            <a:lvl3pPr algn="l">
              <a:defRPr sz="3300" b="1">
                <a:solidFill>
                  <a:srgbClr val="12846B"/>
                </a:solidFill>
                <a:latin typeface="Arial"/>
                <a:ea typeface="Arial"/>
                <a:cs typeface="Arial"/>
              </a:defRPr>
            </a:lvl3pPr>
            <a:lvl4pPr algn="l">
              <a:defRPr sz="3300" b="1">
                <a:solidFill>
                  <a:srgbClr val="12846B"/>
                </a:solidFill>
                <a:latin typeface="Arial"/>
                <a:ea typeface="Arial"/>
                <a:cs typeface="Arial"/>
              </a:defRPr>
            </a:lvl4pPr>
            <a:lvl5pPr algn="l">
              <a:defRPr sz="3300" b="1">
                <a:solidFill>
                  <a:srgbClr val="12846B"/>
                </a:solidFill>
                <a:latin typeface="Arial"/>
                <a:ea typeface="Arial"/>
                <a:cs typeface="Arial"/>
              </a:defRPr>
            </a:lvl5pPr>
            <a:lvl6pPr algn="l">
              <a:defRPr sz="3300" b="1">
                <a:solidFill>
                  <a:srgbClr val="12846B"/>
                </a:solidFill>
                <a:latin typeface="Arial"/>
                <a:ea typeface="Arial"/>
                <a:cs typeface="Arial"/>
              </a:defRPr>
            </a:lvl6pPr>
            <a:lvl7pPr algn="l">
              <a:defRPr sz="3300" b="1">
                <a:solidFill>
                  <a:srgbClr val="12846B"/>
                </a:solidFill>
                <a:latin typeface="Arial"/>
                <a:ea typeface="Arial"/>
                <a:cs typeface="Arial"/>
              </a:defRPr>
            </a:lvl7pPr>
            <a:lvl8pPr algn="l">
              <a:defRPr sz="3300" b="1">
                <a:solidFill>
                  <a:srgbClr val="12846B"/>
                </a:solidFill>
                <a:latin typeface="Arial"/>
                <a:ea typeface="Arial"/>
                <a:cs typeface="Arial"/>
              </a:defRPr>
            </a:lvl8pPr>
            <a:lvl9pPr algn="l">
              <a:defRPr sz="3300" b="1">
                <a:solidFill>
                  <a:srgbClr val="12846B"/>
                </a:solidFill>
                <a:latin typeface="Arial"/>
                <a:ea typeface="Arial"/>
                <a:cs typeface="Arial"/>
              </a:defRPr>
            </a:lvl9pPr>
          </a:lstStyle>
          <a:p xmlns:a="http://schemas.openxmlformats.org/drawingml/2006/main">
            <a:pPr algn="l">
              <a:defRPr sz="3300" b="1">
                <a:solidFill>
                  <a:srgbClr val="12846B"/>
                </a:solidFill>
                <a:latin typeface="Arial"/>
                <a:ea typeface="Arial"/>
                <a:cs typeface="Arial"/>
              </a:defRPr>
            </a:pPr>
            <a:r>
              <a:rPr sz="3300" b="1">
                <a:solidFill>
                  <a:srgbClr val="12846B"/>
                </a:solidFill>
                <a:latin typeface="Arial"/>
                <a:ea typeface="Arial"/>
                <a:cs typeface="Arial"/>
              </a:rPr>
              <a:t>Modify</a:t>
            </a:r>
          </a:p>
        </p:txBody>
      </p:sp>
      <p:sp>
        <p:nvSpPr>
          <p:cNvPr id="8" name="diagram-boundary">
            <a:extLst xmlns:a="http://schemas.openxmlformats.org/drawingml/2006/main">
              <a:ext uri="{FF2B5EF4-FFF2-40B4-BE49-F238E27FC236}">
                <a16:creationId xmlns:a16="http://schemas.microsoft.com/office/drawing/2014/main" id="{D34BDE9B-02FA-4118-9063-C672DE1357DE}"/>
              </a:ext>
            </a:extLst>
          </p:cNvPr>
          <p:cNvSpPr>
            <a:spLocks xmlns:a="http://schemas.openxmlformats.org/drawingml/2006/main" noGrp="1"/>
          </p:cNvSpPr>
          <p:nvPr/>
        </p:nvSpPr>
        <p:spPr>
          <a:xfrm xmlns:a="http://schemas.openxmlformats.org/drawingml/2006/main">
            <a:off x="6429375" y="2771775"/>
            <a:ext cx="4924425" cy="19050"/>
          </a:xfrm>
          <a:prstGeom xmlns:a="http://schemas.openxmlformats.org/drawingml/2006/main" prst="rect">
            <a:avLst/>
          </a:prstGeom>
          <a:solidFill xmlns:a="http://schemas.openxmlformats.org/drawingml/2006/main">
            <a:srgbClr val="D7DCD8"/>
          </a:solidFill>
          <a:ln xmlns:a="http://schemas.openxmlformats.org/drawingml/2006/main" w="0">
            <a:noFill/>
            <a:prstDash val="solid"/>
          </a:ln>
        </p:spPr>
      </p:sp>
      <p:sp>
        <p:nvSpPr>
          <p:cNvPr id="9" name="A bounded repair is identifiable">
            <a:extLst xmlns:a="http://schemas.openxmlformats.org/drawingml/2006/main">
              <a:ext uri="{FF2B5EF4-FFF2-40B4-BE49-F238E27FC236}">
                <a16:creationId xmlns:a16="http://schemas.microsoft.com/office/drawing/2014/main" id="{719A035F-D9BD-45FB-829D-605F27F1AE42}"/>
              </a:ext>
            </a:extLst>
          </p:cNvPr>
          <p:cNvSpPr>
            <a:spLocks xmlns:a="http://schemas.openxmlformats.org/drawingml/2006/main" noGrp="1"/>
          </p:cNvSpPr>
          <p:nvPr/>
        </p:nvSpPr>
        <p:spPr>
          <a:xfrm xmlns:a="http://schemas.openxmlformats.org/drawingml/2006/main">
            <a:off x="6429375" y="3048000"/>
            <a:ext cx="49530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0">
                <a:solidFill>
                  <a:srgbClr val="112B3A"/>
                </a:solidFill>
                <a:latin typeface="Arial"/>
                <a:ea typeface="Arial"/>
                <a:cs typeface="Arial"/>
              </a:defRPr>
            </a:defPPr>
            <a:lvl1pPr algn="l">
              <a:defRPr sz="1950" b="0">
                <a:solidFill>
                  <a:srgbClr val="112B3A"/>
                </a:solidFill>
                <a:latin typeface="Arial"/>
                <a:ea typeface="Arial"/>
                <a:cs typeface="Arial"/>
              </a:defRPr>
            </a:lvl1pPr>
            <a:lvl2pPr algn="l">
              <a:defRPr sz="1950" b="0">
                <a:solidFill>
                  <a:srgbClr val="112B3A"/>
                </a:solidFill>
                <a:latin typeface="Arial"/>
                <a:ea typeface="Arial"/>
                <a:cs typeface="Arial"/>
              </a:defRPr>
            </a:lvl2pPr>
            <a:lvl3pPr algn="l">
              <a:defRPr sz="1950" b="0">
                <a:solidFill>
                  <a:srgbClr val="112B3A"/>
                </a:solidFill>
                <a:latin typeface="Arial"/>
                <a:ea typeface="Arial"/>
                <a:cs typeface="Arial"/>
              </a:defRPr>
            </a:lvl3pPr>
            <a:lvl4pPr algn="l">
              <a:defRPr sz="1950" b="0">
                <a:solidFill>
                  <a:srgbClr val="112B3A"/>
                </a:solidFill>
                <a:latin typeface="Arial"/>
                <a:ea typeface="Arial"/>
                <a:cs typeface="Arial"/>
              </a:defRPr>
            </a:lvl4pPr>
            <a:lvl5pPr algn="l">
              <a:defRPr sz="1950" b="0">
                <a:solidFill>
                  <a:srgbClr val="112B3A"/>
                </a:solidFill>
                <a:latin typeface="Arial"/>
                <a:ea typeface="Arial"/>
                <a:cs typeface="Arial"/>
              </a:defRPr>
            </a:lvl5pPr>
            <a:lvl6pPr algn="l">
              <a:defRPr sz="1950" b="0">
                <a:solidFill>
                  <a:srgbClr val="112B3A"/>
                </a:solidFill>
                <a:latin typeface="Arial"/>
                <a:ea typeface="Arial"/>
                <a:cs typeface="Arial"/>
              </a:defRPr>
            </a:lvl6pPr>
            <a:lvl7pPr algn="l">
              <a:defRPr sz="1950" b="0">
                <a:solidFill>
                  <a:srgbClr val="112B3A"/>
                </a:solidFill>
                <a:latin typeface="Arial"/>
                <a:ea typeface="Arial"/>
                <a:cs typeface="Arial"/>
              </a:defRPr>
            </a:lvl7pPr>
            <a:lvl8pPr algn="l">
              <a:defRPr sz="1950" b="0">
                <a:solidFill>
                  <a:srgbClr val="112B3A"/>
                </a:solidFill>
                <a:latin typeface="Arial"/>
                <a:ea typeface="Arial"/>
                <a:cs typeface="Arial"/>
              </a:defRPr>
            </a:lvl8pPr>
            <a:lvl9pPr algn="l">
              <a:defRPr sz="1950" b="0">
                <a:solidFill>
                  <a:srgbClr val="112B3A"/>
                </a:solidFill>
                <a:latin typeface="Arial"/>
                <a:ea typeface="Arial"/>
                <a:cs typeface="Arial"/>
              </a:defRPr>
            </a:lvl9pPr>
          </a:lstStyle>
          <a:p xmlns:a="http://schemas.openxmlformats.org/drawingml/2006/main">
            <a:pPr algn="l">
              <a:defRPr sz="1950" b="0">
                <a:solidFill>
                  <a:srgbClr val="112B3A"/>
                </a:solidFill>
                <a:latin typeface="Arial"/>
                <a:ea typeface="Arial"/>
                <a:cs typeface="Arial"/>
              </a:defRPr>
            </a:pPr>
            <a:r>
              <a:rPr sz="1950" b="0">
                <a:solidFill>
                  <a:srgbClr val="112B3A"/>
                </a:solidFill>
                <a:latin typeface="Arial"/>
                <a:ea typeface="Arial"/>
                <a:cs typeface="Arial"/>
              </a:rPr>
              <a:t>A bounded repair is identifiable</a:t>
            </a:r>
          </a:p>
        </p:txBody>
      </p:sp>
      <p:sp>
        <p:nvSpPr>
          <p:cNvPr id="10" name="Reject">
            <a:extLst xmlns:a="http://schemas.openxmlformats.org/drawingml/2006/main">
              <a:ext uri="{FF2B5EF4-FFF2-40B4-BE49-F238E27FC236}">
                <a16:creationId xmlns:a16="http://schemas.microsoft.com/office/drawing/2014/main" id="{2D386D05-BFFF-414A-872C-A76CC80E2A88}"/>
              </a:ext>
            </a:extLst>
          </p:cNvPr>
          <p:cNvSpPr>
            <a:spLocks xmlns:a="http://schemas.openxmlformats.org/drawingml/2006/main" noGrp="1"/>
          </p:cNvSpPr>
          <p:nvPr/>
        </p:nvSpPr>
        <p:spPr>
          <a:xfrm xmlns:a="http://schemas.openxmlformats.org/drawingml/2006/main">
            <a:off x="714375" y="4067175"/>
            <a:ext cx="500062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300" b="1">
                <a:solidFill>
                  <a:srgbClr val="F7785D"/>
                </a:solidFill>
                <a:latin typeface="Arial"/>
                <a:ea typeface="Arial"/>
                <a:cs typeface="Arial"/>
              </a:defRPr>
            </a:defPPr>
            <a:lvl1pPr algn="l">
              <a:defRPr sz="3300" b="1">
                <a:solidFill>
                  <a:srgbClr val="F7785D"/>
                </a:solidFill>
                <a:latin typeface="Arial"/>
                <a:ea typeface="Arial"/>
                <a:cs typeface="Arial"/>
              </a:defRPr>
            </a:lvl1pPr>
            <a:lvl2pPr algn="l">
              <a:defRPr sz="3300" b="1">
                <a:solidFill>
                  <a:srgbClr val="F7785D"/>
                </a:solidFill>
                <a:latin typeface="Arial"/>
                <a:ea typeface="Arial"/>
                <a:cs typeface="Arial"/>
              </a:defRPr>
            </a:lvl2pPr>
            <a:lvl3pPr algn="l">
              <a:defRPr sz="3300" b="1">
                <a:solidFill>
                  <a:srgbClr val="F7785D"/>
                </a:solidFill>
                <a:latin typeface="Arial"/>
                <a:ea typeface="Arial"/>
                <a:cs typeface="Arial"/>
              </a:defRPr>
            </a:lvl3pPr>
            <a:lvl4pPr algn="l">
              <a:defRPr sz="3300" b="1">
                <a:solidFill>
                  <a:srgbClr val="F7785D"/>
                </a:solidFill>
                <a:latin typeface="Arial"/>
                <a:ea typeface="Arial"/>
                <a:cs typeface="Arial"/>
              </a:defRPr>
            </a:lvl4pPr>
            <a:lvl5pPr algn="l">
              <a:defRPr sz="3300" b="1">
                <a:solidFill>
                  <a:srgbClr val="F7785D"/>
                </a:solidFill>
                <a:latin typeface="Arial"/>
                <a:ea typeface="Arial"/>
                <a:cs typeface="Arial"/>
              </a:defRPr>
            </a:lvl5pPr>
            <a:lvl6pPr algn="l">
              <a:defRPr sz="3300" b="1">
                <a:solidFill>
                  <a:srgbClr val="F7785D"/>
                </a:solidFill>
                <a:latin typeface="Arial"/>
                <a:ea typeface="Arial"/>
                <a:cs typeface="Arial"/>
              </a:defRPr>
            </a:lvl6pPr>
            <a:lvl7pPr algn="l">
              <a:defRPr sz="3300" b="1">
                <a:solidFill>
                  <a:srgbClr val="F7785D"/>
                </a:solidFill>
                <a:latin typeface="Arial"/>
                <a:ea typeface="Arial"/>
                <a:cs typeface="Arial"/>
              </a:defRPr>
            </a:lvl7pPr>
            <a:lvl8pPr algn="l">
              <a:defRPr sz="3300" b="1">
                <a:solidFill>
                  <a:srgbClr val="F7785D"/>
                </a:solidFill>
                <a:latin typeface="Arial"/>
                <a:ea typeface="Arial"/>
                <a:cs typeface="Arial"/>
              </a:defRPr>
            </a:lvl8pPr>
            <a:lvl9pPr algn="l">
              <a:defRPr sz="3300" b="1">
                <a:solidFill>
                  <a:srgbClr val="F7785D"/>
                </a:solidFill>
                <a:latin typeface="Arial"/>
                <a:ea typeface="Arial"/>
                <a:cs typeface="Arial"/>
              </a:defRPr>
            </a:lvl9pPr>
          </a:lstStyle>
          <a:p xmlns:a="http://schemas.openxmlformats.org/drawingml/2006/main">
            <a:pPr algn="l">
              <a:defRPr sz="3300" b="1">
                <a:solidFill>
                  <a:srgbClr val="F7785D"/>
                </a:solidFill>
                <a:latin typeface="Arial"/>
                <a:ea typeface="Arial"/>
                <a:cs typeface="Arial"/>
              </a:defRPr>
            </a:pPr>
            <a:r>
              <a:rPr sz="3300" b="1">
                <a:solidFill>
                  <a:srgbClr val="F7785D"/>
                </a:solidFill>
                <a:latin typeface="Arial"/>
                <a:ea typeface="Arial"/>
                <a:cs typeface="Arial"/>
              </a:rPr>
              <a:t>Reject</a:t>
            </a:r>
          </a:p>
        </p:txBody>
      </p:sp>
      <p:sp>
        <p:nvSpPr>
          <p:cNvPr id="11" name="diagram-boundary">
            <a:extLst xmlns:a="http://schemas.openxmlformats.org/drawingml/2006/main">
              <a:ext uri="{FF2B5EF4-FFF2-40B4-BE49-F238E27FC236}">
                <a16:creationId xmlns:a16="http://schemas.microsoft.com/office/drawing/2014/main" id="{5A8DB623-FB5E-4E1F-83F6-0486236795E6}"/>
              </a:ext>
            </a:extLst>
          </p:cNvPr>
          <p:cNvSpPr>
            <a:spLocks xmlns:a="http://schemas.openxmlformats.org/drawingml/2006/main" noGrp="1"/>
          </p:cNvSpPr>
          <p:nvPr/>
        </p:nvSpPr>
        <p:spPr>
          <a:xfrm xmlns:a="http://schemas.openxmlformats.org/drawingml/2006/main">
            <a:off x="714375" y="4772025"/>
            <a:ext cx="4924425" cy="19050"/>
          </a:xfrm>
          <a:prstGeom xmlns:a="http://schemas.openxmlformats.org/drawingml/2006/main" prst="rect">
            <a:avLst/>
          </a:prstGeom>
          <a:solidFill xmlns:a="http://schemas.openxmlformats.org/drawingml/2006/main">
            <a:srgbClr val="D7DCD8"/>
          </a:solidFill>
          <a:ln xmlns:a="http://schemas.openxmlformats.org/drawingml/2006/main" w="0">
            <a:noFill/>
            <a:prstDash val="solid"/>
          </a:ln>
        </p:spPr>
      </p:sp>
      <p:sp>
        <p:nvSpPr>
          <p:cNvPr id="12" name="Wrong layer or unsafe change">
            <a:extLst xmlns:a="http://schemas.openxmlformats.org/drawingml/2006/main">
              <a:ext uri="{FF2B5EF4-FFF2-40B4-BE49-F238E27FC236}">
                <a16:creationId xmlns:a16="http://schemas.microsoft.com/office/drawing/2014/main" id="{FE562EDA-64DA-4FF6-987A-3731A9B8640F}"/>
              </a:ext>
            </a:extLst>
          </p:cNvPr>
          <p:cNvSpPr>
            <a:spLocks xmlns:a="http://schemas.openxmlformats.org/drawingml/2006/main" noGrp="1"/>
          </p:cNvSpPr>
          <p:nvPr/>
        </p:nvSpPr>
        <p:spPr>
          <a:xfrm xmlns:a="http://schemas.openxmlformats.org/drawingml/2006/main">
            <a:off x="714375" y="5048250"/>
            <a:ext cx="49530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0">
                <a:solidFill>
                  <a:srgbClr val="112B3A"/>
                </a:solidFill>
                <a:latin typeface="Arial"/>
                <a:ea typeface="Arial"/>
                <a:cs typeface="Arial"/>
              </a:defRPr>
            </a:defPPr>
            <a:lvl1pPr algn="l">
              <a:defRPr sz="1950" b="0">
                <a:solidFill>
                  <a:srgbClr val="112B3A"/>
                </a:solidFill>
                <a:latin typeface="Arial"/>
                <a:ea typeface="Arial"/>
                <a:cs typeface="Arial"/>
              </a:defRPr>
            </a:lvl1pPr>
            <a:lvl2pPr algn="l">
              <a:defRPr sz="1950" b="0">
                <a:solidFill>
                  <a:srgbClr val="112B3A"/>
                </a:solidFill>
                <a:latin typeface="Arial"/>
                <a:ea typeface="Arial"/>
                <a:cs typeface="Arial"/>
              </a:defRPr>
            </a:lvl2pPr>
            <a:lvl3pPr algn="l">
              <a:defRPr sz="1950" b="0">
                <a:solidFill>
                  <a:srgbClr val="112B3A"/>
                </a:solidFill>
                <a:latin typeface="Arial"/>
                <a:ea typeface="Arial"/>
                <a:cs typeface="Arial"/>
              </a:defRPr>
            </a:lvl3pPr>
            <a:lvl4pPr algn="l">
              <a:defRPr sz="1950" b="0">
                <a:solidFill>
                  <a:srgbClr val="112B3A"/>
                </a:solidFill>
                <a:latin typeface="Arial"/>
                <a:ea typeface="Arial"/>
                <a:cs typeface="Arial"/>
              </a:defRPr>
            </a:lvl4pPr>
            <a:lvl5pPr algn="l">
              <a:defRPr sz="1950" b="0">
                <a:solidFill>
                  <a:srgbClr val="112B3A"/>
                </a:solidFill>
                <a:latin typeface="Arial"/>
                <a:ea typeface="Arial"/>
                <a:cs typeface="Arial"/>
              </a:defRPr>
            </a:lvl5pPr>
            <a:lvl6pPr algn="l">
              <a:defRPr sz="1950" b="0">
                <a:solidFill>
                  <a:srgbClr val="112B3A"/>
                </a:solidFill>
                <a:latin typeface="Arial"/>
                <a:ea typeface="Arial"/>
                <a:cs typeface="Arial"/>
              </a:defRPr>
            </a:lvl6pPr>
            <a:lvl7pPr algn="l">
              <a:defRPr sz="1950" b="0">
                <a:solidFill>
                  <a:srgbClr val="112B3A"/>
                </a:solidFill>
                <a:latin typeface="Arial"/>
                <a:ea typeface="Arial"/>
                <a:cs typeface="Arial"/>
              </a:defRPr>
            </a:lvl7pPr>
            <a:lvl8pPr algn="l">
              <a:defRPr sz="1950" b="0">
                <a:solidFill>
                  <a:srgbClr val="112B3A"/>
                </a:solidFill>
                <a:latin typeface="Arial"/>
                <a:ea typeface="Arial"/>
                <a:cs typeface="Arial"/>
              </a:defRPr>
            </a:lvl8pPr>
            <a:lvl9pPr algn="l">
              <a:defRPr sz="1950" b="0">
                <a:solidFill>
                  <a:srgbClr val="112B3A"/>
                </a:solidFill>
                <a:latin typeface="Arial"/>
                <a:ea typeface="Arial"/>
                <a:cs typeface="Arial"/>
              </a:defRPr>
            </a:lvl9pPr>
          </a:lstStyle>
          <a:p xmlns:a="http://schemas.openxmlformats.org/drawingml/2006/main">
            <a:pPr algn="l">
              <a:defRPr sz="1950" b="0">
                <a:solidFill>
                  <a:srgbClr val="112B3A"/>
                </a:solidFill>
                <a:latin typeface="Arial"/>
                <a:ea typeface="Arial"/>
                <a:cs typeface="Arial"/>
              </a:defRPr>
            </a:pPr>
            <a:r>
              <a:rPr sz="1950" b="0">
                <a:solidFill>
                  <a:srgbClr val="112B3A"/>
                </a:solidFill>
                <a:latin typeface="Arial"/>
                <a:ea typeface="Arial"/>
                <a:cs typeface="Arial"/>
              </a:rPr>
              <a:t>Wrong layer or unsafe change</a:t>
            </a:r>
          </a:p>
        </p:txBody>
      </p:sp>
      <p:sp>
        <p:nvSpPr>
          <p:cNvPr id="13" name="Escalate">
            <a:extLst xmlns:a="http://schemas.openxmlformats.org/drawingml/2006/main">
              <a:ext uri="{FF2B5EF4-FFF2-40B4-BE49-F238E27FC236}">
                <a16:creationId xmlns:a16="http://schemas.microsoft.com/office/drawing/2014/main" id="{290E2416-F1BB-4118-A353-EB42DF5FFD44}"/>
              </a:ext>
            </a:extLst>
          </p:cNvPr>
          <p:cNvSpPr>
            <a:spLocks xmlns:a="http://schemas.openxmlformats.org/drawingml/2006/main" noGrp="1"/>
          </p:cNvSpPr>
          <p:nvPr/>
        </p:nvSpPr>
        <p:spPr>
          <a:xfrm xmlns:a="http://schemas.openxmlformats.org/drawingml/2006/main">
            <a:off x="6429375" y="4067175"/>
            <a:ext cx="500062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300" b="1">
                <a:solidFill>
                  <a:srgbClr val="D99524"/>
                </a:solidFill>
                <a:latin typeface="Arial"/>
                <a:ea typeface="Arial"/>
                <a:cs typeface="Arial"/>
              </a:defRPr>
            </a:defPPr>
            <a:lvl1pPr algn="l">
              <a:defRPr sz="3300" b="1">
                <a:solidFill>
                  <a:srgbClr val="D99524"/>
                </a:solidFill>
                <a:latin typeface="Arial"/>
                <a:ea typeface="Arial"/>
                <a:cs typeface="Arial"/>
              </a:defRPr>
            </a:lvl1pPr>
            <a:lvl2pPr algn="l">
              <a:defRPr sz="3300" b="1">
                <a:solidFill>
                  <a:srgbClr val="D99524"/>
                </a:solidFill>
                <a:latin typeface="Arial"/>
                <a:ea typeface="Arial"/>
                <a:cs typeface="Arial"/>
              </a:defRPr>
            </a:lvl2pPr>
            <a:lvl3pPr algn="l">
              <a:defRPr sz="3300" b="1">
                <a:solidFill>
                  <a:srgbClr val="D99524"/>
                </a:solidFill>
                <a:latin typeface="Arial"/>
                <a:ea typeface="Arial"/>
                <a:cs typeface="Arial"/>
              </a:defRPr>
            </a:lvl3pPr>
            <a:lvl4pPr algn="l">
              <a:defRPr sz="3300" b="1">
                <a:solidFill>
                  <a:srgbClr val="D99524"/>
                </a:solidFill>
                <a:latin typeface="Arial"/>
                <a:ea typeface="Arial"/>
                <a:cs typeface="Arial"/>
              </a:defRPr>
            </a:lvl4pPr>
            <a:lvl5pPr algn="l">
              <a:defRPr sz="3300" b="1">
                <a:solidFill>
                  <a:srgbClr val="D99524"/>
                </a:solidFill>
                <a:latin typeface="Arial"/>
                <a:ea typeface="Arial"/>
                <a:cs typeface="Arial"/>
              </a:defRPr>
            </a:lvl5pPr>
            <a:lvl6pPr algn="l">
              <a:defRPr sz="3300" b="1">
                <a:solidFill>
                  <a:srgbClr val="D99524"/>
                </a:solidFill>
                <a:latin typeface="Arial"/>
                <a:ea typeface="Arial"/>
                <a:cs typeface="Arial"/>
              </a:defRPr>
            </a:lvl6pPr>
            <a:lvl7pPr algn="l">
              <a:defRPr sz="3300" b="1">
                <a:solidFill>
                  <a:srgbClr val="D99524"/>
                </a:solidFill>
                <a:latin typeface="Arial"/>
                <a:ea typeface="Arial"/>
                <a:cs typeface="Arial"/>
              </a:defRPr>
            </a:lvl7pPr>
            <a:lvl8pPr algn="l">
              <a:defRPr sz="3300" b="1">
                <a:solidFill>
                  <a:srgbClr val="D99524"/>
                </a:solidFill>
                <a:latin typeface="Arial"/>
                <a:ea typeface="Arial"/>
                <a:cs typeface="Arial"/>
              </a:defRPr>
            </a:lvl8pPr>
            <a:lvl9pPr algn="l">
              <a:defRPr sz="3300" b="1">
                <a:solidFill>
                  <a:srgbClr val="D99524"/>
                </a:solidFill>
                <a:latin typeface="Arial"/>
                <a:ea typeface="Arial"/>
                <a:cs typeface="Arial"/>
              </a:defRPr>
            </a:lvl9pPr>
          </a:lstStyle>
          <a:p xmlns:a="http://schemas.openxmlformats.org/drawingml/2006/main">
            <a:pPr algn="l">
              <a:defRPr sz="3300" b="1">
                <a:solidFill>
                  <a:srgbClr val="D99524"/>
                </a:solidFill>
                <a:latin typeface="Arial"/>
                <a:ea typeface="Arial"/>
                <a:cs typeface="Arial"/>
              </a:defRPr>
            </a:pPr>
            <a:r>
              <a:rPr sz="3300" b="1">
                <a:solidFill>
                  <a:srgbClr val="D99524"/>
                </a:solidFill>
                <a:latin typeface="Arial"/>
                <a:ea typeface="Arial"/>
                <a:cs typeface="Arial"/>
              </a:rPr>
              <a:t>Escalate</a:t>
            </a:r>
          </a:p>
        </p:txBody>
      </p:sp>
      <p:sp>
        <p:nvSpPr>
          <p:cNvPr id="14" name="diagram-boundary">
            <a:extLst xmlns:a="http://schemas.openxmlformats.org/drawingml/2006/main">
              <a:ext uri="{FF2B5EF4-FFF2-40B4-BE49-F238E27FC236}">
                <a16:creationId xmlns:a16="http://schemas.microsoft.com/office/drawing/2014/main" id="{57A5C88B-1541-47F3-A0D9-DA60F9613DED}"/>
              </a:ext>
            </a:extLst>
          </p:cNvPr>
          <p:cNvSpPr>
            <a:spLocks xmlns:a="http://schemas.openxmlformats.org/drawingml/2006/main" noGrp="1"/>
          </p:cNvSpPr>
          <p:nvPr/>
        </p:nvSpPr>
        <p:spPr>
          <a:xfrm xmlns:a="http://schemas.openxmlformats.org/drawingml/2006/main">
            <a:off x="6429375" y="4772025"/>
            <a:ext cx="4924425" cy="19050"/>
          </a:xfrm>
          <a:prstGeom xmlns:a="http://schemas.openxmlformats.org/drawingml/2006/main" prst="rect">
            <a:avLst/>
          </a:prstGeom>
          <a:solidFill xmlns:a="http://schemas.openxmlformats.org/drawingml/2006/main">
            <a:srgbClr val="D7DCD8"/>
          </a:solidFill>
          <a:ln xmlns:a="http://schemas.openxmlformats.org/drawingml/2006/main" w="0">
            <a:noFill/>
            <a:prstDash val="solid"/>
          </a:ln>
        </p:spPr>
      </p:sp>
      <p:sp>
        <p:nvSpPr>
          <p:cNvPr id="15" name="Authority or evidence is missing">
            <a:extLst xmlns:a="http://schemas.openxmlformats.org/drawingml/2006/main">
              <a:ext uri="{FF2B5EF4-FFF2-40B4-BE49-F238E27FC236}">
                <a16:creationId xmlns:a16="http://schemas.microsoft.com/office/drawing/2014/main" id="{7A6A4605-7F2C-4686-861E-5144D196A5BC}"/>
              </a:ext>
            </a:extLst>
          </p:cNvPr>
          <p:cNvSpPr>
            <a:spLocks xmlns:a="http://schemas.openxmlformats.org/drawingml/2006/main" noGrp="1"/>
          </p:cNvSpPr>
          <p:nvPr/>
        </p:nvSpPr>
        <p:spPr>
          <a:xfrm xmlns:a="http://schemas.openxmlformats.org/drawingml/2006/main">
            <a:off x="6429375" y="5048250"/>
            <a:ext cx="49530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0">
                <a:solidFill>
                  <a:srgbClr val="112B3A"/>
                </a:solidFill>
                <a:latin typeface="Arial"/>
                <a:ea typeface="Arial"/>
                <a:cs typeface="Arial"/>
              </a:defRPr>
            </a:defPPr>
            <a:lvl1pPr algn="l">
              <a:defRPr sz="1950" b="0">
                <a:solidFill>
                  <a:srgbClr val="112B3A"/>
                </a:solidFill>
                <a:latin typeface="Arial"/>
                <a:ea typeface="Arial"/>
                <a:cs typeface="Arial"/>
              </a:defRPr>
            </a:lvl1pPr>
            <a:lvl2pPr algn="l">
              <a:defRPr sz="1950" b="0">
                <a:solidFill>
                  <a:srgbClr val="112B3A"/>
                </a:solidFill>
                <a:latin typeface="Arial"/>
                <a:ea typeface="Arial"/>
                <a:cs typeface="Arial"/>
              </a:defRPr>
            </a:lvl2pPr>
            <a:lvl3pPr algn="l">
              <a:defRPr sz="1950" b="0">
                <a:solidFill>
                  <a:srgbClr val="112B3A"/>
                </a:solidFill>
                <a:latin typeface="Arial"/>
                <a:ea typeface="Arial"/>
                <a:cs typeface="Arial"/>
              </a:defRPr>
            </a:lvl3pPr>
            <a:lvl4pPr algn="l">
              <a:defRPr sz="1950" b="0">
                <a:solidFill>
                  <a:srgbClr val="112B3A"/>
                </a:solidFill>
                <a:latin typeface="Arial"/>
                <a:ea typeface="Arial"/>
                <a:cs typeface="Arial"/>
              </a:defRPr>
            </a:lvl4pPr>
            <a:lvl5pPr algn="l">
              <a:defRPr sz="1950" b="0">
                <a:solidFill>
                  <a:srgbClr val="112B3A"/>
                </a:solidFill>
                <a:latin typeface="Arial"/>
                <a:ea typeface="Arial"/>
                <a:cs typeface="Arial"/>
              </a:defRPr>
            </a:lvl5pPr>
            <a:lvl6pPr algn="l">
              <a:defRPr sz="1950" b="0">
                <a:solidFill>
                  <a:srgbClr val="112B3A"/>
                </a:solidFill>
                <a:latin typeface="Arial"/>
                <a:ea typeface="Arial"/>
                <a:cs typeface="Arial"/>
              </a:defRPr>
            </a:lvl6pPr>
            <a:lvl7pPr algn="l">
              <a:defRPr sz="1950" b="0">
                <a:solidFill>
                  <a:srgbClr val="112B3A"/>
                </a:solidFill>
                <a:latin typeface="Arial"/>
                <a:ea typeface="Arial"/>
                <a:cs typeface="Arial"/>
              </a:defRPr>
            </a:lvl7pPr>
            <a:lvl8pPr algn="l">
              <a:defRPr sz="1950" b="0">
                <a:solidFill>
                  <a:srgbClr val="112B3A"/>
                </a:solidFill>
                <a:latin typeface="Arial"/>
                <a:ea typeface="Arial"/>
                <a:cs typeface="Arial"/>
              </a:defRPr>
            </a:lvl8pPr>
            <a:lvl9pPr algn="l">
              <a:defRPr sz="1950" b="0">
                <a:solidFill>
                  <a:srgbClr val="112B3A"/>
                </a:solidFill>
                <a:latin typeface="Arial"/>
                <a:ea typeface="Arial"/>
                <a:cs typeface="Arial"/>
              </a:defRPr>
            </a:lvl9pPr>
          </a:lstStyle>
          <a:p xmlns:a="http://schemas.openxmlformats.org/drawingml/2006/main">
            <a:pPr algn="l">
              <a:defRPr sz="1950" b="0">
                <a:solidFill>
                  <a:srgbClr val="112B3A"/>
                </a:solidFill>
                <a:latin typeface="Arial"/>
                <a:ea typeface="Arial"/>
                <a:cs typeface="Arial"/>
              </a:defRPr>
            </a:pPr>
            <a:r>
              <a:rPr sz="1950" b="0">
                <a:solidFill>
                  <a:srgbClr val="112B3A"/>
                </a:solidFill>
                <a:latin typeface="Arial"/>
                <a:ea typeface="Arial"/>
                <a:cs typeface="Arial"/>
              </a:rPr>
              <a:t>Authority or evidence is missing</a:t>
            </a:r>
          </a:p>
        </p:txBody>
      </p:sp>
    </p:spTree>
    <p:extLst>
      <p:ext uri="{BB962C8B-B14F-4D97-AF65-F5344CB8AC3E}">
        <p14:creationId xmlns:p14="http://schemas.microsoft.com/office/powerpoint/2010/main" val="1056630231"/>
      </p:ext>
    </p:extLst>
  </p:cSld>
</p:sld>
</file>

<file path=ppt/slides/slide17.xml><?xml version="1.0" encoding="utf-8"?>
<p:sld xmlns:p="http://schemas.openxmlformats.org/presentationml/2006/main">
  <p:cSld>
    <p:bg>
      <p:bgPr>
        <a:solidFill xmlns:a="http://schemas.openxmlformats.org/drawingml/2006/main">
          <a:srgbClr val="081A29"/>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95AF2505-C11C-4389-8C9A-FC18DEDBE6B9}"/>
              </a:ext>
            </a:extLst>
          </p:cNvPr>
          <p:cNvPicPr>
            <a:picLocks xmlns:a="http://schemas.openxmlformats.org/drawingml/2006/main" noChangeAspect="1"/>
          </p:cNvPicPr>
          <p:nvPr/>
        </p:nvPicPr>
        <p:blipFill>
          <a:blip xmlns:r="http://schemas.openxmlformats.org/officeDocument/2006/relationships" xmlns:a="http://schemas.openxmlformats.org/drawingml/2006/main" r:embed="Rba4ac886ad654ef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lide-17-title">
            <a:extLst xmlns:a="http://schemas.openxmlformats.org/drawingml/2006/main">
              <a:ext uri="{FF2B5EF4-FFF2-40B4-BE49-F238E27FC236}">
                <a16:creationId xmlns:a16="http://schemas.microsoft.com/office/drawing/2014/main" id="{C2083067-F5CF-425E-9D47-2692B06B3AA6}"/>
              </a:ext>
            </a:extLst>
          </p:cNvPr>
          <p:cNvSpPr>
            <a:spLocks xmlns:a="http://schemas.openxmlformats.org/drawingml/2006/main" noGrp="1"/>
          </p:cNvSpPr>
          <p:nvPr/>
        </p:nvSpPr>
        <p:spPr>
          <a:xfrm xmlns:a="http://schemas.openxmlformats.org/drawingml/2006/main">
            <a:off x="609600" y="476250"/>
            <a:ext cx="49530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FFFFFF"/>
                </a:solidFill>
                <a:latin typeface="Arial"/>
                <a:ea typeface="Arial"/>
                <a:cs typeface="Arial"/>
              </a:defRPr>
            </a:defPPr>
            <a:lvl1pPr algn="l">
              <a:defRPr sz="3150" b="1">
                <a:solidFill>
                  <a:srgbClr val="FFFFFF"/>
                </a:solidFill>
                <a:latin typeface="Arial"/>
                <a:ea typeface="Arial"/>
                <a:cs typeface="Arial"/>
              </a:defRPr>
            </a:lvl1pPr>
            <a:lvl2pPr algn="l">
              <a:defRPr sz="3150" b="1">
                <a:solidFill>
                  <a:srgbClr val="FFFFFF"/>
                </a:solidFill>
                <a:latin typeface="Arial"/>
                <a:ea typeface="Arial"/>
                <a:cs typeface="Arial"/>
              </a:defRPr>
            </a:lvl2pPr>
            <a:lvl3pPr algn="l">
              <a:defRPr sz="3150" b="1">
                <a:solidFill>
                  <a:srgbClr val="FFFFFF"/>
                </a:solidFill>
                <a:latin typeface="Arial"/>
                <a:ea typeface="Arial"/>
                <a:cs typeface="Arial"/>
              </a:defRPr>
            </a:lvl3pPr>
            <a:lvl4pPr algn="l">
              <a:defRPr sz="3150" b="1">
                <a:solidFill>
                  <a:srgbClr val="FFFFFF"/>
                </a:solidFill>
                <a:latin typeface="Arial"/>
                <a:ea typeface="Arial"/>
                <a:cs typeface="Arial"/>
              </a:defRPr>
            </a:lvl4pPr>
            <a:lvl5pPr algn="l">
              <a:defRPr sz="3150" b="1">
                <a:solidFill>
                  <a:srgbClr val="FFFFFF"/>
                </a:solidFill>
                <a:latin typeface="Arial"/>
                <a:ea typeface="Arial"/>
                <a:cs typeface="Arial"/>
              </a:defRPr>
            </a:lvl5pPr>
            <a:lvl6pPr algn="l">
              <a:defRPr sz="3150" b="1">
                <a:solidFill>
                  <a:srgbClr val="FFFFFF"/>
                </a:solidFill>
                <a:latin typeface="Arial"/>
                <a:ea typeface="Arial"/>
                <a:cs typeface="Arial"/>
              </a:defRPr>
            </a:lvl6pPr>
            <a:lvl7pPr algn="l">
              <a:defRPr sz="3150" b="1">
                <a:solidFill>
                  <a:srgbClr val="FFFFFF"/>
                </a:solidFill>
                <a:latin typeface="Arial"/>
                <a:ea typeface="Arial"/>
                <a:cs typeface="Arial"/>
              </a:defRPr>
            </a:lvl7pPr>
            <a:lvl8pPr algn="l">
              <a:defRPr sz="3150" b="1">
                <a:solidFill>
                  <a:srgbClr val="FFFFFF"/>
                </a:solidFill>
                <a:latin typeface="Arial"/>
                <a:ea typeface="Arial"/>
                <a:cs typeface="Arial"/>
              </a:defRPr>
            </a:lvl8pPr>
            <a:lvl9pPr algn="l">
              <a:defRPr sz="3150" b="1">
                <a:solidFill>
                  <a:srgbClr val="FFFFFF"/>
                </a:solidFill>
                <a:latin typeface="Arial"/>
                <a:ea typeface="Arial"/>
                <a:cs typeface="Arial"/>
              </a:defRPr>
            </a:lvl9pPr>
          </a:lstStyle>
          <a:p xmlns:a="http://schemas.openxmlformats.org/drawingml/2006/main">
            <a:pPr algn="l">
              <a:defRPr sz="3150" b="1">
                <a:solidFill>
                  <a:srgbClr val="FFFFFF"/>
                </a:solidFill>
                <a:latin typeface="Arial"/>
                <a:ea typeface="Arial"/>
                <a:cs typeface="Arial"/>
              </a:defRPr>
            </a:pPr>
            <a:r>
              <a:rPr sz="3150" b="1">
                <a:solidFill>
                  <a:srgbClr val="FFFFFF"/>
                </a:solidFill>
                <a:latin typeface="Arial"/>
                <a:ea typeface="Arial"/>
                <a:cs typeface="Arial"/>
              </a:rPr>
              <a:t>An urgent exception</a:t>
            </a:r>
          </a:p>
        </p:txBody>
      </p:sp>
      <p:sp>
        <p:nvSpPr>
          <p:cNvPr id="3" name="17">
            <a:extLst xmlns:a="http://schemas.openxmlformats.org/drawingml/2006/main">
              <a:ext uri="{FF2B5EF4-FFF2-40B4-BE49-F238E27FC236}">
                <a16:creationId xmlns:a16="http://schemas.microsoft.com/office/drawing/2014/main" id="{871D4951-BAE2-4DF0-9706-393AD68BD4AE}"/>
              </a:ext>
            </a:extLst>
          </p:cNvPr>
          <p:cNvSpPr>
            <a:spLocks xmlns:a="http://schemas.openxmlformats.org/drawingml/2006/main" noGrp="1"/>
          </p:cNvSpPr>
          <p:nvPr/>
        </p:nvSpPr>
        <p:spPr>
          <a:xfrm xmlns:a="http://schemas.openxmlformats.org/drawingml/2006/main">
            <a:off x="11172825" y="641032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0">
                <a:solidFill>
                  <a:srgbClr val="A8C1CA"/>
                </a:solidFill>
                <a:latin typeface="Arial"/>
                <a:ea typeface="Arial"/>
                <a:cs typeface="Arial"/>
              </a:defRPr>
            </a:defPPr>
            <a:lvl1pPr algn="r">
              <a:defRPr sz="975" b="0">
                <a:solidFill>
                  <a:srgbClr val="A8C1CA"/>
                </a:solidFill>
                <a:latin typeface="Arial"/>
                <a:ea typeface="Arial"/>
                <a:cs typeface="Arial"/>
              </a:defRPr>
            </a:lvl1pPr>
            <a:lvl2pPr algn="r">
              <a:defRPr sz="975" b="0">
                <a:solidFill>
                  <a:srgbClr val="A8C1CA"/>
                </a:solidFill>
                <a:latin typeface="Arial"/>
                <a:ea typeface="Arial"/>
                <a:cs typeface="Arial"/>
              </a:defRPr>
            </a:lvl2pPr>
            <a:lvl3pPr algn="r">
              <a:defRPr sz="975" b="0">
                <a:solidFill>
                  <a:srgbClr val="A8C1CA"/>
                </a:solidFill>
                <a:latin typeface="Arial"/>
                <a:ea typeface="Arial"/>
                <a:cs typeface="Arial"/>
              </a:defRPr>
            </a:lvl3pPr>
            <a:lvl4pPr algn="r">
              <a:defRPr sz="975" b="0">
                <a:solidFill>
                  <a:srgbClr val="A8C1CA"/>
                </a:solidFill>
                <a:latin typeface="Arial"/>
                <a:ea typeface="Arial"/>
                <a:cs typeface="Arial"/>
              </a:defRPr>
            </a:lvl4pPr>
            <a:lvl5pPr algn="r">
              <a:defRPr sz="975" b="0">
                <a:solidFill>
                  <a:srgbClr val="A8C1CA"/>
                </a:solidFill>
                <a:latin typeface="Arial"/>
                <a:ea typeface="Arial"/>
                <a:cs typeface="Arial"/>
              </a:defRPr>
            </a:lvl5pPr>
            <a:lvl6pPr algn="r">
              <a:defRPr sz="975" b="0">
                <a:solidFill>
                  <a:srgbClr val="A8C1CA"/>
                </a:solidFill>
                <a:latin typeface="Arial"/>
                <a:ea typeface="Arial"/>
                <a:cs typeface="Arial"/>
              </a:defRPr>
            </a:lvl6pPr>
            <a:lvl7pPr algn="r">
              <a:defRPr sz="975" b="0">
                <a:solidFill>
                  <a:srgbClr val="A8C1CA"/>
                </a:solidFill>
                <a:latin typeface="Arial"/>
                <a:ea typeface="Arial"/>
                <a:cs typeface="Arial"/>
              </a:defRPr>
            </a:lvl7pPr>
            <a:lvl8pPr algn="r">
              <a:defRPr sz="975" b="0">
                <a:solidFill>
                  <a:srgbClr val="A8C1CA"/>
                </a:solidFill>
                <a:latin typeface="Arial"/>
                <a:ea typeface="Arial"/>
                <a:cs typeface="Arial"/>
              </a:defRPr>
            </a:lvl8pPr>
            <a:lvl9pPr algn="r">
              <a:defRPr sz="975" b="0">
                <a:solidFill>
                  <a:srgbClr val="A8C1CA"/>
                </a:solidFill>
                <a:latin typeface="Arial"/>
                <a:ea typeface="Arial"/>
                <a:cs typeface="Arial"/>
              </a:defRPr>
            </a:lvl9pPr>
          </a:lstStyle>
          <a:p xmlns:a="http://schemas.openxmlformats.org/drawingml/2006/main">
            <a:pPr algn="r">
              <a:defRPr sz="975" b="0">
                <a:solidFill>
                  <a:srgbClr val="A8C1CA"/>
                </a:solidFill>
                <a:latin typeface="Arial"/>
                <a:ea typeface="Arial"/>
                <a:cs typeface="Arial"/>
              </a:defRPr>
            </a:pPr>
            <a:r>
              <a:rPr sz="975" b="0">
                <a:solidFill>
                  <a:srgbClr val="A8C1CA"/>
                </a:solidFill>
                <a:latin typeface="Arial"/>
                <a:ea typeface="Arial"/>
                <a:cs typeface="Arial"/>
              </a:rPr>
              <a:t>17</a:t>
            </a:r>
          </a:p>
        </p:txBody>
      </p:sp>
      <p:sp>
        <p:nvSpPr>
          <p:cNvPr id="4" name="“Security already approved it.”">
            <a:extLst xmlns:a="http://schemas.openxmlformats.org/drawingml/2006/main">
              <a:ext uri="{FF2B5EF4-FFF2-40B4-BE49-F238E27FC236}">
                <a16:creationId xmlns:a16="http://schemas.microsoft.com/office/drawing/2014/main" id="{9E77E791-0BBA-49EF-A3FB-FF73A8DD8198}"/>
              </a:ext>
            </a:extLst>
          </p:cNvPr>
          <p:cNvSpPr>
            <a:spLocks xmlns:a="http://schemas.openxmlformats.org/drawingml/2006/main" noGrp="1"/>
          </p:cNvSpPr>
          <p:nvPr/>
        </p:nvSpPr>
        <p:spPr>
          <a:xfrm xmlns:a="http://schemas.openxmlformats.org/drawingml/2006/main">
            <a:off x="676275" y="2400300"/>
            <a:ext cx="42672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550" b="1">
                <a:solidFill>
                  <a:srgbClr val="FFFFFF"/>
                </a:solidFill>
                <a:latin typeface="Arial"/>
                <a:ea typeface="Arial"/>
                <a:cs typeface="Arial"/>
              </a:defRPr>
            </a:defPPr>
            <a:lvl1pPr algn="l">
              <a:defRPr sz="2550" b="1">
                <a:solidFill>
                  <a:srgbClr val="FFFFFF"/>
                </a:solidFill>
                <a:latin typeface="Arial"/>
                <a:ea typeface="Arial"/>
                <a:cs typeface="Arial"/>
              </a:defRPr>
            </a:lvl1pPr>
            <a:lvl2pPr algn="l">
              <a:defRPr sz="2550" b="1">
                <a:solidFill>
                  <a:srgbClr val="FFFFFF"/>
                </a:solidFill>
                <a:latin typeface="Arial"/>
                <a:ea typeface="Arial"/>
                <a:cs typeface="Arial"/>
              </a:defRPr>
            </a:lvl2pPr>
            <a:lvl3pPr algn="l">
              <a:defRPr sz="2550" b="1">
                <a:solidFill>
                  <a:srgbClr val="FFFFFF"/>
                </a:solidFill>
                <a:latin typeface="Arial"/>
                <a:ea typeface="Arial"/>
                <a:cs typeface="Arial"/>
              </a:defRPr>
            </a:lvl3pPr>
            <a:lvl4pPr algn="l">
              <a:defRPr sz="2550" b="1">
                <a:solidFill>
                  <a:srgbClr val="FFFFFF"/>
                </a:solidFill>
                <a:latin typeface="Arial"/>
                <a:ea typeface="Arial"/>
                <a:cs typeface="Arial"/>
              </a:defRPr>
            </a:lvl4pPr>
            <a:lvl5pPr algn="l">
              <a:defRPr sz="2550" b="1">
                <a:solidFill>
                  <a:srgbClr val="FFFFFF"/>
                </a:solidFill>
                <a:latin typeface="Arial"/>
                <a:ea typeface="Arial"/>
                <a:cs typeface="Arial"/>
              </a:defRPr>
            </a:lvl5pPr>
            <a:lvl6pPr algn="l">
              <a:defRPr sz="2550" b="1">
                <a:solidFill>
                  <a:srgbClr val="FFFFFF"/>
                </a:solidFill>
                <a:latin typeface="Arial"/>
                <a:ea typeface="Arial"/>
                <a:cs typeface="Arial"/>
              </a:defRPr>
            </a:lvl6pPr>
            <a:lvl7pPr algn="l">
              <a:defRPr sz="2550" b="1">
                <a:solidFill>
                  <a:srgbClr val="FFFFFF"/>
                </a:solidFill>
                <a:latin typeface="Arial"/>
                <a:ea typeface="Arial"/>
                <a:cs typeface="Arial"/>
              </a:defRPr>
            </a:lvl7pPr>
            <a:lvl8pPr algn="l">
              <a:defRPr sz="2550" b="1">
                <a:solidFill>
                  <a:srgbClr val="FFFFFF"/>
                </a:solidFill>
                <a:latin typeface="Arial"/>
                <a:ea typeface="Arial"/>
                <a:cs typeface="Arial"/>
              </a:defRPr>
            </a:lvl8pPr>
            <a:lvl9pPr algn="l">
              <a:defRPr sz="2550" b="1">
                <a:solidFill>
                  <a:srgbClr val="FFFFFF"/>
                </a:solidFill>
                <a:latin typeface="Arial"/>
                <a:ea typeface="Arial"/>
                <a:cs typeface="Arial"/>
              </a:defRPr>
            </a:lvl9pPr>
          </a:lstStyle>
          <a:p xmlns:a="http://schemas.openxmlformats.org/drawingml/2006/main">
            <a:pPr algn="l">
              <a:defRPr sz="2550" b="1">
                <a:solidFill>
                  <a:srgbClr val="FFFFFF"/>
                </a:solidFill>
                <a:latin typeface="Arial"/>
                <a:ea typeface="Arial"/>
                <a:cs typeface="Arial"/>
              </a:defRPr>
            </a:pPr>
            <a:r>
              <a:rPr sz="2550" b="1">
                <a:solidFill>
                  <a:srgbClr val="FFFFFF"/>
                </a:solidFill>
                <a:latin typeface="Arial"/>
                <a:ea typeface="Arial"/>
                <a:cs typeface="Arial"/>
              </a:rPr>
              <a:t>“Security already approved it.”</a:t>
            </a:r>
          </a:p>
        </p:txBody>
      </p:sp>
      <p:sp>
        <p:nvSpPr>
          <p:cNvPr id="5" name="What independently verifies that claim?">
            <a:extLst xmlns:a="http://schemas.openxmlformats.org/drawingml/2006/main">
              <a:ext uri="{FF2B5EF4-FFF2-40B4-BE49-F238E27FC236}">
                <a16:creationId xmlns:a16="http://schemas.microsoft.com/office/drawing/2014/main" id="{40CF344C-CAF5-41A3-A87F-320201CB73ED}"/>
              </a:ext>
            </a:extLst>
          </p:cNvPr>
          <p:cNvSpPr>
            <a:spLocks xmlns:a="http://schemas.openxmlformats.org/drawingml/2006/main" noGrp="1"/>
          </p:cNvSpPr>
          <p:nvPr/>
        </p:nvSpPr>
        <p:spPr>
          <a:xfrm xmlns:a="http://schemas.openxmlformats.org/drawingml/2006/main">
            <a:off x="695325" y="3686175"/>
            <a:ext cx="42481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250" b="1">
                <a:solidFill>
                  <a:srgbClr val="37D5BE"/>
                </a:solidFill>
                <a:latin typeface="Arial"/>
                <a:ea typeface="Arial"/>
                <a:cs typeface="Arial"/>
              </a:defRPr>
            </a:defPPr>
            <a:lvl1pPr algn="l">
              <a:defRPr sz="2250" b="1">
                <a:solidFill>
                  <a:srgbClr val="37D5BE"/>
                </a:solidFill>
                <a:latin typeface="Arial"/>
                <a:ea typeface="Arial"/>
                <a:cs typeface="Arial"/>
              </a:defRPr>
            </a:lvl1pPr>
            <a:lvl2pPr algn="l">
              <a:defRPr sz="2250" b="1">
                <a:solidFill>
                  <a:srgbClr val="37D5BE"/>
                </a:solidFill>
                <a:latin typeface="Arial"/>
                <a:ea typeface="Arial"/>
                <a:cs typeface="Arial"/>
              </a:defRPr>
            </a:lvl2pPr>
            <a:lvl3pPr algn="l">
              <a:defRPr sz="2250" b="1">
                <a:solidFill>
                  <a:srgbClr val="37D5BE"/>
                </a:solidFill>
                <a:latin typeface="Arial"/>
                <a:ea typeface="Arial"/>
                <a:cs typeface="Arial"/>
              </a:defRPr>
            </a:lvl3pPr>
            <a:lvl4pPr algn="l">
              <a:defRPr sz="2250" b="1">
                <a:solidFill>
                  <a:srgbClr val="37D5BE"/>
                </a:solidFill>
                <a:latin typeface="Arial"/>
                <a:ea typeface="Arial"/>
                <a:cs typeface="Arial"/>
              </a:defRPr>
            </a:lvl4pPr>
            <a:lvl5pPr algn="l">
              <a:defRPr sz="2250" b="1">
                <a:solidFill>
                  <a:srgbClr val="37D5BE"/>
                </a:solidFill>
                <a:latin typeface="Arial"/>
                <a:ea typeface="Arial"/>
                <a:cs typeface="Arial"/>
              </a:defRPr>
            </a:lvl5pPr>
            <a:lvl6pPr algn="l">
              <a:defRPr sz="2250" b="1">
                <a:solidFill>
                  <a:srgbClr val="37D5BE"/>
                </a:solidFill>
                <a:latin typeface="Arial"/>
                <a:ea typeface="Arial"/>
                <a:cs typeface="Arial"/>
              </a:defRPr>
            </a:lvl6pPr>
            <a:lvl7pPr algn="l">
              <a:defRPr sz="2250" b="1">
                <a:solidFill>
                  <a:srgbClr val="37D5BE"/>
                </a:solidFill>
                <a:latin typeface="Arial"/>
                <a:ea typeface="Arial"/>
                <a:cs typeface="Arial"/>
              </a:defRPr>
            </a:lvl7pPr>
            <a:lvl8pPr algn="l">
              <a:defRPr sz="2250" b="1">
                <a:solidFill>
                  <a:srgbClr val="37D5BE"/>
                </a:solidFill>
                <a:latin typeface="Arial"/>
                <a:ea typeface="Arial"/>
                <a:cs typeface="Arial"/>
              </a:defRPr>
            </a:lvl8pPr>
            <a:lvl9pPr algn="l">
              <a:defRPr sz="2250" b="1">
                <a:solidFill>
                  <a:srgbClr val="37D5BE"/>
                </a:solidFill>
                <a:latin typeface="Arial"/>
                <a:ea typeface="Arial"/>
                <a:cs typeface="Arial"/>
              </a:defRPr>
            </a:lvl9pPr>
          </a:lstStyle>
          <a:p xmlns:a="http://schemas.openxmlformats.org/drawingml/2006/main">
            <a:pPr algn="l">
              <a:defRPr sz="2250" b="1">
                <a:solidFill>
                  <a:srgbClr val="37D5BE"/>
                </a:solidFill>
                <a:latin typeface="Arial"/>
                <a:ea typeface="Arial"/>
                <a:cs typeface="Arial"/>
              </a:defRPr>
            </a:pPr>
            <a:r>
              <a:rPr sz="2250" b="1">
                <a:solidFill>
                  <a:srgbClr val="37D5BE"/>
                </a:solidFill>
                <a:latin typeface="Arial"/>
                <a:ea typeface="Arial"/>
                <a:cs typeface="Arial"/>
              </a:rPr>
              <a:t>What independently verifies that claim?</a:t>
            </a:r>
          </a:p>
        </p:txBody>
      </p:sp>
      <p:sp>
        <p:nvSpPr>
          <p:cNvPr id="6" name="Record exact scope, human owner, expiry and r">
            <a:extLst xmlns:a="http://schemas.openxmlformats.org/drawingml/2006/main">
              <a:ext uri="{FF2B5EF4-FFF2-40B4-BE49-F238E27FC236}">
                <a16:creationId xmlns:a16="http://schemas.microsoft.com/office/drawing/2014/main" id="{A4D9F9F2-8142-44A2-B8B7-31409651E168}"/>
              </a:ext>
            </a:extLst>
          </p:cNvPr>
          <p:cNvSpPr>
            <a:spLocks xmlns:a="http://schemas.openxmlformats.org/drawingml/2006/main" noGrp="1"/>
          </p:cNvSpPr>
          <p:nvPr/>
        </p:nvSpPr>
        <p:spPr>
          <a:xfrm xmlns:a="http://schemas.openxmlformats.org/drawingml/2006/main">
            <a:off x="695325" y="5153025"/>
            <a:ext cx="4286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FFFFFF"/>
                </a:solidFill>
                <a:latin typeface="Arial"/>
                <a:ea typeface="Arial"/>
                <a:cs typeface="Arial"/>
              </a:defRPr>
            </a:defPPr>
            <a:lvl1pPr algn="l">
              <a:defRPr sz="1875" b="0">
                <a:solidFill>
                  <a:srgbClr val="FFFFFF"/>
                </a:solidFill>
                <a:latin typeface="Arial"/>
                <a:ea typeface="Arial"/>
                <a:cs typeface="Arial"/>
              </a:defRPr>
            </a:lvl1pPr>
            <a:lvl2pPr algn="l">
              <a:defRPr sz="1875" b="0">
                <a:solidFill>
                  <a:srgbClr val="FFFFFF"/>
                </a:solidFill>
                <a:latin typeface="Arial"/>
                <a:ea typeface="Arial"/>
                <a:cs typeface="Arial"/>
              </a:defRPr>
            </a:lvl2pPr>
            <a:lvl3pPr algn="l">
              <a:defRPr sz="1875" b="0">
                <a:solidFill>
                  <a:srgbClr val="FFFFFF"/>
                </a:solidFill>
                <a:latin typeface="Arial"/>
                <a:ea typeface="Arial"/>
                <a:cs typeface="Arial"/>
              </a:defRPr>
            </a:lvl3pPr>
            <a:lvl4pPr algn="l">
              <a:defRPr sz="1875" b="0">
                <a:solidFill>
                  <a:srgbClr val="FFFFFF"/>
                </a:solidFill>
                <a:latin typeface="Arial"/>
                <a:ea typeface="Arial"/>
                <a:cs typeface="Arial"/>
              </a:defRPr>
            </a:lvl4pPr>
            <a:lvl5pPr algn="l">
              <a:defRPr sz="1875" b="0">
                <a:solidFill>
                  <a:srgbClr val="FFFFFF"/>
                </a:solidFill>
                <a:latin typeface="Arial"/>
                <a:ea typeface="Arial"/>
                <a:cs typeface="Arial"/>
              </a:defRPr>
            </a:lvl5pPr>
            <a:lvl6pPr algn="l">
              <a:defRPr sz="1875" b="0">
                <a:solidFill>
                  <a:srgbClr val="FFFFFF"/>
                </a:solidFill>
                <a:latin typeface="Arial"/>
                <a:ea typeface="Arial"/>
                <a:cs typeface="Arial"/>
              </a:defRPr>
            </a:lvl6pPr>
            <a:lvl7pPr algn="l">
              <a:defRPr sz="1875" b="0">
                <a:solidFill>
                  <a:srgbClr val="FFFFFF"/>
                </a:solidFill>
                <a:latin typeface="Arial"/>
                <a:ea typeface="Arial"/>
                <a:cs typeface="Arial"/>
              </a:defRPr>
            </a:lvl7pPr>
            <a:lvl8pPr algn="l">
              <a:defRPr sz="1875" b="0">
                <a:solidFill>
                  <a:srgbClr val="FFFFFF"/>
                </a:solidFill>
                <a:latin typeface="Arial"/>
                <a:ea typeface="Arial"/>
                <a:cs typeface="Arial"/>
              </a:defRPr>
            </a:lvl8pPr>
            <a:lvl9pPr algn="l">
              <a:defRPr sz="1875" b="0">
                <a:solidFill>
                  <a:srgbClr val="FFFFFF"/>
                </a:solidFill>
                <a:latin typeface="Arial"/>
                <a:ea typeface="Arial"/>
                <a:cs typeface="Arial"/>
              </a:defRPr>
            </a:lvl9pPr>
          </a:lstStyle>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Record exact scope, human owner, expiry and revocation test</a:t>
            </a:r>
          </a:p>
        </p:txBody>
      </p:sp>
    </p:spTree>
    <p:extLst>
      <p:ext uri="{BB962C8B-B14F-4D97-AF65-F5344CB8AC3E}">
        <p14:creationId xmlns:p14="http://schemas.microsoft.com/office/powerpoint/2010/main" val="1253510644"/>
      </p:ext>
    </p:extLst>
  </p:cSld>
</p:sld>
</file>

<file path=ppt/slides/slide18.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16" name="slide-18-title">
            <a:extLst xmlns:a="http://schemas.openxmlformats.org/drawingml/2006/main">
              <a:ext uri="{FF2B5EF4-FFF2-40B4-BE49-F238E27FC236}">
                <a16:creationId xmlns:a16="http://schemas.microsoft.com/office/drawing/2014/main" id="{DA6030AB-2706-4BA1-A1A4-4516E1D7C714}"/>
              </a:ext>
            </a:extLst>
          </p:cNvPr>
          <p:cNvSpPr>
            <a:spLocks xmlns:a="http://schemas.openxmlformats.org/drawingml/2006/main" noGrp="1"/>
          </p:cNvSpPr>
          <p:nvPr/>
        </p:nvSpPr>
        <p:spPr>
          <a:xfrm xmlns:a="http://schemas.openxmlformats.org/drawingml/2006/main">
            <a:off x="609600" y="476250"/>
            <a:ext cx="10858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112B3A"/>
                </a:solidFill>
                <a:latin typeface="Arial"/>
                <a:ea typeface="Arial"/>
                <a:cs typeface="Arial"/>
              </a:defRPr>
            </a:defPPr>
            <a:lvl1pPr algn="l">
              <a:defRPr sz="3150" b="1">
                <a:solidFill>
                  <a:srgbClr val="112B3A"/>
                </a:solidFill>
                <a:latin typeface="Arial"/>
                <a:ea typeface="Arial"/>
                <a:cs typeface="Arial"/>
              </a:defRPr>
            </a:lvl1pPr>
            <a:lvl2pPr algn="l">
              <a:defRPr sz="3150" b="1">
                <a:solidFill>
                  <a:srgbClr val="112B3A"/>
                </a:solidFill>
                <a:latin typeface="Arial"/>
                <a:ea typeface="Arial"/>
                <a:cs typeface="Arial"/>
              </a:defRPr>
            </a:lvl2pPr>
            <a:lvl3pPr algn="l">
              <a:defRPr sz="3150" b="1">
                <a:solidFill>
                  <a:srgbClr val="112B3A"/>
                </a:solidFill>
                <a:latin typeface="Arial"/>
                <a:ea typeface="Arial"/>
                <a:cs typeface="Arial"/>
              </a:defRPr>
            </a:lvl3pPr>
            <a:lvl4pPr algn="l">
              <a:defRPr sz="3150" b="1">
                <a:solidFill>
                  <a:srgbClr val="112B3A"/>
                </a:solidFill>
                <a:latin typeface="Arial"/>
                <a:ea typeface="Arial"/>
                <a:cs typeface="Arial"/>
              </a:defRPr>
            </a:lvl4pPr>
            <a:lvl5pPr algn="l">
              <a:defRPr sz="3150" b="1">
                <a:solidFill>
                  <a:srgbClr val="112B3A"/>
                </a:solidFill>
                <a:latin typeface="Arial"/>
                <a:ea typeface="Arial"/>
                <a:cs typeface="Arial"/>
              </a:defRPr>
            </a:lvl5pPr>
            <a:lvl6pPr algn="l">
              <a:defRPr sz="3150" b="1">
                <a:solidFill>
                  <a:srgbClr val="112B3A"/>
                </a:solidFill>
                <a:latin typeface="Arial"/>
                <a:ea typeface="Arial"/>
                <a:cs typeface="Arial"/>
              </a:defRPr>
            </a:lvl6pPr>
            <a:lvl7pPr algn="l">
              <a:defRPr sz="3150" b="1">
                <a:solidFill>
                  <a:srgbClr val="112B3A"/>
                </a:solidFill>
                <a:latin typeface="Arial"/>
                <a:ea typeface="Arial"/>
                <a:cs typeface="Arial"/>
              </a:defRPr>
            </a:lvl7pPr>
            <a:lvl8pPr algn="l">
              <a:defRPr sz="3150" b="1">
                <a:solidFill>
                  <a:srgbClr val="112B3A"/>
                </a:solidFill>
                <a:latin typeface="Arial"/>
                <a:ea typeface="Arial"/>
                <a:cs typeface="Arial"/>
              </a:defRPr>
            </a:lvl8pPr>
            <a:lvl9pPr algn="l">
              <a:defRPr sz="3150" b="1">
                <a:solidFill>
                  <a:srgbClr val="112B3A"/>
                </a:solidFill>
                <a:latin typeface="Arial"/>
                <a:ea typeface="Arial"/>
                <a:cs typeface="Arial"/>
              </a:defRPr>
            </a:lvl9pPr>
          </a:lstStyle>
          <a:p xmlns:a="http://schemas.openxmlformats.org/drawingml/2006/main">
            <a:pPr algn="l">
              <a:defRPr sz="3150" b="1">
                <a:solidFill>
                  <a:srgbClr val="112B3A"/>
                </a:solidFill>
                <a:latin typeface="Arial"/>
                <a:ea typeface="Arial"/>
                <a:cs typeface="Arial"/>
              </a:defRPr>
            </a:pPr>
            <a:r>
              <a:rPr sz="3150" b="1">
                <a:solidFill>
                  <a:srgbClr val="112B3A"/>
                </a:solidFill>
                <a:latin typeface="Arial"/>
                <a:ea typeface="Arial"/>
                <a:cs typeface="Arial"/>
              </a:rPr>
              <a:t>Phased rollout and expiry</a:t>
            </a:r>
          </a:p>
        </p:txBody>
      </p:sp>
      <p:sp>
        <p:nvSpPr>
          <p:cNvPr id="2" name="18">
            <a:extLst xmlns:a="http://schemas.openxmlformats.org/drawingml/2006/main">
              <a:ext uri="{FF2B5EF4-FFF2-40B4-BE49-F238E27FC236}">
                <a16:creationId xmlns:a16="http://schemas.microsoft.com/office/drawing/2014/main" id="{5BB44A4D-9214-43C2-BB14-2EEDA3B5BF0F}"/>
              </a:ext>
            </a:extLst>
          </p:cNvPr>
          <p:cNvSpPr>
            <a:spLocks xmlns:a="http://schemas.openxmlformats.org/drawingml/2006/main" noGrp="1"/>
          </p:cNvSpPr>
          <p:nvPr/>
        </p:nvSpPr>
        <p:spPr>
          <a:xfrm xmlns:a="http://schemas.openxmlformats.org/drawingml/2006/main">
            <a:off x="11172825" y="641032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0">
                <a:solidFill>
                  <a:srgbClr val="526875"/>
                </a:solidFill>
                <a:latin typeface="Arial"/>
                <a:ea typeface="Arial"/>
                <a:cs typeface="Arial"/>
              </a:defRPr>
            </a:defPPr>
            <a:lvl1pPr algn="r">
              <a:defRPr sz="975" b="0">
                <a:solidFill>
                  <a:srgbClr val="526875"/>
                </a:solidFill>
                <a:latin typeface="Arial"/>
                <a:ea typeface="Arial"/>
                <a:cs typeface="Arial"/>
              </a:defRPr>
            </a:lvl1pPr>
            <a:lvl2pPr algn="r">
              <a:defRPr sz="975" b="0">
                <a:solidFill>
                  <a:srgbClr val="526875"/>
                </a:solidFill>
                <a:latin typeface="Arial"/>
                <a:ea typeface="Arial"/>
                <a:cs typeface="Arial"/>
              </a:defRPr>
            </a:lvl2pPr>
            <a:lvl3pPr algn="r">
              <a:defRPr sz="975" b="0">
                <a:solidFill>
                  <a:srgbClr val="526875"/>
                </a:solidFill>
                <a:latin typeface="Arial"/>
                <a:ea typeface="Arial"/>
                <a:cs typeface="Arial"/>
              </a:defRPr>
            </a:lvl3pPr>
            <a:lvl4pPr algn="r">
              <a:defRPr sz="975" b="0">
                <a:solidFill>
                  <a:srgbClr val="526875"/>
                </a:solidFill>
                <a:latin typeface="Arial"/>
                <a:ea typeface="Arial"/>
                <a:cs typeface="Arial"/>
              </a:defRPr>
            </a:lvl4pPr>
            <a:lvl5pPr algn="r">
              <a:defRPr sz="975" b="0">
                <a:solidFill>
                  <a:srgbClr val="526875"/>
                </a:solidFill>
                <a:latin typeface="Arial"/>
                <a:ea typeface="Arial"/>
                <a:cs typeface="Arial"/>
              </a:defRPr>
            </a:lvl5pPr>
            <a:lvl6pPr algn="r">
              <a:defRPr sz="975" b="0">
                <a:solidFill>
                  <a:srgbClr val="526875"/>
                </a:solidFill>
                <a:latin typeface="Arial"/>
                <a:ea typeface="Arial"/>
                <a:cs typeface="Arial"/>
              </a:defRPr>
            </a:lvl6pPr>
            <a:lvl7pPr algn="r">
              <a:defRPr sz="975" b="0">
                <a:solidFill>
                  <a:srgbClr val="526875"/>
                </a:solidFill>
                <a:latin typeface="Arial"/>
                <a:ea typeface="Arial"/>
                <a:cs typeface="Arial"/>
              </a:defRPr>
            </a:lvl7pPr>
            <a:lvl8pPr algn="r">
              <a:defRPr sz="975" b="0">
                <a:solidFill>
                  <a:srgbClr val="526875"/>
                </a:solidFill>
                <a:latin typeface="Arial"/>
                <a:ea typeface="Arial"/>
                <a:cs typeface="Arial"/>
              </a:defRPr>
            </a:lvl8pPr>
            <a:lvl9pPr algn="r">
              <a:defRPr sz="975" b="0">
                <a:solidFill>
                  <a:srgbClr val="526875"/>
                </a:solidFill>
                <a:latin typeface="Arial"/>
                <a:ea typeface="Arial"/>
                <a:cs typeface="Arial"/>
              </a:defRPr>
            </a:lvl9pPr>
          </a:lstStyle>
          <a:p xmlns:a="http://schemas.openxmlformats.org/drawingml/2006/main">
            <a:pPr algn="r">
              <a:defRPr sz="975" b="0">
                <a:solidFill>
                  <a:srgbClr val="526875"/>
                </a:solidFill>
                <a:latin typeface="Arial"/>
                <a:ea typeface="Arial"/>
                <a:cs typeface="Arial"/>
              </a:defRPr>
            </a:pPr>
            <a:r>
              <a:rPr sz="975" b="0">
                <a:solidFill>
                  <a:srgbClr val="526875"/>
                </a:solidFill>
                <a:latin typeface="Arial"/>
                <a:ea typeface="Arial"/>
                <a:cs typeface="Arial"/>
              </a:rPr>
              <a:t>18</a:t>
            </a:r>
          </a:p>
        </p:txBody>
      </p:sp>
      <p:sp>
        <p:nvSpPr>
          <p:cNvPr id="3" name="AUDIT">
            <a:extLst xmlns:a="http://schemas.openxmlformats.org/drawingml/2006/main">
              <a:ext uri="{FF2B5EF4-FFF2-40B4-BE49-F238E27FC236}">
                <a16:creationId xmlns:a16="http://schemas.microsoft.com/office/drawing/2014/main" id="{773AC713-7051-40B1-9A3C-F8060C8B17EC}"/>
              </a:ext>
            </a:extLst>
          </p:cNvPr>
          <p:cNvSpPr>
            <a:spLocks xmlns:a="http://schemas.openxmlformats.org/drawingml/2006/main" noGrp="1"/>
          </p:cNvSpPr>
          <p:nvPr/>
        </p:nvSpPr>
        <p:spPr>
          <a:xfrm xmlns:a="http://schemas.openxmlformats.org/drawingml/2006/main">
            <a:off x="704850" y="2343150"/>
            <a:ext cx="333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300" b="1">
                <a:solidFill>
                  <a:srgbClr val="12846B"/>
                </a:solidFill>
                <a:latin typeface="Arial"/>
                <a:ea typeface="Arial"/>
                <a:cs typeface="Arial"/>
              </a:defRPr>
            </a:defPPr>
            <a:lvl1pPr algn="l">
              <a:defRPr sz="3300" b="1">
                <a:solidFill>
                  <a:srgbClr val="12846B"/>
                </a:solidFill>
                <a:latin typeface="Arial"/>
                <a:ea typeface="Arial"/>
                <a:cs typeface="Arial"/>
              </a:defRPr>
            </a:lvl1pPr>
            <a:lvl2pPr algn="l">
              <a:defRPr sz="3300" b="1">
                <a:solidFill>
                  <a:srgbClr val="12846B"/>
                </a:solidFill>
                <a:latin typeface="Arial"/>
                <a:ea typeface="Arial"/>
                <a:cs typeface="Arial"/>
              </a:defRPr>
            </a:lvl2pPr>
            <a:lvl3pPr algn="l">
              <a:defRPr sz="3300" b="1">
                <a:solidFill>
                  <a:srgbClr val="12846B"/>
                </a:solidFill>
                <a:latin typeface="Arial"/>
                <a:ea typeface="Arial"/>
                <a:cs typeface="Arial"/>
              </a:defRPr>
            </a:lvl3pPr>
            <a:lvl4pPr algn="l">
              <a:defRPr sz="3300" b="1">
                <a:solidFill>
                  <a:srgbClr val="12846B"/>
                </a:solidFill>
                <a:latin typeface="Arial"/>
                <a:ea typeface="Arial"/>
                <a:cs typeface="Arial"/>
              </a:defRPr>
            </a:lvl4pPr>
            <a:lvl5pPr algn="l">
              <a:defRPr sz="3300" b="1">
                <a:solidFill>
                  <a:srgbClr val="12846B"/>
                </a:solidFill>
                <a:latin typeface="Arial"/>
                <a:ea typeface="Arial"/>
                <a:cs typeface="Arial"/>
              </a:defRPr>
            </a:lvl5pPr>
            <a:lvl6pPr algn="l">
              <a:defRPr sz="3300" b="1">
                <a:solidFill>
                  <a:srgbClr val="12846B"/>
                </a:solidFill>
                <a:latin typeface="Arial"/>
                <a:ea typeface="Arial"/>
                <a:cs typeface="Arial"/>
              </a:defRPr>
            </a:lvl6pPr>
            <a:lvl7pPr algn="l">
              <a:defRPr sz="3300" b="1">
                <a:solidFill>
                  <a:srgbClr val="12846B"/>
                </a:solidFill>
                <a:latin typeface="Arial"/>
                <a:ea typeface="Arial"/>
                <a:cs typeface="Arial"/>
              </a:defRPr>
            </a:lvl7pPr>
            <a:lvl8pPr algn="l">
              <a:defRPr sz="3300" b="1">
                <a:solidFill>
                  <a:srgbClr val="12846B"/>
                </a:solidFill>
                <a:latin typeface="Arial"/>
                <a:ea typeface="Arial"/>
                <a:cs typeface="Arial"/>
              </a:defRPr>
            </a:lvl8pPr>
            <a:lvl9pPr algn="l">
              <a:defRPr sz="3300" b="1">
                <a:solidFill>
                  <a:srgbClr val="12846B"/>
                </a:solidFill>
                <a:latin typeface="Arial"/>
                <a:ea typeface="Arial"/>
                <a:cs typeface="Arial"/>
              </a:defRPr>
            </a:lvl9pPr>
          </a:lstStyle>
          <a:p xmlns:a="http://schemas.openxmlformats.org/drawingml/2006/main">
            <a:pPr algn="l">
              <a:defRPr sz="3300" b="1">
                <a:solidFill>
                  <a:srgbClr val="12846B"/>
                </a:solidFill>
                <a:latin typeface="Arial"/>
                <a:ea typeface="Arial"/>
                <a:cs typeface="Arial"/>
              </a:defRPr>
            </a:pPr>
            <a:r>
              <a:rPr sz="3300" b="1">
                <a:solidFill>
                  <a:srgbClr val="12846B"/>
                </a:solidFill>
                <a:latin typeface="Arial"/>
                <a:ea typeface="Arial"/>
                <a:cs typeface="Arial"/>
              </a:rPr>
              <a:t>AUDIT</a:t>
            </a:r>
          </a:p>
        </p:txBody>
      </p:sp>
      <p:sp>
        <p:nvSpPr>
          <p:cNvPr id="4" name="diagram-boundary">
            <a:extLst xmlns:a="http://schemas.openxmlformats.org/drawingml/2006/main">
              <a:ext uri="{FF2B5EF4-FFF2-40B4-BE49-F238E27FC236}">
                <a16:creationId xmlns:a16="http://schemas.microsoft.com/office/drawing/2014/main" id="{8E2494B2-BF99-4B07-8C4F-4D04C921BA63}"/>
              </a:ext>
            </a:extLst>
          </p:cNvPr>
          <p:cNvSpPr>
            <a:spLocks xmlns:a="http://schemas.openxmlformats.org/drawingml/2006/main" noGrp="1"/>
          </p:cNvSpPr>
          <p:nvPr/>
        </p:nvSpPr>
        <p:spPr>
          <a:xfrm xmlns:a="http://schemas.openxmlformats.org/drawingml/2006/main">
            <a:off x="704850" y="3152775"/>
            <a:ext cx="3219450" cy="19050"/>
          </a:xfrm>
          <a:prstGeom xmlns:a="http://schemas.openxmlformats.org/drawingml/2006/main" prst="rect">
            <a:avLst/>
          </a:prstGeom>
          <a:solidFill xmlns:a="http://schemas.openxmlformats.org/drawingml/2006/main">
            <a:srgbClr val="D7DCD8"/>
          </a:solidFill>
          <a:ln xmlns:a="http://schemas.openxmlformats.org/drawingml/2006/main" w="0">
            <a:noFill/>
            <a:prstDash val="solid"/>
          </a:ln>
        </p:spPr>
      </p:sp>
      <p:sp>
        <p:nvSpPr>
          <p:cNvPr id="5" name="Observe violations">
            <a:extLst xmlns:a="http://schemas.openxmlformats.org/drawingml/2006/main">
              <a:ext uri="{FF2B5EF4-FFF2-40B4-BE49-F238E27FC236}">
                <a16:creationId xmlns:a16="http://schemas.microsoft.com/office/drawing/2014/main" id="{F0AE3470-93E5-4A2E-B67E-97F93C03DAEB}"/>
              </a:ext>
            </a:extLst>
          </p:cNvPr>
          <p:cNvSpPr>
            <a:spLocks xmlns:a="http://schemas.openxmlformats.org/drawingml/2006/main" noGrp="1"/>
          </p:cNvSpPr>
          <p:nvPr/>
        </p:nvSpPr>
        <p:spPr>
          <a:xfrm xmlns:a="http://schemas.openxmlformats.org/drawingml/2006/main">
            <a:off x="704850" y="3476625"/>
            <a:ext cx="328612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112B3A"/>
                </a:solidFill>
                <a:latin typeface="Arial"/>
                <a:ea typeface="Arial"/>
                <a:cs typeface="Arial"/>
              </a:defRPr>
            </a:defPPr>
            <a:lvl1pPr algn="l">
              <a:defRPr sz="2100" b="0">
                <a:solidFill>
                  <a:srgbClr val="112B3A"/>
                </a:solidFill>
                <a:latin typeface="Arial"/>
                <a:ea typeface="Arial"/>
                <a:cs typeface="Arial"/>
              </a:defRPr>
            </a:lvl1pPr>
            <a:lvl2pPr algn="l">
              <a:defRPr sz="2100" b="0">
                <a:solidFill>
                  <a:srgbClr val="112B3A"/>
                </a:solidFill>
                <a:latin typeface="Arial"/>
                <a:ea typeface="Arial"/>
                <a:cs typeface="Arial"/>
              </a:defRPr>
            </a:lvl2pPr>
            <a:lvl3pPr algn="l">
              <a:defRPr sz="2100" b="0">
                <a:solidFill>
                  <a:srgbClr val="112B3A"/>
                </a:solidFill>
                <a:latin typeface="Arial"/>
                <a:ea typeface="Arial"/>
                <a:cs typeface="Arial"/>
              </a:defRPr>
            </a:lvl3pPr>
            <a:lvl4pPr algn="l">
              <a:defRPr sz="2100" b="0">
                <a:solidFill>
                  <a:srgbClr val="112B3A"/>
                </a:solidFill>
                <a:latin typeface="Arial"/>
                <a:ea typeface="Arial"/>
                <a:cs typeface="Arial"/>
              </a:defRPr>
            </a:lvl4pPr>
            <a:lvl5pPr algn="l">
              <a:defRPr sz="2100" b="0">
                <a:solidFill>
                  <a:srgbClr val="112B3A"/>
                </a:solidFill>
                <a:latin typeface="Arial"/>
                <a:ea typeface="Arial"/>
                <a:cs typeface="Arial"/>
              </a:defRPr>
            </a:lvl5pPr>
            <a:lvl6pPr algn="l">
              <a:defRPr sz="2100" b="0">
                <a:solidFill>
                  <a:srgbClr val="112B3A"/>
                </a:solidFill>
                <a:latin typeface="Arial"/>
                <a:ea typeface="Arial"/>
                <a:cs typeface="Arial"/>
              </a:defRPr>
            </a:lvl6pPr>
            <a:lvl7pPr algn="l">
              <a:defRPr sz="2100" b="0">
                <a:solidFill>
                  <a:srgbClr val="112B3A"/>
                </a:solidFill>
                <a:latin typeface="Arial"/>
                <a:ea typeface="Arial"/>
                <a:cs typeface="Arial"/>
              </a:defRPr>
            </a:lvl7pPr>
            <a:lvl8pPr algn="l">
              <a:defRPr sz="2100" b="0">
                <a:solidFill>
                  <a:srgbClr val="112B3A"/>
                </a:solidFill>
                <a:latin typeface="Arial"/>
                <a:ea typeface="Arial"/>
                <a:cs typeface="Arial"/>
              </a:defRPr>
            </a:lvl8pPr>
            <a:lvl9pPr algn="l">
              <a:defRPr sz="2100" b="0">
                <a:solidFill>
                  <a:srgbClr val="112B3A"/>
                </a:solidFill>
                <a:latin typeface="Arial"/>
                <a:ea typeface="Arial"/>
                <a:cs typeface="Arial"/>
              </a:defRPr>
            </a:lvl9pPr>
          </a:lstStyle>
          <a:p xmlns:a="http://schemas.openxmlformats.org/drawingml/2006/main">
            <a:pPr algn="l">
              <a:defRPr sz="2100" b="0">
                <a:solidFill>
                  <a:srgbClr val="112B3A"/>
                </a:solidFill>
                <a:latin typeface="Arial"/>
                <a:ea typeface="Arial"/>
                <a:cs typeface="Arial"/>
              </a:defRPr>
            </a:pPr>
            <a:r>
              <a:rPr sz="2100" b="0">
                <a:solidFill>
                  <a:srgbClr val="112B3A"/>
                </a:solidFill>
                <a:latin typeface="Arial"/>
                <a:ea typeface="Arial"/>
                <a:cs typeface="Arial"/>
              </a:rPr>
              <a:t>Observe violations</a:t>
            </a:r>
          </a:p>
        </p:txBody>
      </p:sp>
      <p:sp>
        <p:nvSpPr>
          <p:cNvPr id="6" name="→">
            <a:extLst xmlns:a="http://schemas.openxmlformats.org/drawingml/2006/main">
              <a:ext uri="{FF2B5EF4-FFF2-40B4-BE49-F238E27FC236}">
                <a16:creationId xmlns:a16="http://schemas.microsoft.com/office/drawing/2014/main" id="{4BFC24BA-64CD-422B-83D9-A7137A33FED4}"/>
              </a:ext>
            </a:extLst>
          </p:cNvPr>
          <p:cNvSpPr>
            <a:spLocks xmlns:a="http://schemas.openxmlformats.org/drawingml/2006/main" noGrp="1"/>
          </p:cNvSpPr>
          <p:nvPr/>
        </p:nvSpPr>
        <p:spPr>
          <a:xfrm xmlns:a="http://schemas.openxmlformats.org/drawingml/2006/main">
            <a:off x="3895725" y="2457450"/>
            <a:ext cx="590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850" b="1">
                <a:solidFill>
                  <a:srgbClr val="526875"/>
                </a:solidFill>
                <a:latin typeface="Arial"/>
                <a:ea typeface="Arial"/>
                <a:cs typeface="Arial"/>
              </a:defRPr>
            </a:defPPr>
            <a:lvl1pPr algn="ctr">
              <a:defRPr sz="2850" b="1">
                <a:solidFill>
                  <a:srgbClr val="526875"/>
                </a:solidFill>
                <a:latin typeface="Arial"/>
                <a:ea typeface="Arial"/>
                <a:cs typeface="Arial"/>
              </a:defRPr>
            </a:lvl1pPr>
            <a:lvl2pPr algn="ctr">
              <a:defRPr sz="2850" b="1">
                <a:solidFill>
                  <a:srgbClr val="526875"/>
                </a:solidFill>
                <a:latin typeface="Arial"/>
                <a:ea typeface="Arial"/>
                <a:cs typeface="Arial"/>
              </a:defRPr>
            </a:lvl2pPr>
            <a:lvl3pPr algn="ctr">
              <a:defRPr sz="2850" b="1">
                <a:solidFill>
                  <a:srgbClr val="526875"/>
                </a:solidFill>
                <a:latin typeface="Arial"/>
                <a:ea typeface="Arial"/>
                <a:cs typeface="Arial"/>
              </a:defRPr>
            </a:lvl3pPr>
            <a:lvl4pPr algn="ctr">
              <a:defRPr sz="2850" b="1">
                <a:solidFill>
                  <a:srgbClr val="526875"/>
                </a:solidFill>
                <a:latin typeface="Arial"/>
                <a:ea typeface="Arial"/>
                <a:cs typeface="Arial"/>
              </a:defRPr>
            </a:lvl4pPr>
            <a:lvl5pPr algn="ctr">
              <a:defRPr sz="2850" b="1">
                <a:solidFill>
                  <a:srgbClr val="526875"/>
                </a:solidFill>
                <a:latin typeface="Arial"/>
                <a:ea typeface="Arial"/>
                <a:cs typeface="Arial"/>
              </a:defRPr>
            </a:lvl5pPr>
            <a:lvl6pPr algn="ctr">
              <a:defRPr sz="2850" b="1">
                <a:solidFill>
                  <a:srgbClr val="526875"/>
                </a:solidFill>
                <a:latin typeface="Arial"/>
                <a:ea typeface="Arial"/>
                <a:cs typeface="Arial"/>
              </a:defRPr>
            </a:lvl6pPr>
            <a:lvl7pPr algn="ctr">
              <a:defRPr sz="2850" b="1">
                <a:solidFill>
                  <a:srgbClr val="526875"/>
                </a:solidFill>
                <a:latin typeface="Arial"/>
                <a:ea typeface="Arial"/>
                <a:cs typeface="Arial"/>
              </a:defRPr>
            </a:lvl7pPr>
            <a:lvl8pPr algn="ctr">
              <a:defRPr sz="2850" b="1">
                <a:solidFill>
                  <a:srgbClr val="526875"/>
                </a:solidFill>
                <a:latin typeface="Arial"/>
                <a:ea typeface="Arial"/>
                <a:cs typeface="Arial"/>
              </a:defRPr>
            </a:lvl8pPr>
            <a:lvl9pPr algn="ctr">
              <a:defRPr sz="2850" b="1">
                <a:solidFill>
                  <a:srgbClr val="526875"/>
                </a:solidFill>
                <a:latin typeface="Arial"/>
                <a:ea typeface="Arial"/>
                <a:cs typeface="Arial"/>
              </a:defRPr>
            </a:lvl9pPr>
          </a:lstStyle>
          <a:p xmlns:a="http://schemas.openxmlformats.org/drawingml/2006/main">
            <a:pPr algn="ctr">
              <a:defRPr sz="2850" b="1">
                <a:solidFill>
                  <a:srgbClr val="526875"/>
                </a:solidFill>
                <a:latin typeface="Arial"/>
                <a:ea typeface="Arial"/>
                <a:cs typeface="Arial"/>
              </a:defRPr>
            </a:pPr>
            <a:r>
              <a:rPr sz="2850" b="1">
                <a:solidFill>
                  <a:srgbClr val="526875"/>
                </a:solidFill>
                <a:latin typeface="Arial"/>
                <a:ea typeface="Arial"/>
                <a:cs typeface="Arial"/>
              </a:rPr>
              <a:t>→</a:t>
            </a:r>
          </a:p>
        </p:txBody>
      </p:sp>
      <p:sp>
        <p:nvSpPr>
          <p:cNvPr id="7" name="WARN">
            <a:extLst xmlns:a="http://schemas.openxmlformats.org/drawingml/2006/main">
              <a:ext uri="{FF2B5EF4-FFF2-40B4-BE49-F238E27FC236}">
                <a16:creationId xmlns:a16="http://schemas.microsoft.com/office/drawing/2014/main" id="{1BDC405D-39E5-4EB8-B27E-24FC11EFD019}"/>
              </a:ext>
            </a:extLst>
          </p:cNvPr>
          <p:cNvSpPr>
            <a:spLocks xmlns:a="http://schemas.openxmlformats.org/drawingml/2006/main" noGrp="1"/>
          </p:cNvSpPr>
          <p:nvPr/>
        </p:nvSpPr>
        <p:spPr>
          <a:xfrm xmlns:a="http://schemas.openxmlformats.org/drawingml/2006/main">
            <a:off x="4514850" y="2343150"/>
            <a:ext cx="333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300" b="1">
                <a:solidFill>
                  <a:srgbClr val="D99524"/>
                </a:solidFill>
                <a:latin typeface="Arial"/>
                <a:ea typeface="Arial"/>
                <a:cs typeface="Arial"/>
              </a:defRPr>
            </a:defPPr>
            <a:lvl1pPr algn="l">
              <a:defRPr sz="3300" b="1">
                <a:solidFill>
                  <a:srgbClr val="D99524"/>
                </a:solidFill>
                <a:latin typeface="Arial"/>
                <a:ea typeface="Arial"/>
                <a:cs typeface="Arial"/>
              </a:defRPr>
            </a:lvl1pPr>
            <a:lvl2pPr algn="l">
              <a:defRPr sz="3300" b="1">
                <a:solidFill>
                  <a:srgbClr val="D99524"/>
                </a:solidFill>
                <a:latin typeface="Arial"/>
                <a:ea typeface="Arial"/>
                <a:cs typeface="Arial"/>
              </a:defRPr>
            </a:lvl2pPr>
            <a:lvl3pPr algn="l">
              <a:defRPr sz="3300" b="1">
                <a:solidFill>
                  <a:srgbClr val="D99524"/>
                </a:solidFill>
                <a:latin typeface="Arial"/>
                <a:ea typeface="Arial"/>
                <a:cs typeface="Arial"/>
              </a:defRPr>
            </a:lvl3pPr>
            <a:lvl4pPr algn="l">
              <a:defRPr sz="3300" b="1">
                <a:solidFill>
                  <a:srgbClr val="D99524"/>
                </a:solidFill>
                <a:latin typeface="Arial"/>
                <a:ea typeface="Arial"/>
                <a:cs typeface="Arial"/>
              </a:defRPr>
            </a:lvl4pPr>
            <a:lvl5pPr algn="l">
              <a:defRPr sz="3300" b="1">
                <a:solidFill>
                  <a:srgbClr val="D99524"/>
                </a:solidFill>
                <a:latin typeface="Arial"/>
                <a:ea typeface="Arial"/>
                <a:cs typeface="Arial"/>
              </a:defRPr>
            </a:lvl5pPr>
            <a:lvl6pPr algn="l">
              <a:defRPr sz="3300" b="1">
                <a:solidFill>
                  <a:srgbClr val="D99524"/>
                </a:solidFill>
                <a:latin typeface="Arial"/>
                <a:ea typeface="Arial"/>
                <a:cs typeface="Arial"/>
              </a:defRPr>
            </a:lvl6pPr>
            <a:lvl7pPr algn="l">
              <a:defRPr sz="3300" b="1">
                <a:solidFill>
                  <a:srgbClr val="D99524"/>
                </a:solidFill>
                <a:latin typeface="Arial"/>
                <a:ea typeface="Arial"/>
                <a:cs typeface="Arial"/>
              </a:defRPr>
            </a:lvl7pPr>
            <a:lvl8pPr algn="l">
              <a:defRPr sz="3300" b="1">
                <a:solidFill>
                  <a:srgbClr val="D99524"/>
                </a:solidFill>
                <a:latin typeface="Arial"/>
                <a:ea typeface="Arial"/>
                <a:cs typeface="Arial"/>
              </a:defRPr>
            </a:lvl8pPr>
            <a:lvl9pPr algn="l">
              <a:defRPr sz="3300" b="1">
                <a:solidFill>
                  <a:srgbClr val="D99524"/>
                </a:solidFill>
                <a:latin typeface="Arial"/>
                <a:ea typeface="Arial"/>
                <a:cs typeface="Arial"/>
              </a:defRPr>
            </a:lvl9pPr>
          </a:lstStyle>
          <a:p xmlns:a="http://schemas.openxmlformats.org/drawingml/2006/main">
            <a:pPr algn="l">
              <a:defRPr sz="3300" b="1">
                <a:solidFill>
                  <a:srgbClr val="D99524"/>
                </a:solidFill>
                <a:latin typeface="Arial"/>
                <a:ea typeface="Arial"/>
                <a:cs typeface="Arial"/>
              </a:defRPr>
            </a:pPr>
            <a:r>
              <a:rPr sz="3300" b="1">
                <a:solidFill>
                  <a:srgbClr val="D99524"/>
                </a:solidFill>
                <a:latin typeface="Arial"/>
                <a:ea typeface="Arial"/>
                <a:cs typeface="Arial"/>
              </a:rPr>
              <a:t>WARN</a:t>
            </a:r>
          </a:p>
        </p:txBody>
      </p:sp>
      <p:sp>
        <p:nvSpPr>
          <p:cNvPr id="8" name="diagram-boundary">
            <a:extLst xmlns:a="http://schemas.openxmlformats.org/drawingml/2006/main">
              <a:ext uri="{FF2B5EF4-FFF2-40B4-BE49-F238E27FC236}">
                <a16:creationId xmlns:a16="http://schemas.microsoft.com/office/drawing/2014/main" id="{4361AC18-81C4-4B19-A1E3-66942F988221}"/>
              </a:ext>
            </a:extLst>
          </p:cNvPr>
          <p:cNvSpPr>
            <a:spLocks xmlns:a="http://schemas.openxmlformats.org/drawingml/2006/main" noGrp="1"/>
          </p:cNvSpPr>
          <p:nvPr/>
        </p:nvSpPr>
        <p:spPr>
          <a:xfrm xmlns:a="http://schemas.openxmlformats.org/drawingml/2006/main">
            <a:off x="4514850" y="3152775"/>
            <a:ext cx="3219450" cy="19050"/>
          </a:xfrm>
          <a:prstGeom xmlns:a="http://schemas.openxmlformats.org/drawingml/2006/main" prst="rect">
            <a:avLst/>
          </a:prstGeom>
          <a:solidFill xmlns:a="http://schemas.openxmlformats.org/drawingml/2006/main">
            <a:srgbClr val="D7DCD8"/>
          </a:solidFill>
          <a:ln xmlns:a="http://schemas.openxmlformats.org/drawingml/2006/main" w="0">
            <a:noFill/>
            <a:prstDash val="solid"/>
          </a:ln>
        </p:spPr>
      </p:sp>
      <p:sp>
        <p:nvSpPr>
          <p:cNvPr id="9" name="Review impact">
            <a:extLst xmlns:a="http://schemas.openxmlformats.org/drawingml/2006/main">
              <a:ext uri="{FF2B5EF4-FFF2-40B4-BE49-F238E27FC236}">
                <a16:creationId xmlns:a16="http://schemas.microsoft.com/office/drawing/2014/main" id="{C90F46AF-8574-47F8-9255-20E972B95E61}"/>
              </a:ext>
            </a:extLst>
          </p:cNvPr>
          <p:cNvSpPr>
            <a:spLocks xmlns:a="http://schemas.openxmlformats.org/drawingml/2006/main" noGrp="1"/>
          </p:cNvSpPr>
          <p:nvPr/>
        </p:nvSpPr>
        <p:spPr>
          <a:xfrm xmlns:a="http://schemas.openxmlformats.org/drawingml/2006/main">
            <a:off x="4514850" y="3476625"/>
            <a:ext cx="328612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112B3A"/>
                </a:solidFill>
                <a:latin typeface="Arial"/>
                <a:ea typeface="Arial"/>
                <a:cs typeface="Arial"/>
              </a:defRPr>
            </a:defPPr>
            <a:lvl1pPr algn="l">
              <a:defRPr sz="2100" b="0">
                <a:solidFill>
                  <a:srgbClr val="112B3A"/>
                </a:solidFill>
                <a:latin typeface="Arial"/>
                <a:ea typeface="Arial"/>
                <a:cs typeface="Arial"/>
              </a:defRPr>
            </a:lvl1pPr>
            <a:lvl2pPr algn="l">
              <a:defRPr sz="2100" b="0">
                <a:solidFill>
                  <a:srgbClr val="112B3A"/>
                </a:solidFill>
                <a:latin typeface="Arial"/>
                <a:ea typeface="Arial"/>
                <a:cs typeface="Arial"/>
              </a:defRPr>
            </a:lvl2pPr>
            <a:lvl3pPr algn="l">
              <a:defRPr sz="2100" b="0">
                <a:solidFill>
                  <a:srgbClr val="112B3A"/>
                </a:solidFill>
                <a:latin typeface="Arial"/>
                <a:ea typeface="Arial"/>
                <a:cs typeface="Arial"/>
              </a:defRPr>
            </a:lvl3pPr>
            <a:lvl4pPr algn="l">
              <a:defRPr sz="2100" b="0">
                <a:solidFill>
                  <a:srgbClr val="112B3A"/>
                </a:solidFill>
                <a:latin typeface="Arial"/>
                <a:ea typeface="Arial"/>
                <a:cs typeface="Arial"/>
              </a:defRPr>
            </a:lvl4pPr>
            <a:lvl5pPr algn="l">
              <a:defRPr sz="2100" b="0">
                <a:solidFill>
                  <a:srgbClr val="112B3A"/>
                </a:solidFill>
                <a:latin typeface="Arial"/>
                <a:ea typeface="Arial"/>
                <a:cs typeface="Arial"/>
              </a:defRPr>
            </a:lvl5pPr>
            <a:lvl6pPr algn="l">
              <a:defRPr sz="2100" b="0">
                <a:solidFill>
                  <a:srgbClr val="112B3A"/>
                </a:solidFill>
                <a:latin typeface="Arial"/>
                <a:ea typeface="Arial"/>
                <a:cs typeface="Arial"/>
              </a:defRPr>
            </a:lvl6pPr>
            <a:lvl7pPr algn="l">
              <a:defRPr sz="2100" b="0">
                <a:solidFill>
                  <a:srgbClr val="112B3A"/>
                </a:solidFill>
                <a:latin typeface="Arial"/>
                <a:ea typeface="Arial"/>
                <a:cs typeface="Arial"/>
              </a:defRPr>
            </a:lvl7pPr>
            <a:lvl8pPr algn="l">
              <a:defRPr sz="2100" b="0">
                <a:solidFill>
                  <a:srgbClr val="112B3A"/>
                </a:solidFill>
                <a:latin typeface="Arial"/>
                <a:ea typeface="Arial"/>
                <a:cs typeface="Arial"/>
              </a:defRPr>
            </a:lvl8pPr>
            <a:lvl9pPr algn="l">
              <a:defRPr sz="2100" b="0">
                <a:solidFill>
                  <a:srgbClr val="112B3A"/>
                </a:solidFill>
                <a:latin typeface="Arial"/>
                <a:ea typeface="Arial"/>
                <a:cs typeface="Arial"/>
              </a:defRPr>
            </a:lvl9pPr>
          </a:lstStyle>
          <a:p xmlns:a="http://schemas.openxmlformats.org/drawingml/2006/main">
            <a:pPr algn="l">
              <a:defRPr sz="2100" b="0">
                <a:solidFill>
                  <a:srgbClr val="112B3A"/>
                </a:solidFill>
                <a:latin typeface="Arial"/>
                <a:ea typeface="Arial"/>
                <a:cs typeface="Arial"/>
              </a:defRPr>
            </a:pPr>
            <a:r>
              <a:rPr sz="2100" b="0">
                <a:solidFill>
                  <a:srgbClr val="112B3A"/>
                </a:solidFill>
                <a:latin typeface="Arial"/>
                <a:ea typeface="Arial"/>
                <a:cs typeface="Arial"/>
              </a:rPr>
              <a:t>Review impact</a:t>
            </a:r>
          </a:p>
        </p:txBody>
      </p:sp>
      <p:sp>
        <p:nvSpPr>
          <p:cNvPr id="10" name="→">
            <a:extLst xmlns:a="http://schemas.openxmlformats.org/drawingml/2006/main">
              <a:ext uri="{FF2B5EF4-FFF2-40B4-BE49-F238E27FC236}">
                <a16:creationId xmlns:a16="http://schemas.microsoft.com/office/drawing/2014/main" id="{E3CA4B5D-7837-4256-8DB3-914E9A65B6AA}"/>
              </a:ext>
            </a:extLst>
          </p:cNvPr>
          <p:cNvSpPr>
            <a:spLocks xmlns:a="http://schemas.openxmlformats.org/drawingml/2006/main" noGrp="1"/>
          </p:cNvSpPr>
          <p:nvPr/>
        </p:nvSpPr>
        <p:spPr>
          <a:xfrm xmlns:a="http://schemas.openxmlformats.org/drawingml/2006/main">
            <a:off x="7705725" y="2457450"/>
            <a:ext cx="590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850" b="1">
                <a:solidFill>
                  <a:srgbClr val="526875"/>
                </a:solidFill>
                <a:latin typeface="Arial"/>
                <a:ea typeface="Arial"/>
                <a:cs typeface="Arial"/>
              </a:defRPr>
            </a:defPPr>
            <a:lvl1pPr algn="ctr">
              <a:defRPr sz="2850" b="1">
                <a:solidFill>
                  <a:srgbClr val="526875"/>
                </a:solidFill>
                <a:latin typeface="Arial"/>
                <a:ea typeface="Arial"/>
                <a:cs typeface="Arial"/>
              </a:defRPr>
            </a:lvl1pPr>
            <a:lvl2pPr algn="ctr">
              <a:defRPr sz="2850" b="1">
                <a:solidFill>
                  <a:srgbClr val="526875"/>
                </a:solidFill>
                <a:latin typeface="Arial"/>
                <a:ea typeface="Arial"/>
                <a:cs typeface="Arial"/>
              </a:defRPr>
            </a:lvl2pPr>
            <a:lvl3pPr algn="ctr">
              <a:defRPr sz="2850" b="1">
                <a:solidFill>
                  <a:srgbClr val="526875"/>
                </a:solidFill>
                <a:latin typeface="Arial"/>
                <a:ea typeface="Arial"/>
                <a:cs typeface="Arial"/>
              </a:defRPr>
            </a:lvl3pPr>
            <a:lvl4pPr algn="ctr">
              <a:defRPr sz="2850" b="1">
                <a:solidFill>
                  <a:srgbClr val="526875"/>
                </a:solidFill>
                <a:latin typeface="Arial"/>
                <a:ea typeface="Arial"/>
                <a:cs typeface="Arial"/>
              </a:defRPr>
            </a:lvl4pPr>
            <a:lvl5pPr algn="ctr">
              <a:defRPr sz="2850" b="1">
                <a:solidFill>
                  <a:srgbClr val="526875"/>
                </a:solidFill>
                <a:latin typeface="Arial"/>
                <a:ea typeface="Arial"/>
                <a:cs typeface="Arial"/>
              </a:defRPr>
            </a:lvl5pPr>
            <a:lvl6pPr algn="ctr">
              <a:defRPr sz="2850" b="1">
                <a:solidFill>
                  <a:srgbClr val="526875"/>
                </a:solidFill>
                <a:latin typeface="Arial"/>
                <a:ea typeface="Arial"/>
                <a:cs typeface="Arial"/>
              </a:defRPr>
            </a:lvl6pPr>
            <a:lvl7pPr algn="ctr">
              <a:defRPr sz="2850" b="1">
                <a:solidFill>
                  <a:srgbClr val="526875"/>
                </a:solidFill>
                <a:latin typeface="Arial"/>
                <a:ea typeface="Arial"/>
                <a:cs typeface="Arial"/>
              </a:defRPr>
            </a:lvl7pPr>
            <a:lvl8pPr algn="ctr">
              <a:defRPr sz="2850" b="1">
                <a:solidFill>
                  <a:srgbClr val="526875"/>
                </a:solidFill>
                <a:latin typeface="Arial"/>
                <a:ea typeface="Arial"/>
                <a:cs typeface="Arial"/>
              </a:defRPr>
            </a:lvl8pPr>
            <a:lvl9pPr algn="ctr">
              <a:defRPr sz="2850" b="1">
                <a:solidFill>
                  <a:srgbClr val="526875"/>
                </a:solidFill>
                <a:latin typeface="Arial"/>
                <a:ea typeface="Arial"/>
                <a:cs typeface="Arial"/>
              </a:defRPr>
            </a:lvl9pPr>
          </a:lstStyle>
          <a:p xmlns:a="http://schemas.openxmlformats.org/drawingml/2006/main">
            <a:pPr algn="ctr">
              <a:defRPr sz="2850" b="1">
                <a:solidFill>
                  <a:srgbClr val="526875"/>
                </a:solidFill>
                <a:latin typeface="Arial"/>
                <a:ea typeface="Arial"/>
                <a:cs typeface="Arial"/>
              </a:defRPr>
            </a:pPr>
            <a:r>
              <a:rPr sz="2850" b="1">
                <a:solidFill>
                  <a:srgbClr val="526875"/>
                </a:solidFill>
                <a:latin typeface="Arial"/>
                <a:ea typeface="Arial"/>
                <a:cs typeface="Arial"/>
              </a:rPr>
              <a:t>→</a:t>
            </a:r>
          </a:p>
        </p:txBody>
      </p:sp>
      <p:sp>
        <p:nvSpPr>
          <p:cNvPr id="11" name="DENY">
            <a:extLst xmlns:a="http://schemas.openxmlformats.org/drawingml/2006/main">
              <a:ext uri="{FF2B5EF4-FFF2-40B4-BE49-F238E27FC236}">
                <a16:creationId xmlns:a16="http://schemas.microsoft.com/office/drawing/2014/main" id="{1D30100A-3885-4B20-AD44-17BF5D8010E1}"/>
              </a:ext>
            </a:extLst>
          </p:cNvPr>
          <p:cNvSpPr>
            <a:spLocks xmlns:a="http://schemas.openxmlformats.org/drawingml/2006/main" noGrp="1"/>
          </p:cNvSpPr>
          <p:nvPr/>
        </p:nvSpPr>
        <p:spPr>
          <a:xfrm xmlns:a="http://schemas.openxmlformats.org/drawingml/2006/main">
            <a:off x="8324850" y="2343150"/>
            <a:ext cx="333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300" b="1">
                <a:solidFill>
                  <a:srgbClr val="F7785D"/>
                </a:solidFill>
                <a:latin typeface="Arial"/>
                <a:ea typeface="Arial"/>
                <a:cs typeface="Arial"/>
              </a:defRPr>
            </a:defPPr>
            <a:lvl1pPr algn="l">
              <a:defRPr sz="3300" b="1">
                <a:solidFill>
                  <a:srgbClr val="F7785D"/>
                </a:solidFill>
                <a:latin typeface="Arial"/>
                <a:ea typeface="Arial"/>
                <a:cs typeface="Arial"/>
              </a:defRPr>
            </a:lvl1pPr>
            <a:lvl2pPr algn="l">
              <a:defRPr sz="3300" b="1">
                <a:solidFill>
                  <a:srgbClr val="F7785D"/>
                </a:solidFill>
                <a:latin typeface="Arial"/>
                <a:ea typeface="Arial"/>
                <a:cs typeface="Arial"/>
              </a:defRPr>
            </a:lvl2pPr>
            <a:lvl3pPr algn="l">
              <a:defRPr sz="3300" b="1">
                <a:solidFill>
                  <a:srgbClr val="F7785D"/>
                </a:solidFill>
                <a:latin typeface="Arial"/>
                <a:ea typeface="Arial"/>
                <a:cs typeface="Arial"/>
              </a:defRPr>
            </a:lvl3pPr>
            <a:lvl4pPr algn="l">
              <a:defRPr sz="3300" b="1">
                <a:solidFill>
                  <a:srgbClr val="F7785D"/>
                </a:solidFill>
                <a:latin typeface="Arial"/>
                <a:ea typeface="Arial"/>
                <a:cs typeface="Arial"/>
              </a:defRPr>
            </a:lvl4pPr>
            <a:lvl5pPr algn="l">
              <a:defRPr sz="3300" b="1">
                <a:solidFill>
                  <a:srgbClr val="F7785D"/>
                </a:solidFill>
                <a:latin typeface="Arial"/>
                <a:ea typeface="Arial"/>
                <a:cs typeface="Arial"/>
              </a:defRPr>
            </a:lvl5pPr>
            <a:lvl6pPr algn="l">
              <a:defRPr sz="3300" b="1">
                <a:solidFill>
                  <a:srgbClr val="F7785D"/>
                </a:solidFill>
                <a:latin typeface="Arial"/>
                <a:ea typeface="Arial"/>
                <a:cs typeface="Arial"/>
              </a:defRPr>
            </a:lvl6pPr>
            <a:lvl7pPr algn="l">
              <a:defRPr sz="3300" b="1">
                <a:solidFill>
                  <a:srgbClr val="F7785D"/>
                </a:solidFill>
                <a:latin typeface="Arial"/>
                <a:ea typeface="Arial"/>
                <a:cs typeface="Arial"/>
              </a:defRPr>
            </a:lvl7pPr>
            <a:lvl8pPr algn="l">
              <a:defRPr sz="3300" b="1">
                <a:solidFill>
                  <a:srgbClr val="F7785D"/>
                </a:solidFill>
                <a:latin typeface="Arial"/>
                <a:ea typeface="Arial"/>
                <a:cs typeface="Arial"/>
              </a:defRPr>
            </a:lvl8pPr>
            <a:lvl9pPr algn="l">
              <a:defRPr sz="3300" b="1">
                <a:solidFill>
                  <a:srgbClr val="F7785D"/>
                </a:solidFill>
                <a:latin typeface="Arial"/>
                <a:ea typeface="Arial"/>
                <a:cs typeface="Arial"/>
              </a:defRPr>
            </a:lvl9pPr>
          </a:lstStyle>
          <a:p xmlns:a="http://schemas.openxmlformats.org/drawingml/2006/main">
            <a:pPr algn="l">
              <a:defRPr sz="3300" b="1">
                <a:solidFill>
                  <a:srgbClr val="F7785D"/>
                </a:solidFill>
                <a:latin typeface="Arial"/>
                <a:ea typeface="Arial"/>
                <a:cs typeface="Arial"/>
              </a:defRPr>
            </a:pPr>
            <a:r>
              <a:rPr sz="3300" b="1">
                <a:solidFill>
                  <a:srgbClr val="F7785D"/>
                </a:solidFill>
                <a:latin typeface="Arial"/>
                <a:ea typeface="Arial"/>
                <a:cs typeface="Arial"/>
              </a:rPr>
              <a:t>DENY</a:t>
            </a:r>
          </a:p>
        </p:txBody>
      </p:sp>
      <p:sp>
        <p:nvSpPr>
          <p:cNvPr id="12" name="diagram-boundary">
            <a:extLst xmlns:a="http://schemas.openxmlformats.org/drawingml/2006/main">
              <a:ext uri="{FF2B5EF4-FFF2-40B4-BE49-F238E27FC236}">
                <a16:creationId xmlns:a16="http://schemas.microsoft.com/office/drawing/2014/main" id="{38544AAC-0348-4DFC-99D2-E3393657CCB2}"/>
              </a:ext>
            </a:extLst>
          </p:cNvPr>
          <p:cNvSpPr>
            <a:spLocks xmlns:a="http://schemas.openxmlformats.org/drawingml/2006/main" noGrp="1"/>
          </p:cNvSpPr>
          <p:nvPr/>
        </p:nvSpPr>
        <p:spPr>
          <a:xfrm xmlns:a="http://schemas.openxmlformats.org/drawingml/2006/main">
            <a:off x="8324850" y="3152775"/>
            <a:ext cx="3219450" cy="19050"/>
          </a:xfrm>
          <a:prstGeom xmlns:a="http://schemas.openxmlformats.org/drawingml/2006/main" prst="rect">
            <a:avLst/>
          </a:prstGeom>
          <a:solidFill xmlns:a="http://schemas.openxmlformats.org/drawingml/2006/main">
            <a:srgbClr val="D7DCD8"/>
          </a:solidFill>
          <a:ln xmlns:a="http://schemas.openxmlformats.org/drawingml/2006/main" w="0">
            <a:noFill/>
            <a:prstDash val="solid"/>
          </a:ln>
        </p:spPr>
      </p:sp>
      <p:sp>
        <p:nvSpPr>
          <p:cNvPr id="13" name="Enforce covered requests">
            <a:extLst xmlns:a="http://schemas.openxmlformats.org/drawingml/2006/main">
              <a:ext uri="{FF2B5EF4-FFF2-40B4-BE49-F238E27FC236}">
                <a16:creationId xmlns:a16="http://schemas.microsoft.com/office/drawing/2014/main" id="{4C54C5E8-DC94-4928-84BE-B05AE15EEA50}"/>
              </a:ext>
            </a:extLst>
          </p:cNvPr>
          <p:cNvSpPr>
            <a:spLocks xmlns:a="http://schemas.openxmlformats.org/drawingml/2006/main" noGrp="1"/>
          </p:cNvSpPr>
          <p:nvPr/>
        </p:nvSpPr>
        <p:spPr>
          <a:xfrm xmlns:a="http://schemas.openxmlformats.org/drawingml/2006/main">
            <a:off x="8324850" y="3476625"/>
            <a:ext cx="328612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112B3A"/>
                </a:solidFill>
                <a:latin typeface="Arial"/>
                <a:ea typeface="Arial"/>
                <a:cs typeface="Arial"/>
              </a:defRPr>
            </a:defPPr>
            <a:lvl1pPr algn="l">
              <a:defRPr sz="2100" b="0">
                <a:solidFill>
                  <a:srgbClr val="112B3A"/>
                </a:solidFill>
                <a:latin typeface="Arial"/>
                <a:ea typeface="Arial"/>
                <a:cs typeface="Arial"/>
              </a:defRPr>
            </a:lvl1pPr>
            <a:lvl2pPr algn="l">
              <a:defRPr sz="2100" b="0">
                <a:solidFill>
                  <a:srgbClr val="112B3A"/>
                </a:solidFill>
                <a:latin typeface="Arial"/>
                <a:ea typeface="Arial"/>
                <a:cs typeface="Arial"/>
              </a:defRPr>
            </a:lvl2pPr>
            <a:lvl3pPr algn="l">
              <a:defRPr sz="2100" b="0">
                <a:solidFill>
                  <a:srgbClr val="112B3A"/>
                </a:solidFill>
                <a:latin typeface="Arial"/>
                <a:ea typeface="Arial"/>
                <a:cs typeface="Arial"/>
              </a:defRPr>
            </a:lvl3pPr>
            <a:lvl4pPr algn="l">
              <a:defRPr sz="2100" b="0">
                <a:solidFill>
                  <a:srgbClr val="112B3A"/>
                </a:solidFill>
                <a:latin typeface="Arial"/>
                <a:ea typeface="Arial"/>
                <a:cs typeface="Arial"/>
              </a:defRPr>
            </a:lvl4pPr>
            <a:lvl5pPr algn="l">
              <a:defRPr sz="2100" b="0">
                <a:solidFill>
                  <a:srgbClr val="112B3A"/>
                </a:solidFill>
                <a:latin typeface="Arial"/>
                <a:ea typeface="Arial"/>
                <a:cs typeface="Arial"/>
              </a:defRPr>
            </a:lvl5pPr>
            <a:lvl6pPr algn="l">
              <a:defRPr sz="2100" b="0">
                <a:solidFill>
                  <a:srgbClr val="112B3A"/>
                </a:solidFill>
                <a:latin typeface="Arial"/>
                <a:ea typeface="Arial"/>
                <a:cs typeface="Arial"/>
              </a:defRPr>
            </a:lvl6pPr>
            <a:lvl7pPr algn="l">
              <a:defRPr sz="2100" b="0">
                <a:solidFill>
                  <a:srgbClr val="112B3A"/>
                </a:solidFill>
                <a:latin typeface="Arial"/>
                <a:ea typeface="Arial"/>
                <a:cs typeface="Arial"/>
              </a:defRPr>
            </a:lvl7pPr>
            <a:lvl8pPr algn="l">
              <a:defRPr sz="2100" b="0">
                <a:solidFill>
                  <a:srgbClr val="112B3A"/>
                </a:solidFill>
                <a:latin typeface="Arial"/>
                <a:ea typeface="Arial"/>
                <a:cs typeface="Arial"/>
              </a:defRPr>
            </a:lvl8pPr>
            <a:lvl9pPr algn="l">
              <a:defRPr sz="2100" b="0">
                <a:solidFill>
                  <a:srgbClr val="112B3A"/>
                </a:solidFill>
                <a:latin typeface="Arial"/>
                <a:ea typeface="Arial"/>
                <a:cs typeface="Arial"/>
              </a:defRPr>
            </a:lvl9pPr>
          </a:lstStyle>
          <a:p xmlns:a="http://schemas.openxmlformats.org/drawingml/2006/main">
            <a:pPr algn="l">
              <a:defRPr sz="2100" b="0">
                <a:solidFill>
                  <a:srgbClr val="112B3A"/>
                </a:solidFill>
                <a:latin typeface="Arial"/>
                <a:ea typeface="Arial"/>
                <a:cs typeface="Arial"/>
              </a:defRPr>
            </a:pPr>
            <a:r>
              <a:rPr sz="2100" b="0">
                <a:solidFill>
                  <a:srgbClr val="112B3A"/>
                </a:solidFill>
                <a:latin typeface="Arial"/>
                <a:ea typeface="Arial"/>
                <a:cs typeface="Arial"/>
              </a:rPr>
              <a:t>Enforce covered requests</a:t>
            </a:r>
          </a:p>
        </p:txBody>
      </p:sp>
      <p:sp>
        <p:nvSpPr>
          <p:cNvPr id="14" name="An expiry timestamp needs an executed revocat">
            <a:extLst xmlns:a="http://schemas.openxmlformats.org/drawingml/2006/main">
              <a:ext uri="{FF2B5EF4-FFF2-40B4-BE49-F238E27FC236}">
                <a16:creationId xmlns:a16="http://schemas.microsoft.com/office/drawing/2014/main" id="{56473F49-3D92-4BDB-94D3-0CDBD784BA83}"/>
              </a:ext>
            </a:extLst>
          </p:cNvPr>
          <p:cNvSpPr>
            <a:spLocks xmlns:a="http://schemas.openxmlformats.org/drawingml/2006/main" noGrp="1"/>
          </p:cNvSpPr>
          <p:nvPr/>
        </p:nvSpPr>
        <p:spPr>
          <a:xfrm xmlns:a="http://schemas.openxmlformats.org/drawingml/2006/main">
            <a:off x="714375" y="5038725"/>
            <a:ext cx="104775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475" b="1">
                <a:solidFill>
                  <a:srgbClr val="112B3A"/>
                </a:solidFill>
                <a:latin typeface="Arial"/>
                <a:ea typeface="Arial"/>
                <a:cs typeface="Arial"/>
              </a:defRPr>
            </a:defPPr>
            <a:lvl1pPr algn="l">
              <a:defRPr sz="2475" b="1">
                <a:solidFill>
                  <a:srgbClr val="112B3A"/>
                </a:solidFill>
                <a:latin typeface="Arial"/>
                <a:ea typeface="Arial"/>
                <a:cs typeface="Arial"/>
              </a:defRPr>
            </a:lvl1pPr>
            <a:lvl2pPr algn="l">
              <a:defRPr sz="2475" b="1">
                <a:solidFill>
                  <a:srgbClr val="112B3A"/>
                </a:solidFill>
                <a:latin typeface="Arial"/>
                <a:ea typeface="Arial"/>
                <a:cs typeface="Arial"/>
              </a:defRPr>
            </a:lvl2pPr>
            <a:lvl3pPr algn="l">
              <a:defRPr sz="2475" b="1">
                <a:solidFill>
                  <a:srgbClr val="112B3A"/>
                </a:solidFill>
                <a:latin typeface="Arial"/>
                <a:ea typeface="Arial"/>
                <a:cs typeface="Arial"/>
              </a:defRPr>
            </a:lvl3pPr>
            <a:lvl4pPr algn="l">
              <a:defRPr sz="2475" b="1">
                <a:solidFill>
                  <a:srgbClr val="112B3A"/>
                </a:solidFill>
                <a:latin typeface="Arial"/>
                <a:ea typeface="Arial"/>
                <a:cs typeface="Arial"/>
              </a:defRPr>
            </a:lvl4pPr>
            <a:lvl5pPr algn="l">
              <a:defRPr sz="2475" b="1">
                <a:solidFill>
                  <a:srgbClr val="112B3A"/>
                </a:solidFill>
                <a:latin typeface="Arial"/>
                <a:ea typeface="Arial"/>
                <a:cs typeface="Arial"/>
              </a:defRPr>
            </a:lvl5pPr>
            <a:lvl6pPr algn="l">
              <a:defRPr sz="2475" b="1">
                <a:solidFill>
                  <a:srgbClr val="112B3A"/>
                </a:solidFill>
                <a:latin typeface="Arial"/>
                <a:ea typeface="Arial"/>
                <a:cs typeface="Arial"/>
              </a:defRPr>
            </a:lvl6pPr>
            <a:lvl7pPr algn="l">
              <a:defRPr sz="2475" b="1">
                <a:solidFill>
                  <a:srgbClr val="112B3A"/>
                </a:solidFill>
                <a:latin typeface="Arial"/>
                <a:ea typeface="Arial"/>
                <a:cs typeface="Arial"/>
              </a:defRPr>
            </a:lvl7pPr>
            <a:lvl8pPr algn="l">
              <a:defRPr sz="2475" b="1">
                <a:solidFill>
                  <a:srgbClr val="112B3A"/>
                </a:solidFill>
                <a:latin typeface="Arial"/>
                <a:ea typeface="Arial"/>
                <a:cs typeface="Arial"/>
              </a:defRPr>
            </a:lvl8pPr>
            <a:lvl9pPr algn="l">
              <a:defRPr sz="2475" b="1">
                <a:solidFill>
                  <a:srgbClr val="112B3A"/>
                </a:solidFill>
                <a:latin typeface="Arial"/>
                <a:ea typeface="Arial"/>
                <a:cs typeface="Arial"/>
              </a:defRPr>
            </a:lvl9pPr>
          </a:lstStyle>
          <a:p xmlns:a="http://schemas.openxmlformats.org/drawingml/2006/main">
            <a:pPr algn="l">
              <a:defRPr sz="2475" b="1">
                <a:solidFill>
                  <a:srgbClr val="112B3A"/>
                </a:solidFill>
                <a:latin typeface="Arial"/>
                <a:ea typeface="Arial"/>
                <a:cs typeface="Arial"/>
              </a:defRPr>
            </a:pPr>
            <a:r>
              <a:rPr sz="2475" b="1">
                <a:solidFill>
                  <a:srgbClr val="112B3A"/>
                </a:solidFill>
                <a:latin typeface="Arial"/>
                <a:ea typeface="Arial"/>
                <a:cs typeface="Arial"/>
              </a:rPr>
              <a:t>An expiry timestamp needs an executed revocation check</a:t>
            </a:r>
          </a:p>
        </p:txBody>
      </p:sp>
      <p:sp>
        <p:nvSpPr>
          <p:cNvPr id="15" name="Promote each control only with its required e">
            <a:extLst xmlns:a="http://schemas.openxmlformats.org/drawingml/2006/main">
              <a:ext uri="{FF2B5EF4-FFF2-40B4-BE49-F238E27FC236}">
                <a16:creationId xmlns:a16="http://schemas.microsoft.com/office/drawing/2014/main" id="{C4E95480-9AEF-4F0A-AB82-900874C74BE5}"/>
              </a:ext>
            </a:extLst>
          </p:cNvPr>
          <p:cNvSpPr>
            <a:spLocks xmlns:a="http://schemas.openxmlformats.org/drawingml/2006/main" noGrp="1"/>
          </p:cNvSpPr>
          <p:nvPr/>
        </p:nvSpPr>
        <p:spPr>
          <a:xfrm xmlns:a="http://schemas.openxmlformats.org/drawingml/2006/main">
            <a:off x="714375" y="6038850"/>
            <a:ext cx="105727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1">
                <a:solidFill>
                  <a:srgbClr val="12846B"/>
                </a:solidFill>
                <a:latin typeface="Arial"/>
                <a:ea typeface="Arial"/>
                <a:cs typeface="Arial"/>
              </a:defRPr>
            </a:defPPr>
            <a:lvl1pPr algn="l">
              <a:defRPr sz="1875" b="1">
                <a:solidFill>
                  <a:srgbClr val="12846B"/>
                </a:solidFill>
                <a:latin typeface="Arial"/>
                <a:ea typeface="Arial"/>
                <a:cs typeface="Arial"/>
              </a:defRPr>
            </a:lvl1pPr>
            <a:lvl2pPr algn="l">
              <a:defRPr sz="1875" b="1">
                <a:solidFill>
                  <a:srgbClr val="12846B"/>
                </a:solidFill>
                <a:latin typeface="Arial"/>
                <a:ea typeface="Arial"/>
                <a:cs typeface="Arial"/>
              </a:defRPr>
            </a:lvl2pPr>
            <a:lvl3pPr algn="l">
              <a:defRPr sz="1875" b="1">
                <a:solidFill>
                  <a:srgbClr val="12846B"/>
                </a:solidFill>
                <a:latin typeface="Arial"/>
                <a:ea typeface="Arial"/>
                <a:cs typeface="Arial"/>
              </a:defRPr>
            </a:lvl3pPr>
            <a:lvl4pPr algn="l">
              <a:defRPr sz="1875" b="1">
                <a:solidFill>
                  <a:srgbClr val="12846B"/>
                </a:solidFill>
                <a:latin typeface="Arial"/>
                <a:ea typeface="Arial"/>
                <a:cs typeface="Arial"/>
              </a:defRPr>
            </a:lvl4pPr>
            <a:lvl5pPr algn="l">
              <a:defRPr sz="1875" b="1">
                <a:solidFill>
                  <a:srgbClr val="12846B"/>
                </a:solidFill>
                <a:latin typeface="Arial"/>
                <a:ea typeface="Arial"/>
                <a:cs typeface="Arial"/>
              </a:defRPr>
            </a:lvl5pPr>
            <a:lvl6pPr algn="l">
              <a:defRPr sz="1875" b="1">
                <a:solidFill>
                  <a:srgbClr val="12846B"/>
                </a:solidFill>
                <a:latin typeface="Arial"/>
                <a:ea typeface="Arial"/>
                <a:cs typeface="Arial"/>
              </a:defRPr>
            </a:lvl6pPr>
            <a:lvl7pPr algn="l">
              <a:defRPr sz="1875" b="1">
                <a:solidFill>
                  <a:srgbClr val="12846B"/>
                </a:solidFill>
                <a:latin typeface="Arial"/>
                <a:ea typeface="Arial"/>
                <a:cs typeface="Arial"/>
              </a:defRPr>
            </a:lvl7pPr>
            <a:lvl8pPr algn="l">
              <a:defRPr sz="1875" b="1">
                <a:solidFill>
                  <a:srgbClr val="12846B"/>
                </a:solidFill>
                <a:latin typeface="Arial"/>
                <a:ea typeface="Arial"/>
                <a:cs typeface="Arial"/>
              </a:defRPr>
            </a:lvl8pPr>
            <a:lvl9pPr algn="l">
              <a:defRPr sz="1875" b="1">
                <a:solidFill>
                  <a:srgbClr val="12846B"/>
                </a:solidFill>
                <a:latin typeface="Arial"/>
                <a:ea typeface="Arial"/>
                <a:cs typeface="Arial"/>
              </a:defRPr>
            </a:lvl9pPr>
          </a:lstStyle>
          <a:p xmlns:a="http://schemas.openxmlformats.org/drawingml/2006/main">
            <a:pPr algn="l">
              <a:defRPr sz="1875" b="1">
                <a:solidFill>
                  <a:srgbClr val="12846B"/>
                </a:solidFill>
                <a:latin typeface="Arial"/>
                <a:ea typeface="Arial"/>
                <a:cs typeface="Arial"/>
              </a:defRPr>
            </a:pPr>
            <a:r>
              <a:rPr sz="1875" b="1">
                <a:solidFill>
                  <a:srgbClr val="12846B"/>
                </a:solidFill>
                <a:latin typeface="Arial"/>
                <a:ea typeface="Arial"/>
                <a:cs typeface="Arial"/>
              </a:rPr>
              <a:t>Promote each control only with its required evidence</a:t>
            </a:r>
          </a:p>
        </p:txBody>
      </p:sp>
    </p:spTree>
    <p:extLst>
      <p:ext uri="{BB962C8B-B14F-4D97-AF65-F5344CB8AC3E}">
        <p14:creationId xmlns:p14="http://schemas.microsoft.com/office/powerpoint/2010/main" val="1326882166"/>
      </p:ext>
    </p:extLst>
  </p:cSld>
</p:sld>
</file>

<file path=ppt/slides/slide19.xml><?xml version="1.0" encoding="utf-8"?>
<p:sld xmlns:p="http://schemas.openxmlformats.org/presentationml/2006/main">
  <p:cSld>
    <p:bg>
      <p:bgPr>
        <a:solidFill xmlns:a="http://schemas.openxmlformats.org/drawingml/2006/main">
          <a:srgbClr val="081A29"/>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F94C4AAD-E122-490C-8883-6EBBA95E2470}"/>
              </a:ext>
            </a:extLst>
          </p:cNvPr>
          <p:cNvPicPr>
            <a:picLocks xmlns:a="http://schemas.openxmlformats.org/drawingml/2006/main" noChangeAspect="1"/>
          </p:cNvPicPr>
          <p:nvPr/>
        </p:nvPicPr>
        <p:blipFill>
          <a:blip xmlns:r="http://schemas.openxmlformats.org/officeDocument/2006/relationships" xmlns:a="http://schemas.openxmlformats.org/drawingml/2006/main" r:embed="Rf1def12a42d2472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lide-19-title">
            <a:extLst xmlns:a="http://schemas.openxmlformats.org/drawingml/2006/main">
              <a:ext uri="{FF2B5EF4-FFF2-40B4-BE49-F238E27FC236}">
                <a16:creationId xmlns:a16="http://schemas.microsoft.com/office/drawing/2014/main" id="{1144CD9A-2B3F-48AA-B9E1-C907516F698B}"/>
              </a:ext>
            </a:extLst>
          </p:cNvPr>
          <p:cNvSpPr>
            <a:spLocks xmlns:a="http://schemas.openxmlformats.org/drawingml/2006/main" noGrp="1"/>
          </p:cNvSpPr>
          <p:nvPr/>
        </p:nvSpPr>
        <p:spPr>
          <a:xfrm xmlns:a="http://schemas.openxmlformats.org/drawingml/2006/main">
            <a:off x="609600" y="476250"/>
            <a:ext cx="10858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FFFFFF"/>
                </a:solidFill>
                <a:latin typeface="Arial"/>
                <a:ea typeface="Arial"/>
                <a:cs typeface="Arial"/>
              </a:defRPr>
            </a:defPPr>
            <a:lvl1pPr algn="l">
              <a:defRPr sz="3150" b="1">
                <a:solidFill>
                  <a:srgbClr val="FFFFFF"/>
                </a:solidFill>
                <a:latin typeface="Arial"/>
                <a:ea typeface="Arial"/>
                <a:cs typeface="Arial"/>
              </a:defRPr>
            </a:lvl1pPr>
            <a:lvl2pPr algn="l">
              <a:defRPr sz="3150" b="1">
                <a:solidFill>
                  <a:srgbClr val="FFFFFF"/>
                </a:solidFill>
                <a:latin typeface="Arial"/>
                <a:ea typeface="Arial"/>
                <a:cs typeface="Arial"/>
              </a:defRPr>
            </a:lvl2pPr>
            <a:lvl3pPr algn="l">
              <a:defRPr sz="3150" b="1">
                <a:solidFill>
                  <a:srgbClr val="FFFFFF"/>
                </a:solidFill>
                <a:latin typeface="Arial"/>
                <a:ea typeface="Arial"/>
                <a:cs typeface="Arial"/>
              </a:defRPr>
            </a:lvl3pPr>
            <a:lvl4pPr algn="l">
              <a:defRPr sz="3150" b="1">
                <a:solidFill>
                  <a:srgbClr val="FFFFFF"/>
                </a:solidFill>
                <a:latin typeface="Arial"/>
                <a:ea typeface="Arial"/>
                <a:cs typeface="Arial"/>
              </a:defRPr>
            </a:lvl4pPr>
            <a:lvl5pPr algn="l">
              <a:defRPr sz="3150" b="1">
                <a:solidFill>
                  <a:srgbClr val="FFFFFF"/>
                </a:solidFill>
                <a:latin typeface="Arial"/>
                <a:ea typeface="Arial"/>
                <a:cs typeface="Arial"/>
              </a:defRPr>
            </a:lvl5pPr>
            <a:lvl6pPr algn="l">
              <a:defRPr sz="3150" b="1">
                <a:solidFill>
                  <a:srgbClr val="FFFFFF"/>
                </a:solidFill>
                <a:latin typeface="Arial"/>
                <a:ea typeface="Arial"/>
                <a:cs typeface="Arial"/>
              </a:defRPr>
            </a:lvl6pPr>
            <a:lvl7pPr algn="l">
              <a:defRPr sz="3150" b="1">
                <a:solidFill>
                  <a:srgbClr val="FFFFFF"/>
                </a:solidFill>
                <a:latin typeface="Arial"/>
                <a:ea typeface="Arial"/>
                <a:cs typeface="Arial"/>
              </a:defRPr>
            </a:lvl7pPr>
            <a:lvl8pPr algn="l">
              <a:defRPr sz="3150" b="1">
                <a:solidFill>
                  <a:srgbClr val="FFFFFF"/>
                </a:solidFill>
                <a:latin typeface="Arial"/>
                <a:ea typeface="Arial"/>
                <a:cs typeface="Arial"/>
              </a:defRPr>
            </a:lvl8pPr>
            <a:lvl9pPr algn="l">
              <a:defRPr sz="3150" b="1">
                <a:solidFill>
                  <a:srgbClr val="FFFFFF"/>
                </a:solidFill>
                <a:latin typeface="Arial"/>
                <a:ea typeface="Arial"/>
                <a:cs typeface="Arial"/>
              </a:defRPr>
            </a:lvl9pPr>
          </a:lstStyle>
          <a:p xmlns:a="http://schemas.openxmlformats.org/drawingml/2006/main">
            <a:pPr algn="l">
              <a:defRPr sz="3150" b="1">
                <a:solidFill>
                  <a:srgbClr val="FFFFFF"/>
                </a:solidFill>
                <a:latin typeface="Arial"/>
                <a:ea typeface="Arial"/>
                <a:cs typeface="Arial"/>
              </a:defRPr>
            </a:pPr>
            <a:r>
              <a:rPr sz="3150" b="1">
                <a:solidFill>
                  <a:srgbClr val="FFFFFF"/>
                </a:solidFill>
                <a:latin typeface="Arial"/>
                <a:ea typeface="Arial"/>
                <a:cs typeface="Arial"/>
              </a:rPr>
              <a:t>Scoped containment</a:t>
            </a:r>
          </a:p>
        </p:txBody>
      </p:sp>
      <p:sp>
        <p:nvSpPr>
          <p:cNvPr id="3" name="Round 3 · 28–35 minutes">
            <a:extLst xmlns:a="http://schemas.openxmlformats.org/drawingml/2006/main">
              <a:ext uri="{FF2B5EF4-FFF2-40B4-BE49-F238E27FC236}">
                <a16:creationId xmlns:a16="http://schemas.microsoft.com/office/drawing/2014/main" id="{A359D8CF-0DA6-4E4B-A337-6F8831E44C42}"/>
              </a:ext>
            </a:extLst>
          </p:cNvPr>
          <p:cNvSpPr>
            <a:spLocks xmlns:a="http://schemas.openxmlformats.org/drawingml/2006/main" noGrp="1"/>
          </p:cNvSpPr>
          <p:nvPr/>
        </p:nvSpPr>
        <p:spPr>
          <a:xfrm xmlns:a="http://schemas.openxmlformats.org/drawingml/2006/main">
            <a:off x="647700" y="1257300"/>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a:solidFill>
                  <a:srgbClr val="37D5BE"/>
                </a:solidFill>
                <a:latin typeface="Arial"/>
                <a:ea typeface="Arial"/>
                <a:cs typeface="Arial"/>
              </a:defRPr>
            </a:defPPr>
            <a:lvl1pPr algn="l">
              <a:defRPr sz="1500" b="0">
                <a:solidFill>
                  <a:srgbClr val="37D5BE"/>
                </a:solidFill>
                <a:latin typeface="Arial"/>
                <a:ea typeface="Arial"/>
                <a:cs typeface="Arial"/>
              </a:defRPr>
            </a:lvl1pPr>
            <a:lvl2pPr algn="l">
              <a:defRPr sz="1500" b="0">
                <a:solidFill>
                  <a:srgbClr val="37D5BE"/>
                </a:solidFill>
                <a:latin typeface="Arial"/>
                <a:ea typeface="Arial"/>
                <a:cs typeface="Arial"/>
              </a:defRPr>
            </a:lvl2pPr>
            <a:lvl3pPr algn="l">
              <a:defRPr sz="1500" b="0">
                <a:solidFill>
                  <a:srgbClr val="37D5BE"/>
                </a:solidFill>
                <a:latin typeface="Arial"/>
                <a:ea typeface="Arial"/>
                <a:cs typeface="Arial"/>
              </a:defRPr>
            </a:lvl3pPr>
            <a:lvl4pPr algn="l">
              <a:defRPr sz="1500" b="0">
                <a:solidFill>
                  <a:srgbClr val="37D5BE"/>
                </a:solidFill>
                <a:latin typeface="Arial"/>
                <a:ea typeface="Arial"/>
                <a:cs typeface="Arial"/>
              </a:defRPr>
            </a:lvl4pPr>
            <a:lvl5pPr algn="l">
              <a:defRPr sz="1500" b="0">
                <a:solidFill>
                  <a:srgbClr val="37D5BE"/>
                </a:solidFill>
                <a:latin typeface="Arial"/>
                <a:ea typeface="Arial"/>
                <a:cs typeface="Arial"/>
              </a:defRPr>
            </a:lvl5pPr>
            <a:lvl6pPr algn="l">
              <a:defRPr sz="1500" b="0">
                <a:solidFill>
                  <a:srgbClr val="37D5BE"/>
                </a:solidFill>
                <a:latin typeface="Arial"/>
                <a:ea typeface="Arial"/>
                <a:cs typeface="Arial"/>
              </a:defRPr>
            </a:lvl6pPr>
            <a:lvl7pPr algn="l">
              <a:defRPr sz="1500" b="0">
                <a:solidFill>
                  <a:srgbClr val="37D5BE"/>
                </a:solidFill>
                <a:latin typeface="Arial"/>
                <a:ea typeface="Arial"/>
                <a:cs typeface="Arial"/>
              </a:defRPr>
            </a:lvl7pPr>
            <a:lvl8pPr algn="l">
              <a:defRPr sz="1500" b="0">
                <a:solidFill>
                  <a:srgbClr val="37D5BE"/>
                </a:solidFill>
                <a:latin typeface="Arial"/>
                <a:ea typeface="Arial"/>
                <a:cs typeface="Arial"/>
              </a:defRPr>
            </a:lvl8pPr>
            <a:lvl9pPr algn="l">
              <a:defRPr sz="1500" b="0">
                <a:solidFill>
                  <a:srgbClr val="37D5BE"/>
                </a:solidFill>
                <a:latin typeface="Arial"/>
                <a:ea typeface="Arial"/>
                <a:cs typeface="Arial"/>
              </a:defRPr>
            </a:lvl9pPr>
          </a:lstStyle>
          <a:p xmlns:a="http://schemas.openxmlformats.org/drawingml/2006/main">
            <a:pPr algn="l">
              <a:defRPr sz="1500" b="0">
                <a:solidFill>
                  <a:srgbClr val="37D5BE"/>
                </a:solidFill>
                <a:latin typeface="Arial"/>
                <a:ea typeface="Arial"/>
                <a:cs typeface="Arial"/>
              </a:defRPr>
            </a:pPr>
            <a:r>
              <a:rPr sz="1500" b="0">
                <a:solidFill>
                  <a:srgbClr val="37D5BE"/>
                </a:solidFill>
                <a:latin typeface="Arial"/>
                <a:ea typeface="Arial"/>
                <a:cs typeface="Arial"/>
              </a:rPr>
              <a:t>Round 3 · 28–35 minutes</a:t>
            </a:r>
          </a:p>
        </p:txBody>
      </p:sp>
      <p:sp>
        <p:nvSpPr>
          <p:cNvPr id="4" name="19">
            <a:extLst xmlns:a="http://schemas.openxmlformats.org/drawingml/2006/main">
              <a:ext uri="{FF2B5EF4-FFF2-40B4-BE49-F238E27FC236}">
                <a16:creationId xmlns:a16="http://schemas.microsoft.com/office/drawing/2014/main" id="{841D8456-634A-4DE4-B7F5-15753383C28C}"/>
              </a:ext>
            </a:extLst>
          </p:cNvPr>
          <p:cNvSpPr>
            <a:spLocks xmlns:a="http://schemas.openxmlformats.org/drawingml/2006/main" noGrp="1"/>
          </p:cNvSpPr>
          <p:nvPr/>
        </p:nvSpPr>
        <p:spPr>
          <a:xfrm xmlns:a="http://schemas.openxmlformats.org/drawingml/2006/main">
            <a:off x="11172825" y="641032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0">
                <a:solidFill>
                  <a:srgbClr val="A8C1CA"/>
                </a:solidFill>
                <a:latin typeface="Arial"/>
                <a:ea typeface="Arial"/>
                <a:cs typeface="Arial"/>
              </a:defRPr>
            </a:defPPr>
            <a:lvl1pPr algn="r">
              <a:defRPr sz="975" b="0">
                <a:solidFill>
                  <a:srgbClr val="A8C1CA"/>
                </a:solidFill>
                <a:latin typeface="Arial"/>
                <a:ea typeface="Arial"/>
                <a:cs typeface="Arial"/>
              </a:defRPr>
            </a:lvl1pPr>
            <a:lvl2pPr algn="r">
              <a:defRPr sz="975" b="0">
                <a:solidFill>
                  <a:srgbClr val="A8C1CA"/>
                </a:solidFill>
                <a:latin typeface="Arial"/>
                <a:ea typeface="Arial"/>
                <a:cs typeface="Arial"/>
              </a:defRPr>
            </a:lvl2pPr>
            <a:lvl3pPr algn="r">
              <a:defRPr sz="975" b="0">
                <a:solidFill>
                  <a:srgbClr val="A8C1CA"/>
                </a:solidFill>
                <a:latin typeface="Arial"/>
                <a:ea typeface="Arial"/>
                <a:cs typeface="Arial"/>
              </a:defRPr>
            </a:lvl3pPr>
            <a:lvl4pPr algn="r">
              <a:defRPr sz="975" b="0">
                <a:solidFill>
                  <a:srgbClr val="A8C1CA"/>
                </a:solidFill>
                <a:latin typeface="Arial"/>
                <a:ea typeface="Arial"/>
                <a:cs typeface="Arial"/>
              </a:defRPr>
            </a:lvl4pPr>
            <a:lvl5pPr algn="r">
              <a:defRPr sz="975" b="0">
                <a:solidFill>
                  <a:srgbClr val="A8C1CA"/>
                </a:solidFill>
                <a:latin typeface="Arial"/>
                <a:ea typeface="Arial"/>
                <a:cs typeface="Arial"/>
              </a:defRPr>
            </a:lvl5pPr>
            <a:lvl6pPr algn="r">
              <a:defRPr sz="975" b="0">
                <a:solidFill>
                  <a:srgbClr val="A8C1CA"/>
                </a:solidFill>
                <a:latin typeface="Arial"/>
                <a:ea typeface="Arial"/>
                <a:cs typeface="Arial"/>
              </a:defRPr>
            </a:lvl6pPr>
            <a:lvl7pPr algn="r">
              <a:defRPr sz="975" b="0">
                <a:solidFill>
                  <a:srgbClr val="A8C1CA"/>
                </a:solidFill>
                <a:latin typeface="Arial"/>
                <a:ea typeface="Arial"/>
                <a:cs typeface="Arial"/>
              </a:defRPr>
            </a:lvl7pPr>
            <a:lvl8pPr algn="r">
              <a:defRPr sz="975" b="0">
                <a:solidFill>
                  <a:srgbClr val="A8C1CA"/>
                </a:solidFill>
                <a:latin typeface="Arial"/>
                <a:ea typeface="Arial"/>
                <a:cs typeface="Arial"/>
              </a:defRPr>
            </a:lvl8pPr>
            <a:lvl9pPr algn="r">
              <a:defRPr sz="975" b="0">
                <a:solidFill>
                  <a:srgbClr val="A8C1CA"/>
                </a:solidFill>
                <a:latin typeface="Arial"/>
                <a:ea typeface="Arial"/>
                <a:cs typeface="Arial"/>
              </a:defRPr>
            </a:lvl9pPr>
          </a:lstStyle>
          <a:p xmlns:a="http://schemas.openxmlformats.org/drawingml/2006/main">
            <a:pPr algn="r">
              <a:defRPr sz="975" b="0">
                <a:solidFill>
                  <a:srgbClr val="A8C1CA"/>
                </a:solidFill>
                <a:latin typeface="Arial"/>
                <a:ea typeface="Arial"/>
                <a:cs typeface="Arial"/>
              </a:defRPr>
            </a:pPr>
            <a:r>
              <a:rPr sz="975" b="0">
                <a:solidFill>
                  <a:srgbClr val="A8C1CA"/>
                </a:solidFill>
                <a:latin typeface="Arial"/>
                <a:ea typeface="Arial"/>
                <a:cs typeface="Arial"/>
              </a:rPr>
              <a:t>19</a:t>
            </a:r>
          </a:p>
        </p:txBody>
      </p:sp>
      <p:sp>
        <p:nvSpPr>
          <p:cNvPr id="5" name="diagram-boundary">
            <a:extLst xmlns:a="http://schemas.openxmlformats.org/drawingml/2006/main">
              <a:ext uri="{FF2B5EF4-FFF2-40B4-BE49-F238E27FC236}">
                <a16:creationId xmlns:a16="http://schemas.microsoft.com/office/drawing/2014/main" id="{FB90C8DF-CA48-4B78-BA0C-0F71853369AE}"/>
              </a:ext>
            </a:extLst>
          </p:cNvPr>
          <p:cNvSpPr>
            <a:spLocks xmlns:a="http://schemas.openxmlformats.org/drawingml/2006/main" noGrp="1"/>
          </p:cNvSpPr>
          <p:nvPr/>
        </p:nvSpPr>
        <p:spPr>
          <a:xfrm xmlns:a="http://schemas.openxmlformats.org/drawingml/2006/main">
            <a:off x="0" y="1685925"/>
            <a:ext cx="6905625" cy="4181475"/>
          </a:xfrm>
          <a:prstGeom xmlns:a="http://schemas.openxmlformats.org/drawingml/2006/main" prst="rect">
            <a:avLst/>
          </a:prstGeom>
          <a:solidFill xmlns:a="http://schemas.openxmlformats.org/drawingml/2006/main">
            <a:srgbClr val="081A29"/>
          </a:solidFill>
          <a:ln xmlns:a="http://schemas.openxmlformats.org/drawingml/2006/main" w="0">
            <a:noFill/>
            <a:prstDash val="solid"/>
          </a:ln>
        </p:spPr>
      </p:sp>
      <p:sp>
        <p:nvSpPr>
          <p:cNvPr id="6" name="03">
            <a:extLst xmlns:a="http://schemas.openxmlformats.org/drawingml/2006/main">
              <a:ext uri="{FF2B5EF4-FFF2-40B4-BE49-F238E27FC236}">
                <a16:creationId xmlns:a16="http://schemas.microsoft.com/office/drawing/2014/main" id="{ADD477C9-1B6B-467D-BB16-53F639C532E6}"/>
              </a:ext>
            </a:extLst>
          </p:cNvPr>
          <p:cNvSpPr>
            <a:spLocks xmlns:a="http://schemas.openxmlformats.org/drawingml/2006/main" noGrp="1"/>
          </p:cNvSpPr>
          <p:nvPr/>
        </p:nvSpPr>
        <p:spPr>
          <a:xfrm xmlns:a="http://schemas.openxmlformats.org/drawingml/2006/main">
            <a:off x="666750" y="1952625"/>
            <a:ext cx="2428875" cy="1400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8700" b="1">
                <a:solidFill>
                  <a:srgbClr val="F7785D"/>
                </a:solidFill>
                <a:latin typeface="Arial"/>
                <a:ea typeface="Arial"/>
                <a:cs typeface="Arial"/>
              </a:defRPr>
            </a:defPPr>
            <a:lvl1pPr algn="l">
              <a:defRPr sz="8700" b="1">
                <a:solidFill>
                  <a:srgbClr val="F7785D"/>
                </a:solidFill>
                <a:latin typeface="Arial"/>
                <a:ea typeface="Arial"/>
                <a:cs typeface="Arial"/>
              </a:defRPr>
            </a:lvl1pPr>
            <a:lvl2pPr algn="l">
              <a:defRPr sz="8700" b="1">
                <a:solidFill>
                  <a:srgbClr val="F7785D"/>
                </a:solidFill>
                <a:latin typeface="Arial"/>
                <a:ea typeface="Arial"/>
                <a:cs typeface="Arial"/>
              </a:defRPr>
            </a:lvl2pPr>
            <a:lvl3pPr algn="l">
              <a:defRPr sz="8700" b="1">
                <a:solidFill>
                  <a:srgbClr val="F7785D"/>
                </a:solidFill>
                <a:latin typeface="Arial"/>
                <a:ea typeface="Arial"/>
                <a:cs typeface="Arial"/>
              </a:defRPr>
            </a:lvl3pPr>
            <a:lvl4pPr algn="l">
              <a:defRPr sz="8700" b="1">
                <a:solidFill>
                  <a:srgbClr val="F7785D"/>
                </a:solidFill>
                <a:latin typeface="Arial"/>
                <a:ea typeface="Arial"/>
                <a:cs typeface="Arial"/>
              </a:defRPr>
            </a:lvl4pPr>
            <a:lvl5pPr algn="l">
              <a:defRPr sz="8700" b="1">
                <a:solidFill>
                  <a:srgbClr val="F7785D"/>
                </a:solidFill>
                <a:latin typeface="Arial"/>
                <a:ea typeface="Arial"/>
                <a:cs typeface="Arial"/>
              </a:defRPr>
            </a:lvl5pPr>
            <a:lvl6pPr algn="l">
              <a:defRPr sz="8700" b="1">
                <a:solidFill>
                  <a:srgbClr val="F7785D"/>
                </a:solidFill>
                <a:latin typeface="Arial"/>
                <a:ea typeface="Arial"/>
                <a:cs typeface="Arial"/>
              </a:defRPr>
            </a:lvl6pPr>
            <a:lvl7pPr algn="l">
              <a:defRPr sz="8700" b="1">
                <a:solidFill>
                  <a:srgbClr val="F7785D"/>
                </a:solidFill>
                <a:latin typeface="Arial"/>
                <a:ea typeface="Arial"/>
                <a:cs typeface="Arial"/>
              </a:defRPr>
            </a:lvl7pPr>
            <a:lvl8pPr algn="l">
              <a:defRPr sz="8700" b="1">
                <a:solidFill>
                  <a:srgbClr val="F7785D"/>
                </a:solidFill>
                <a:latin typeface="Arial"/>
                <a:ea typeface="Arial"/>
                <a:cs typeface="Arial"/>
              </a:defRPr>
            </a:lvl8pPr>
            <a:lvl9pPr algn="l">
              <a:defRPr sz="8700" b="1">
                <a:solidFill>
                  <a:srgbClr val="F7785D"/>
                </a:solidFill>
                <a:latin typeface="Arial"/>
                <a:ea typeface="Arial"/>
                <a:cs typeface="Arial"/>
              </a:defRPr>
            </a:lvl9pPr>
          </a:lstStyle>
          <a:p xmlns:a="http://schemas.openxmlformats.org/drawingml/2006/main">
            <a:pPr algn="l">
              <a:defRPr sz="8700" b="1">
                <a:solidFill>
                  <a:srgbClr val="F7785D"/>
                </a:solidFill>
                <a:latin typeface="Arial"/>
                <a:ea typeface="Arial"/>
                <a:cs typeface="Arial"/>
              </a:defRPr>
            </a:pPr>
            <a:r>
              <a:rPr sz="8700" b="1">
                <a:solidFill>
                  <a:srgbClr val="F7785D"/>
                </a:solidFill>
                <a:latin typeface="Arial"/>
                <a:ea typeface="Arial"/>
                <a:cs typeface="Arial"/>
              </a:rPr>
              <a:t>03</a:t>
            </a:r>
          </a:p>
        </p:txBody>
      </p:sp>
      <p:sp>
        <p:nvSpPr>
          <p:cNvPr id="7" name="Number actions before&#10;choosing a level">
            <a:extLst xmlns:a="http://schemas.openxmlformats.org/drawingml/2006/main">
              <a:ext uri="{FF2B5EF4-FFF2-40B4-BE49-F238E27FC236}">
                <a16:creationId xmlns:a16="http://schemas.microsoft.com/office/drawing/2014/main" id="{D8FABBEB-59CE-4032-AD74-7D0FB8CCA873}"/>
              </a:ext>
            </a:extLst>
          </p:cNvPr>
          <p:cNvSpPr>
            <a:spLocks xmlns:a="http://schemas.openxmlformats.org/drawingml/2006/main" noGrp="1"/>
          </p:cNvSpPr>
          <p:nvPr/>
        </p:nvSpPr>
        <p:spPr>
          <a:xfrm xmlns:a="http://schemas.openxmlformats.org/drawingml/2006/main">
            <a:off x="704850" y="3571875"/>
            <a:ext cx="6238875"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850" b="1">
                <a:solidFill>
                  <a:srgbClr val="FFFFFF"/>
                </a:solidFill>
                <a:latin typeface="Arial"/>
                <a:ea typeface="Arial"/>
                <a:cs typeface="Arial"/>
              </a:defRPr>
            </a:defPPr>
            <a:lvl1pPr algn="l">
              <a:defRPr sz="2850" b="1">
                <a:solidFill>
                  <a:srgbClr val="FFFFFF"/>
                </a:solidFill>
                <a:latin typeface="Arial"/>
                <a:ea typeface="Arial"/>
                <a:cs typeface="Arial"/>
              </a:defRPr>
            </a:lvl1pPr>
            <a:lvl2pPr algn="l">
              <a:defRPr sz="2850" b="1">
                <a:solidFill>
                  <a:srgbClr val="FFFFFF"/>
                </a:solidFill>
                <a:latin typeface="Arial"/>
                <a:ea typeface="Arial"/>
                <a:cs typeface="Arial"/>
              </a:defRPr>
            </a:lvl2pPr>
            <a:lvl3pPr algn="l">
              <a:defRPr sz="2850" b="1">
                <a:solidFill>
                  <a:srgbClr val="FFFFFF"/>
                </a:solidFill>
                <a:latin typeface="Arial"/>
                <a:ea typeface="Arial"/>
                <a:cs typeface="Arial"/>
              </a:defRPr>
            </a:lvl3pPr>
            <a:lvl4pPr algn="l">
              <a:defRPr sz="2850" b="1">
                <a:solidFill>
                  <a:srgbClr val="FFFFFF"/>
                </a:solidFill>
                <a:latin typeface="Arial"/>
                <a:ea typeface="Arial"/>
                <a:cs typeface="Arial"/>
              </a:defRPr>
            </a:lvl4pPr>
            <a:lvl5pPr algn="l">
              <a:defRPr sz="2850" b="1">
                <a:solidFill>
                  <a:srgbClr val="FFFFFF"/>
                </a:solidFill>
                <a:latin typeface="Arial"/>
                <a:ea typeface="Arial"/>
                <a:cs typeface="Arial"/>
              </a:defRPr>
            </a:lvl5pPr>
            <a:lvl6pPr algn="l">
              <a:defRPr sz="2850" b="1">
                <a:solidFill>
                  <a:srgbClr val="FFFFFF"/>
                </a:solidFill>
                <a:latin typeface="Arial"/>
                <a:ea typeface="Arial"/>
                <a:cs typeface="Arial"/>
              </a:defRPr>
            </a:lvl6pPr>
            <a:lvl7pPr algn="l">
              <a:defRPr sz="2850" b="1">
                <a:solidFill>
                  <a:srgbClr val="FFFFFF"/>
                </a:solidFill>
                <a:latin typeface="Arial"/>
                <a:ea typeface="Arial"/>
                <a:cs typeface="Arial"/>
              </a:defRPr>
            </a:lvl7pPr>
            <a:lvl8pPr algn="l">
              <a:defRPr sz="2850" b="1">
                <a:solidFill>
                  <a:srgbClr val="FFFFFF"/>
                </a:solidFill>
                <a:latin typeface="Arial"/>
                <a:ea typeface="Arial"/>
                <a:cs typeface="Arial"/>
              </a:defRPr>
            </a:lvl8pPr>
            <a:lvl9pPr algn="l">
              <a:defRPr sz="2850" b="1">
                <a:solidFill>
                  <a:srgbClr val="FFFFFF"/>
                </a:solidFill>
                <a:latin typeface="Arial"/>
                <a:ea typeface="Arial"/>
                <a:cs typeface="Arial"/>
              </a:defRPr>
            </a:lvl9pPr>
          </a:lstStyle>
          <a:p xmlns:a="http://schemas.openxmlformats.org/drawingml/2006/main">
            <a:pPr algn="l">
              <a:defRPr sz="2850" b="1">
                <a:solidFill>
                  <a:srgbClr val="FFFFFF"/>
                </a:solidFill>
                <a:latin typeface="Arial"/>
                <a:ea typeface="Arial"/>
                <a:cs typeface="Arial"/>
              </a:defRPr>
            </a:pPr>
            <a:r>
              <a:rPr sz="2850" b="1">
                <a:solidFill>
                  <a:srgbClr val="FFFFFF"/>
                </a:solidFill>
                <a:latin typeface="Arial"/>
                <a:ea typeface="Arial"/>
                <a:cs typeface="Arial"/>
              </a:rPr>
              <a:t>Number actions before</a:t>
            </a:r>
          </a:p>
          <a:p xmlns:a="http://schemas.openxmlformats.org/drawingml/2006/main">
            <a:pPr algn="l">
              <a:defRPr sz="2850" b="1">
                <a:solidFill>
                  <a:srgbClr val="FFFFFF"/>
                </a:solidFill>
                <a:latin typeface="Arial"/>
                <a:ea typeface="Arial"/>
                <a:cs typeface="Arial"/>
              </a:defRPr>
            </a:pPr>
            <a:r>
              <a:rPr sz="2850" b="1">
                <a:solidFill>
                  <a:srgbClr val="FFFFFF"/>
                </a:solidFill>
                <a:latin typeface="Arial"/>
                <a:ea typeface="Arial"/>
                <a:cs typeface="Arial"/>
              </a:rPr>
              <a:t>choosing a level</a:t>
            </a:r>
          </a:p>
        </p:txBody>
      </p:sp>
      <p:sp>
        <p:nvSpPr>
          <p:cNvPr id="8" name="Evidence first. Preserve the service floor.">
            <a:extLst xmlns:a="http://schemas.openxmlformats.org/drawingml/2006/main">
              <a:ext uri="{FF2B5EF4-FFF2-40B4-BE49-F238E27FC236}">
                <a16:creationId xmlns:a16="http://schemas.microsoft.com/office/drawing/2014/main" id="{342CAA87-7B67-4FD2-84C3-4FE66967EFE7}"/>
              </a:ext>
            </a:extLst>
          </p:cNvPr>
          <p:cNvSpPr>
            <a:spLocks xmlns:a="http://schemas.openxmlformats.org/drawingml/2006/main" noGrp="1"/>
          </p:cNvSpPr>
          <p:nvPr/>
        </p:nvSpPr>
        <p:spPr>
          <a:xfrm xmlns:a="http://schemas.openxmlformats.org/drawingml/2006/main">
            <a:off x="704850" y="4867275"/>
            <a:ext cx="62388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FFFFFF"/>
                </a:solidFill>
                <a:latin typeface="Arial"/>
                <a:ea typeface="Arial"/>
                <a:cs typeface="Arial"/>
              </a:defRPr>
            </a:defPPr>
            <a:lvl1pPr algn="l">
              <a:defRPr sz="2100" b="0">
                <a:solidFill>
                  <a:srgbClr val="FFFFFF"/>
                </a:solidFill>
                <a:latin typeface="Arial"/>
                <a:ea typeface="Arial"/>
                <a:cs typeface="Arial"/>
              </a:defRPr>
            </a:lvl1pPr>
            <a:lvl2pPr algn="l">
              <a:defRPr sz="2100" b="0">
                <a:solidFill>
                  <a:srgbClr val="FFFFFF"/>
                </a:solidFill>
                <a:latin typeface="Arial"/>
                <a:ea typeface="Arial"/>
                <a:cs typeface="Arial"/>
              </a:defRPr>
            </a:lvl2pPr>
            <a:lvl3pPr algn="l">
              <a:defRPr sz="2100" b="0">
                <a:solidFill>
                  <a:srgbClr val="FFFFFF"/>
                </a:solidFill>
                <a:latin typeface="Arial"/>
                <a:ea typeface="Arial"/>
                <a:cs typeface="Arial"/>
              </a:defRPr>
            </a:lvl3pPr>
            <a:lvl4pPr algn="l">
              <a:defRPr sz="2100" b="0">
                <a:solidFill>
                  <a:srgbClr val="FFFFFF"/>
                </a:solidFill>
                <a:latin typeface="Arial"/>
                <a:ea typeface="Arial"/>
                <a:cs typeface="Arial"/>
              </a:defRPr>
            </a:lvl4pPr>
            <a:lvl5pPr algn="l">
              <a:defRPr sz="2100" b="0">
                <a:solidFill>
                  <a:srgbClr val="FFFFFF"/>
                </a:solidFill>
                <a:latin typeface="Arial"/>
                <a:ea typeface="Arial"/>
                <a:cs typeface="Arial"/>
              </a:defRPr>
            </a:lvl5pPr>
            <a:lvl6pPr algn="l">
              <a:defRPr sz="2100" b="0">
                <a:solidFill>
                  <a:srgbClr val="FFFFFF"/>
                </a:solidFill>
                <a:latin typeface="Arial"/>
                <a:ea typeface="Arial"/>
                <a:cs typeface="Arial"/>
              </a:defRPr>
            </a:lvl6pPr>
            <a:lvl7pPr algn="l">
              <a:defRPr sz="2100" b="0">
                <a:solidFill>
                  <a:srgbClr val="FFFFFF"/>
                </a:solidFill>
                <a:latin typeface="Arial"/>
                <a:ea typeface="Arial"/>
                <a:cs typeface="Arial"/>
              </a:defRPr>
            </a:lvl7pPr>
            <a:lvl8pPr algn="l">
              <a:defRPr sz="2100" b="0">
                <a:solidFill>
                  <a:srgbClr val="FFFFFF"/>
                </a:solidFill>
                <a:latin typeface="Arial"/>
                <a:ea typeface="Arial"/>
                <a:cs typeface="Arial"/>
              </a:defRPr>
            </a:lvl8pPr>
            <a:lvl9pPr algn="l">
              <a:defRPr sz="2100" b="0">
                <a:solidFill>
                  <a:srgbClr val="FFFFFF"/>
                </a:solidFill>
                <a:latin typeface="Arial"/>
                <a:ea typeface="Arial"/>
                <a:cs typeface="Arial"/>
              </a:defRPr>
            </a:lvl9pPr>
          </a:lstStyle>
          <a:p xmlns:a="http://schemas.openxmlformats.org/drawingml/2006/main">
            <a:pPr algn="l">
              <a:defRPr sz="2100" b="0">
                <a:solidFill>
                  <a:srgbClr val="FFFFFF"/>
                </a:solidFill>
                <a:latin typeface="Arial"/>
                <a:ea typeface="Arial"/>
                <a:cs typeface="Arial"/>
              </a:defRPr>
            </a:pPr>
            <a:r>
              <a:rPr sz="2100" b="0">
                <a:solidFill>
                  <a:srgbClr val="FFFFFF"/>
                </a:solidFill>
                <a:latin typeface="Arial"/>
                <a:ea typeface="Arial"/>
                <a:cs typeface="Arial"/>
              </a:rPr>
              <a:t>Evidence first. Preserve the service floor.</a:t>
            </a:r>
          </a:p>
        </p:txBody>
      </p:sp>
      <p:sp>
        <p:nvSpPr>
          <p:cNvPr id="9" name="Page 7 decision record. Page 8 update opens a">
            <a:extLst xmlns:a="http://schemas.openxmlformats.org/drawingml/2006/main">
              <a:ext uri="{FF2B5EF4-FFF2-40B4-BE49-F238E27FC236}">
                <a16:creationId xmlns:a16="http://schemas.microsoft.com/office/drawing/2014/main" id="{F27241CB-4802-4177-8080-E373DA904609}"/>
              </a:ext>
            </a:extLst>
          </p:cNvPr>
          <p:cNvSpPr>
            <a:spLocks xmlns:a="http://schemas.openxmlformats.org/drawingml/2006/main" noGrp="1"/>
          </p:cNvSpPr>
          <p:nvPr/>
        </p:nvSpPr>
        <p:spPr>
          <a:xfrm xmlns:a="http://schemas.openxmlformats.org/drawingml/2006/main">
            <a:off x="714375" y="6038850"/>
            <a:ext cx="1066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1">
                <a:solidFill>
                  <a:srgbClr val="37D5BE"/>
                </a:solidFill>
                <a:latin typeface="Arial"/>
                <a:ea typeface="Arial"/>
                <a:cs typeface="Arial"/>
              </a:defRPr>
            </a:defPPr>
            <a:lvl1pPr algn="l">
              <a:defRPr sz="1650" b="1">
                <a:solidFill>
                  <a:srgbClr val="37D5BE"/>
                </a:solidFill>
                <a:latin typeface="Arial"/>
                <a:ea typeface="Arial"/>
                <a:cs typeface="Arial"/>
              </a:defRPr>
            </a:lvl1pPr>
            <a:lvl2pPr algn="l">
              <a:defRPr sz="1650" b="1">
                <a:solidFill>
                  <a:srgbClr val="37D5BE"/>
                </a:solidFill>
                <a:latin typeface="Arial"/>
                <a:ea typeface="Arial"/>
                <a:cs typeface="Arial"/>
              </a:defRPr>
            </a:lvl2pPr>
            <a:lvl3pPr algn="l">
              <a:defRPr sz="1650" b="1">
                <a:solidFill>
                  <a:srgbClr val="37D5BE"/>
                </a:solidFill>
                <a:latin typeface="Arial"/>
                <a:ea typeface="Arial"/>
                <a:cs typeface="Arial"/>
              </a:defRPr>
            </a:lvl3pPr>
            <a:lvl4pPr algn="l">
              <a:defRPr sz="1650" b="1">
                <a:solidFill>
                  <a:srgbClr val="37D5BE"/>
                </a:solidFill>
                <a:latin typeface="Arial"/>
                <a:ea typeface="Arial"/>
                <a:cs typeface="Arial"/>
              </a:defRPr>
            </a:lvl4pPr>
            <a:lvl5pPr algn="l">
              <a:defRPr sz="1650" b="1">
                <a:solidFill>
                  <a:srgbClr val="37D5BE"/>
                </a:solidFill>
                <a:latin typeface="Arial"/>
                <a:ea typeface="Arial"/>
                <a:cs typeface="Arial"/>
              </a:defRPr>
            </a:lvl5pPr>
            <a:lvl6pPr algn="l">
              <a:defRPr sz="1650" b="1">
                <a:solidFill>
                  <a:srgbClr val="37D5BE"/>
                </a:solidFill>
                <a:latin typeface="Arial"/>
                <a:ea typeface="Arial"/>
                <a:cs typeface="Arial"/>
              </a:defRPr>
            </a:lvl6pPr>
            <a:lvl7pPr algn="l">
              <a:defRPr sz="1650" b="1">
                <a:solidFill>
                  <a:srgbClr val="37D5BE"/>
                </a:solidFill>
                <a:latin typeface="Arial"/>
                <a:ea typeface="Arial"/>
                <a:cs typeface="Arial"/>
              </a:defRPr>
            </a:lvl7pPr>
            <a:lvl8pPr algn="l">
              <a:defRPr sz="1650" b="1">
                <a:solidFill>
                  <a:srgbClr val="37D5BE"/>
                </a:solidFill>
                <a:latin typeface="Arial"/>
                <a:ea typeface="Arial"/>
                <a:cs typeface="Arial"/>
              </a:defRPr>
            </a:lvl8pPr>
            <a:lvl9pPr algn="l">
              <a:defRPr sz="1650" b="1">
                <a:solidFill>
                  <a:srgbClr val="37D5BE"/>
                </a:solidFill>
                <a:latin typeface="Arial"/>
                <a:ea typeface="Arial"/>
                <a:cs typeface="Arial"/>
              </a:defRPr>
            </a:lvl9pPr>
          </a:lstStyle>
          <a:p xmlns:a="http://schemas.openxmlformats.org/drawingml/2006/main">
            <a:pPr algn="l">
              <a:defRPr sz="1650" b="1">
                <a:solidFill>
                  <a:srgbClr val="37D5BE"/>
                </a:solidFill>
                <a:latin typeface="Arial"/>
                <a:ea typeface="Arial"/>
                <a:cs typeface="Arial"/>
              </a:defRPr>
            </a:pPr>
            <a:r>
              <a:rPr sz="1650" b="1">
                <a:solidFill>
                  <a:srgbClr val="37D5BE"/>
                </a:solidFill>
                <a:latin typeface="Arial"/>
                <a:ea typeface="Arial"/>
                <a:cs typeface="Arial"/>
              </a:rPr>
              <a:t>Page 7 decision record. Page 8 update opens at the cue.</a:t>
            </a:r>
          </a:p>
        </p:txBody>
      </p:sp>
    </p:spTree>
    <p:extLst>
      <p:ext uri="{BB962C8B-B14F-4D97-AF65-F5344CB8AC3E}">
        <p14:creationId xmlns:p14="http://schemas.microsoft.com/office/powerpoint/2010/main" val="2030818040"/>
      </p:ext>
    </p:extLst>
  </p:cSld>
</p:sld>
</file>

<file path=ppt/slides/slide20.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15" name="slide-20-title">
            <a:extLst xmlns:a="http://schemas.openxmlformats.org/drawingml/2006/main">
              <a:ext uri="{FF2B5EF4-FFF2-40B4-BE49-F238E27FC236}">
                <a16:creationId xmlns:a16="http://schemas.microsoft.com/office/drawing/2014/main" id="{FDA7C825-DBC8-43A0-B4FC-EE2C9E001BB0}"/>
              </a:ext>
            </a:extLst>
          </p:cNvPr>
          <p:cNvSpPr>
            <a:spLocks xmlns:a="http://schemas.openxmlformats.org/drawingml/2006/main" noGrp="1"/>
          </p:cNvSpPr>
          <p:nvPr/>
        </p:nvSpPr>
        <p:spPr>
          <a:xfrm xmlns:a="http://schemas.openxmlformats.org/drawingml/2006/main">
            <a:off x="609600" y="476250"/>
            <a:ext cx="10858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112B3A"/>
                </a:solidFill>
                <a:latin typeface="Arial"/>
                <a:ea typeface="Arial"/>
                <a:cs typeface="Arial"/>
              </a:defRPr>
            </a:defPPr>
            <a:lvl1pPr algn="l">
              <a:defRPr sz="3150" b="1">
                <a:solidFill>
                  <a:srgbClr val="112B3A"/>
                </a:solidFill>
                <a:latin typeface="Arial"/>
                <a:ea typeface="Arial"/>
                <a:cs typeface="Arial"/>
              </a:defRPr>
            </a:lvl1pPr>
            <a:lvl2pPr algn="l">
              <a:defRPr sz="3150" b="1">
                <a:solidFill>
                  <a:srgbClr val="112B3A"/>
                </a:solidFill>
                <a:latin typeface="Arial"/>
                <a:ea typeface="Arial"/>
                <a:cs typeface="Arial"/>
              </a:defRPr>
            </a:lvl2pPr>
            <a:lvl3pPr algn="l">
              <a:defRPr sz="3150" b="1">
                <a:solidFill>
                  <a:srgbClr val="112B3A"/>
                </a:solidFill>
                <a:latin typeface="Arial"/>
                <a:ea typeface="Arial"/>
                <a:cs typeface="Arial"/>
              </a:defRPr>
            </a:lvl3pPr>
            <a:lvl4pPr algn="l">
              <a:defRPr sz="3150" b="1">
                <a:solidFill>
                  <a:srgbClr val="112B3A"/>
                </a:solidFill>
                <a:latin typeface="Arial"/>
                <a:ea typeface="Arial"/>
                <a:cs typeface="Arial"/>
              </a:defRPr>
            </a:lvl4pPr>
            <a:lvl5pPr algn="l">
              <a:defRPr sz="3150" b="1">
                <a:solidFill>
                  <a:srgbClr val="112B3A"/>
                </a:solidFill>
                <a:latin typeface="Arial"/>
                <a:ea typeface="Arial"/>
                <a:cs typeface="Arial"/>
              </a:defRPr>
            </a:lvl5pPr>
            <a:lvl6pPr algn="l">
              <a:defRPr sz="3150" b="1">
                <a:solidFill>
                  <a:srgbClr val="112B3A"/>
                </a:solidFill>
                <a:latin typeface="Arial"/>
                <a:ea typeface="Arial"/>
                <a:cs typeface="Arial"/>
              </a:defRPr>
            </a:lvl6pPr>
            <a:lvl7pPr algn="l">
              <a:defRPr sz="3150" b="1">
                <a:solidFill>
                  <a:srgbClr val="112B3A"/>
                </a:solidFill>
                <a:latin typeface="Arial"/>
                <a:ea typeface="Arial"/>
                <a:cs typeface="Arial"/>
              </a:defRPr>
            </a:lvl7pPr>
            <a:lvl8pPr algn="l">
              <a:defRPr sz="3150" b="1">
                <a:solidFill>
                  <a:srgbClr val="112B3A"/>
                </a:solidFill>
                <a:latin typeface="Arial"/>
                <a:ea typeface="Arial"/>
                <a:cs typeface="Arial"/>
              </a:defRPr>
            </a:lvl8pPr>
            <a:lvl9pPr algn="l">
              <a:defRPr sz="3150" b="1">
                <a:solidFill>
                  <a:srgbClr val="112B3A"/>
                </a:solidFill>
                <a:latin typeface="Arial"/>
                <a:ea typeface="Arial"/>
                <a:cs typeface="Arial"/>
              </a:defRPr>
            </a:lvl9pPr>
          </a:lstStyle>
          <a:p xmlns:a="http://schemas.openxmlformats.org/drawingml/2006/main">
            <a:pPr algn="l">
              <a:defRPr sz="3150" b="1">
                <a:solidFill>
                  <a:srgbClr val="112B3A"/>
                </a:solidFill>
                <a:latin typeface="Arial"/>
                <a:ea typeface="Arial"/>
                <a:cs typeface="Arial"/>
              </a:defRPr>
            </a:pPr>
            <a:r>
              <a:rPr sz="3150" b="1">
                <a:solidFill>
                  <a:srgbClr val="112B3A"/>
                </a:solidFill>
                <a:latin typeface="Arial"/>
                <a:ea typeface="Arial"/>
                <a:cs typeface="Arial"/>
              </a:rPr>
              <a:t>New evidence at minute 35</a:t>
            </a:r>
          </a:p>
        </p:txBody>
      </p:sp>
      <p:sp>
        <p:nvSpPr>
          <p:cNvPr id="2" name="Open page 9 and revise beside the original pl">
            <a:extLst xmlns:a="http://schemas.openxmlformats.org/drawingml/2006/main">
              <a:ext uri="{FF2B5EF4-FFF2-40B4-BE49-F238E27FC236}">
                <a16:creationId xmlns:a16="http://schemas.microsoft.com/office/drawing/2014/main" id="{A028F032-010B-4A23-9111-9DAD44940F89}"/>
              </a:ext>
            </a:extLst>
          </p:cNvPr>
          <p:cNvSpPr>
            <a:spLocks xmlns:a="http://schemas.openxmlformats.org/drawingml/2006/main" noGrp="1"/>
          </p:cNvSpPr>
          <p:nvPr/>
        </p:nvSpPr>
        <p:spPr>
          <a:xfrm xmlns:a="http://schemas.openxmlformats.org/drawingml/2006/main">
            <a:off x="647700" y="1257300"/>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a:solidFill>
                  <a:srgbClr val="526875"/>
                </a:solidFill>
                <a:latin typeface="Arial"/>
                <a:ea typeface="Arial"/>
                <a:cs typeface="Arial"/>
              </a:defRPr>
            </a:defPPr>
            <a:lvl1pPr algn="l">
              <a:defRPr sz="1500" b="0">
                <a:solidFill>
                  <a:srgbClr val="526875"/>
                </a:solidFill>
                <a:latin typeface="Arial"/>
                <a:ea typeface="Arial"/>
                <a:cs typeface="Arial"/>
              </a:defRPr>
            </a:lvl1pPr>
            <a:lvl2pPr algn="l">
              <a:defRPr sz="1500" b="0">
                <a:solidFill>
                  <a:srgbClr val="526875"/>
                </a:solidFill>
                <a:latin typeface="Arial"/>
                <a:ea typeface="Arial"/>
                <a:cs typeface="Arial"/>
              </a:defRPr>
            </a:lvl2pPr>
            <a:lvl3pPr algn="l">
              <a:defRPr sz="1500" b="0">
                <a:solidFill>
                  <a:srgbClr val="526875"/>
                </a:solidFill>
                <a:latin typeface="Arial"/>
                <a:ea typeface="Arial"/>
                <a:cs typeface="Arial"/>
              </a:defRPr>
            </a:lvl3pPr>
            <a:lvl4pPr algn="l">
              <a:defRPr sz="1500" b="0">
                <a:solidFill>
                  <a:srgbClr val="526875"/>
                </a:solidFill>
                <a:latin typeface="Arial"/>
                <a:ea typeface="Arial"/>
                <a:cs typeface="Arial"/>
              </a:defRPr>
            </a:lvl4pPr>
            <a:lvl5pPr algn="l">
              <a:defRPr sz="1500" b="0">
                <a:solidFill>
                  <a:srgbClr val="526875"/>
                </a:solidFill>
                <a:latin typeface="Arial"/>
                <a:ea typeface="Arial"/>
                <a:cs typeface="Arial"/>
              </a:defRPr>
            </a:lvl5pPr>
            <a:lvl6pPr algn="l">
              <a:defRPr sz="1500" b="0">
                <a:solidFill>
                  <a:srgbClr val="526875"/>
                </a:solidFill>
                <a:latin typeface="Arial"/>
                <a:ea typeface="Arial"/>
                <a:cs typeface="Arial"/>
              </a:defRPr>
            </a:lvl6pPr>
            <a:lvl7pPr algn="l">
              <a:defRPr sz="1500" b="0">
                <a:solidFill>
                  <a:srgbClr val="526875"/>
                </a:solidFill>
                <a:latin typeface="Arial"/>
                <a:ea typeface="Arial"/>
                <a:cs typeface="Arial"/>
              </a:defRPr>
            </a:lvl7pPr>
            <a:lvl8pPr algn="l">
              <a:defRPr sz="1500" b="0">
                <a:solidFill>
                  <a:srgbClr val="526875"/>
                </a:solidFill>
                <a:latin typeface="Arial"/>
                <a:ea typeface="Arial"/>
                <a:cs typeface="Arial"/>
              </a:defRPr>
            </a:lvl8pPr>
            <a:lvl9pPr algn="l">
              <a:defRPr sz="1500" b="0">
                <a:solidFill>
                  <a:srgbClr val="526875"/>
                </a:solidFill>
                <a:latin typeface="Arial"/>
                <a:ea typeface="Arial"/>
                <a:cs typeface="Arial"/>
              </a:defRPr>
            </a:lvl9pPr>
          </a:lstStyle>
          <a:p xmlns:a="http://schemas.openxmlformats.org/drawingml/2006/main">
            <a:pPr algn="l">
              <a:defRPr sz="1500" b="0">
                <a:solidFill>
                  <a:srgbClr val="526875"/>
                </a:solidFill>
                <a:latin typeface="Arial"/>
                <a:ea typeface="Arial"/>
                <a:cs typeface="Arial"/>
              </a:defRPr>
            </a:pPr>
            <a:r>
              <a:rPr sz="1500" b="0">
                <a:solidFill>
                  <a:srgbClr val="526875"/>
                </a:solidFill>
                <a:latin typeface="Arial"/>
                <a:ea typeface="Arial"/>
                <a:cs typeface="Arial"/>
              </a:rPr>
              <a:t>Open page 9 and revise beside the original plan</a:t>
            </a:r>
          </a:p>
        </p:txBody>
      </p:sp>
      <p:sp>
        <p:nvSpPr>
          <p:cNvPr id="3" name="20">
            <a:extLst xmlns:a="http://schemas.openxmlformats.org/drawingml/2006/main">
              <a:ext uri="{FF2B5EF4-FFF2-40B4-BE49-F238E27FC236}">
                <a16:creationId xmlns:a16="http://schemas.microsoft.com/office/drawing/2014/main" id="{DC3D74F4-1936-423D-98CE-7DC7DD4B0F06}"/>
              </a:ext>
            </a:extLst>
          </p:cNvPr>
          <p:cNvSpPr>
            <a:spLocks xmlns:a="http://schemas.openxmlformats.org/drawingml/2006/main" noGrp="1"/>
          </p:cNvSpPr>
          <p:nvPr/>
        </p:nvSpPr>
        <p:spPr>
          <a:xfrm xmlns:a="http://schemas.openxmlformats.org/drawingml/2006/main">
            <a:off x="11172825" y="641032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0">
                <a:solidFill>
                  <a:srgbClr val="526875"/>
                </a:solidFill>
                <a:latin typeface="Arial"/>
                <a:ea typeface="Arial"/>
                <a:cs typeface="Arial"/>
              </a:defRPr>
            </a:defPPr>
            <a:lvl1pPr algn="r">
              <a:defRPr sz="975" b="0">
                <a:solidFill>
                  <a:srgbClr val="526875"/>
                </a:solidFill>
                <a:latin typeface="Arial"/>
                <a:ea typeface="Arial"/>
                <a:cs typeface="Arial"/>
              </a:defRPr>
            </a:lvl1pPr>
            <a:lvl2pPr algn="r">
              <a:defRPr sz="975" b="0">
                <a:solidFill>
                  <a:srgbClr val="526875"/>
                </a:solidFill>
                <a:latin typeface="Arial"/>
                <a:ea typeface="Arial"/>
                <a:cs typeface="Arial"/>
              </a:defRPr>
            </a:lvl2pPr>
            <a:lvl3pPr algn="r">
              <a:defRPr sz="975" b="0">
                <a:solidFill>
                  <a:srgbClr val="526875"/>
                </a:solidFill>
                <a:latin typeface="Arial"/>
                <a:ea typeface="Arial"/>
                <a:cs typeface="Arial"/>
              </a:defRPr>
            </a:lvl3pPr>
            <a:lvl4pPr algn="r">
              <a:defRPr sz="975" b="0">
                <a:solidFill>
                  <a:srgbClr val="526875"/>
                </a:solidFill>
                <a:latin typeface="Arial"/>
                <a:ea typeface="Arial"/>
                <a:cs typeface="Arial"/>
              </a:defRPr>
            </a:lvl4pPr>
            <a:lvl5pPr algn="r">
              <a:defRPr sz="975" b="0">
                <a:solidFill>
                  <a:srgbClr val="526875"/>
                </a:solidFill>
                <a:latin typeface="Arial"/>
                <a:ea typeface="Arial"/>
                <a:cs typeface="Arial"/>
              </a:defRPr>
            </a:lvl5pPr>
            <a:lvl6pPr algn="r">
              <a:defRPr sz="975" b="0">
                <a:solidFill>
                  <a:srgbClr val="526875"/>
                </a:solidFill>
                <a:latin typeface="Arial"/>
                <a:ea typeface="Arial"/>
                <a:cs typeface="Arial"/>
              </a:defRPr>
            </a:lvl6pPr>
            <a:lvl7pPr algn="r">
              <a:defRPr sz="975" b="0">
                <a:solidFill>
                  <a:srgbClr val="526875"/>
                </a:solidFill>
                <a:latin typeface="Arial"/>
                <a:ea typeface="Arial"/>
                <a:cs typeface="Arial"/>
              </a:defRPr>
            </a:lvl7pPr>
            <a:lvl8pPr algn="r">
              <a:defRPr sz="975" b="0">
                <a:solidFill>
                  <a:srgbClr val="526875"/>
                </a:solidFill>
                <a:latin typeface="Arial"/>
                <a:ea typeface="Arial"/>
                <a:cs typeface="Arial"/>
              </a:defRPr>
            </a:lvl8pPr>
            <a:lvl9pPr algn="r">
              <a:defRPr sz="975" b="0">
                <a:solidFill>
                  <a:srgbClr val="526875"/>
                </a:solidFill>
                <a:latin typeface="Arial"/>
                <a:ea typeface="Arial"/>
                <a:cs typeface="Arial"/>
              </a:defRPr>
            </a:lvl9pPr>
          </a:lstStyle>
          <a:p xmlns:a="http://schemas.openxmlformats.org/drawingml/2006/main">
            <a:pPr algn="r">
              <a:defRPr sz="975" b="0">
                <a:solidFill>
                  <a:srgbClr val="526875"/>
                </a:solidFill>
                <a:latin typeface="Arial"/>
                <a:ea typeface="Arial"/>
                <a:cs typeface="Arial"/>
              </a:defRPr>
            </a:pPr>
            <a:r>
              <a:rPr sz="975" b="0">
                <a:solidFill>
                  <a:srgbClr val="526875"/>
                </a:solidFill>
                <a:latin typeface="Arial"/>
                <a:ea typeface="Arial"/>
                <a:cs typeface="Arial"/>
              </a:rPr>
              <a:t>20</a:t>
            </a:r>
          </a:p>
        </p:txBody>
      </p:sp>
      <p:sp>
        <p:nvSpPr>
          <p:cNvPr id="4" name="A">
            <a:extLst xmlns:a="http://schemas.openxmlformats.org/drawingml/2006/main">
              <a:ext uri="{FF2B5EF4-FFF2-40B4-BE49-F238E27FC236}">
                <a16:creationId xmlns:a16="http://schemas.microsoft.com/office/drawing/2014/main" id="{D0B68F54-F62A-4F8F-A2FA-9A5B112DDEC6}"/>
              </a:ext>
            </a:extLst>
          </p:cNvPr>
          <p:cNvSpPr>
            <a:spLocks xmlns:a="http://schemas.openxmlformats.org/drawingml/2006/main" noGrp="1"/>
          </p:cNvSpPr>
          <p:nvPr/>
        </p:nvSpPr>
        <p:spPr>
          <a:xfrm xmlns:a="http://schemas.openxmlformats.org/drawingml/2006/main">
            <a:off x="723900" y="1990725"/>
            <a:ext cx="762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450" b="1">
                <a:solidFill>
                  <a:srgbClr val="F7785D"/>
                </a:solidFill>
                <a:latin typeface="Arial"/>
                <a:ea typeface="Arial"/>
                <a:cs typeface="Arial"/>
              </a:defRPr>
            </a:defPPr>
            <a:lvl1pPr algn="l">
              <a:defRPr sz="3450" b="1">
                <a:solidFill>
                  <a:srgbClr val="F7785D"/>
                </a:solidFill>
                <a:latin typeface="Arial"/>
                <a:ea typeface="Arial"/>
                <a:cs typeface="Arial"/>
              </a:defRPr>
            </a:lvl1pPr>
            <a:lvl2pPr algn="l">
              <a:defRPr sz="3450" b="1">
                <a:solidFill>
                  <a:srgbClr val="F7785D"/>
                </a:solidFill>
                <a:latin typeface="Arial"/>
                <a:ea typeface="Arial"/>
                <a:cs typeface="Arial"/>
              </a:defRPr>
            </a:lvl2pPr>
            <a:lvl3pPr algn="l">
              <a:defRPr sz="3450" b="1">
                <a:solidFill>
                  <a:srgbClr val="F7785D"/>
                </a:solidFill>
                <a:latin typeface="Arial"/>
                <a:ea typeface="Arial"/>
                <a:cs typeface="Arial"/>
              </a:defRPr>
            </a:lvl3pPr>
            <a:lvl4pPr algn="l">
              <a:defRPr sz="3450" b="1">
                <a:solidFill>
                  <a:srgbClr val="F7785D"/>
                </a:solidFill>
                <a:latin typeface="Arial"/>
                <a:ea typeface="Arial"/>
                <a:cs typeface="Arial"/>
              </a:defRPr>
            </a:lvl4pPr>
            <a:lvl5pPr algn="l">
              <a:defRPr sz="3450" b="1">
                <a:solidFill>
                  <a:srgbClr val="F7785D"/>
                </a:solidFill>
                <a:latin typeface="Arial"/>
                <a:ea typeface="Arial"/>
                <a:cs typeface="Arial"/>
              </a:defRPr>
            </a:lvl5pPr>
            <a:lvl6pPr algn="l">
              <a:defRPr sz="3450" b="1">
                <a:solidFill>
                  <a:srgbClr val="F7785D"/>
                </a:solidFill>
                <a:latin typeface="Arial"/>
                <a:ea typeface="Arial"/>
                <a:cs typeface="Arial"/>
              </a:defRPr>
            </a:lvl6pPr>
            <a:lvl7pPr algn="l">
              <a:defRPr sz="3450" b="1">
                <a:solidFill>
                  <a:srgbClr val="F7785D"/>
                </a:solidFill>
                <a:latin typeface="Arial"/>
                <a:ea typeface="Arial"/>
                <a:cs typeface="Arial"/>
              </a:defRPr>
            </a:lvl7pPr>
            <a:lvl8pPr algn="l">
              <a:defRPr sz="3450" b="1">
                <a:solidFill>
                  <a:srgbClr val="F7785D"/>
                </a:solidFill>
                <a:latin typeface="Arial"/>
                <a:ea typeface="Arial"/>
                <a:cs typeface="Arial"/>
              </a:defRPr>
            </a:lvl8pPr>
            <a:lvl9pPr algn="l">
              <a:defRPr sz="3450" b="1">
                <a:solidFill>
                  <a:srgbClr val="F7785D"/>
                </a:solidFill>
                <a:latin typeface="Arial"/>
                <a:ea typeface="Arial"/>
                <a:cs typeface="Arial"/>
              </a:defRPr>
            </a:lvl9pPr>
          </a:lstStyle>
          <a:p xmlns:a="http://schemas.openxmlformats.org/drawingml/2006/main">
            <a:pPr algn="l">
              <a:defRPr sz="3450" b="1">
                <a:solidFill>
                  <a:srgbClr val="F7785D"/>
                </a:solidFill>
                <a:latin typeface="Arial"/>
                <a:ea typeface="Arial"/>
                <a:cs typeface="Arial"/>
              </a:defRPr>
            </a:pPr>
            <a:r>
              <a:rPr sz="3450" b="1">
                <a:solidFill>
                  <a:srgbClr val="F7785D"/>
                </a:solidFill>
                <a:latin typeface="Arial"/>
                <a:ea typeface="Arial"/>
                <a:cs typeface="Arial"/>
              </a:rPr>
              <a:t>A</a:t>
            </a:r>
          </a:p>
        </p:txBody>
      </p:sp>
      <p:sp>
        <p:nvSpPr>
          <p:cNvPr id="5" name="Second replica shares image; host-access gap">
            <a:extLst xmlns:a="http://schemas.openxmlformats.org/drawingml/2006/main">
              <a:ext uri="{FF2B5EF4-FFF2-40B4-BE49-F238E27FC236}">
                <a16:creationId xmlns:a16="http://schemas.microsoft.com/office/drawing/2014/main" id="{68CCA60F-8F24-4A3B-867F-AC69F5C0B30A}"/>
              </a:ext>
            </a:extLst>
          </p:cNvPr>
          <p:cNvSpPr>
            <a:spLocks xmlns:a="http://schemas.openxmlformats.org/drawingml/2006/main" noGrp="1"/>
          </p:cNvSpPr>
          <p:nvPr/>
        </p:nvSpPr>
        <p:spPr>
          <a:xfrm xmlns:a="http://schemas.openxmlformats.org/drawingml/2006/main">
            <a:off x="1800225" y="2038350"/>
            <a:ext cx="962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112B3A"/>
                </a:solidFill>
                <a:latin typeface="Arial"/>
                <a:ea typeface="Arial"/>
                <a:cs typeface="Arial"/>
              </a:defRPr>
            </a:defPPr>
            <a:lvl1pPr algn="l">
              <a:defRPr sz="2100" b="0">
                <a:solidFill>
                  <a:srgbClr val="112B3A"/>
                </a:solidFill>
                <a:latin typeface="Arial"/>
                <a:ea typeface="Arial"/>
                <a:cs typeface="Arial"/>
              </a:defRPr>
            </a:lvl1pPr>
            <a:lvl2pPr algn="l">
              <a:defRPr sz="2100" b="0">
                <a:solidFill>
                  <a:srgbClr val="112B3A"/>
                </a:solidFill>
                <a:latin typeface="Arial"/>
                <a:ea typeface="Arial"/>
                <a:cs typeface="Arial"/>
              </a:defRPr>
            </a:lvl2pPr>
            <a:lvl3pPr algn="l">
              <a:defRPr sz="2100" b="0">
                <a:solidFill>
                  <a:srgbClr val="112B3A"/>
                </a:solidFill>
                <a:latin typeface="Arial"/>
                <a:ea typeface="Arial"/>
                <a:cs typeface="Arial"/>
              </a:defRPr>
            </a:lvl3pPr>
            <a:lvl4pPr algn="l">
              <a:defRPr sz="2100" b="0">
                <a:solidFill>
                  <a:srgbClr val="112B3A"/>
                </a:solidFill>
                <a:latin typeface="Arial"/>
                <a:ea typeface="Arial"/>
                <a:cs typeface="Arial"/>
              </a:defRPr>
            </a:lvl4pPr>
            <a:lvl5pPr algn="l">
              <a:defRPr sz="2100" b="0">
                <a:solidFill>
                  <a:srgbClr val="112B3A"/>
                </a:solidFill>
                <a:latin typeface="Arial"/>
                <a:ea typeface="Arial"/>
                <a:cs typeface="Arial"/>
              </a:defRPr>
            </a:lvl5pPr>
            <a:lvl6pPr algn="l">
              <a:defRPr sz="2100" b="0">
                <a:solidFill>
                  <a:srgbClr val="112B3A"/>
                </a:solidFill>
                <a:latin typeface="Arial"/>
                <a:ea typeface="Arial"/>
                <a:cs typeface="Arial"/>
              </a:defRPr>
            </a:lvl6pPr>
            <a:lvl7pPr algn="l">
              <a:defRPr sz="2100" b="0">
                <a:solidFill>
                  <a:srgbClr val="112B3A"/>
                </a:solidFill>
                <a:latin typeface="Arial"/>
                <a:ea typeface="Arial"/>
                <a:cs typeface="Arial"/>
              </a:defRPr>
            </a:lvl7pPr>
            <a:lvl8pPr algn="l">
              <a:defRPr sz="2100" b="0">
                <a:solidFill>
                  <a:srgbClr val="112B3A"/>
                </a:solidFill>
                <a:latin typeface="Arial"/>
                <a:ea typeface="Arial"/>
                <a:cs typeface="Arial"/>
              </a:defRPr>
            </a:lvl8pPr>
            <a:lvl9pPr algn="l">
              <a:defRPr sz="2100" b="0">
                <a:solidFill>
                  <a:srgbClr val="112B3A"/>
                </a:solidFill>
                <a:latin typeface="Arial"/>
                <a:ea typeface="Arial"/>
                <a:cs typeface="Arial"/>
              </a:defRPr>
            </a:lvl9pPr>
          </a:lstStyle>
          <a:p xmlns:a="http://schemas.openxmlformats.org/drawingml/2006/main">
            <a:pPr algn="l">
              <a:defRPr sz="2100" b="0">
                <a:solidFill>
                  <a:srgbClr val="112B3A"/>
                </a:solidFill>
                <a:latin typeface="Arial"/>
                <a:ea typeface="Arial"/>
                <a:cs typeface="Arial"/>
              </a:defRPr>
            </a:pPr>
            <a:r>
              <a:rPr sz="2100" b="0">
                <a:solidFill>
                  <a:srgbClr val="112B3A"/>
                </a:solidFill>
                <a:latin typeface="Arial"/>
                <a:ea typeface="Arial"/>
                <a:cs typeface="Arial"/>
              </a:rPr>
              <a:t>Second replica shares image; host-access gap</a:t>
            </a:r>
          </a:p>
        </p:txBody>
      </p:sp>
      <p:sp>
        <p:nvSpPr>
          <p:cNvPr id="6" name="diagram-boundary">
            <a:extLst xmlns:a="http://schemas.openxmlformats.org/drawingml/2006/main">
              <a:ext uri="{FF2B5EF4-FFF2-40B4-BE49-F238E27FC236}">
                <a16:creationId xmlns:a16="http://schemas.microsoft.com/office/drawing/2014/main" id="{FDAE2562-DF8A-4DDD-81FE-05622879E3D6}"/>
              </a:ext>
            </a:extLst>
          </p:cNvPr>
          <p:cNvSpPr>
            <a:spLocks xmlns:a="http://schemas.openxmlformats.org/drawingml/2006/main" noGrp="1"/>
          </p:cNvSpPr>
          <p:nvPr/>
        </p:nvSpPr>
        <p:spPr>
          <a:xfrm xmlns:a="http://schemas.openxmlformats.org/drawingml/2006/main">
            <a:off x="1800225" y="2724150"/>
            <a:ext cx="9525000" cy="19050"/>
          </a:xfrm>
          <a:prstGeom xmlns:a="http://schemas.openxmlformats.org/drawingml/2006/main" prst="rect">
            <a:avLst/>
          </a:prstGeom>
          <a:solidFill xmlns:a="http://schemas.openxmlformats.org/drawingml/2006/main">
            <a:srgbClr val="D7DCD8"/>
          </a:solidFill>
          <a:ln xmlns:a="http://schemas.openxmlformats.org/drawingml/2006/main" w="0">
            <a:noFill/>
            <a:prstDash val="solid"/>
          </a:ln>
        </p:spPr>
      </p:sp>
      <p:sp>
        <p:nvSpPr>
          <p:cNvPr id="7" name="B">
            <a:extLst xmlns:a="http://schemas.openxmlformats.org/drawingml/2006/main">
              <a:ext uri="{FF2B5EF4-FFF2-40B4-BE49-F238E27FC236}">
                <a16:creationId xmlns:a16="http://schemas.microsoft.com/office/drawing/2014/main" id="{18B752BB-C241-4FE9-983B-974F56DF6B2B}"/>
              </a:ext>
            </a:extLst>
          </p:cNvPr>
          <p:cNvSpPr>
            <a:spLocks xmlns:a="http://schemas.openxmlformats.org/drawingml/2006/main" noGrp="1"/>
          </p:cNvSpPr>
          <p:nvPr/>
        </p:nvSpPr>
        <p:spPr>
          <a:xfrm xmlns:a="http://schemas.openxmlformats.org/drawingml/2006/main">
            <a:off x="723900" y="2952750"/>
            <a:ext cx="762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450" b="1">
                <a:solidFill>
                  <a:srgbClr val="D99524"/>
                </a:solidFill>
                <a:latin typeface="Arial"/>
                <a:ea typeface="Arial"/>
                <a:cs typeface="Arial"/>
              </a:defRPr>
            </a:defPPr>
            <a:lvl1pPr algn="l">
              <a:defRPr sz="3450" b="1">
                <a:solidFill>
                  <a:srgbClr val="D99524"/>
                </a:solidFill>
                <a:latin typeface="Arial"/>
                <a:ea typeface="Arial"/>
                <a:cs typeface="Arial"/>
              </a:defRPr>
            </a:lvl1pPr>
            <a:lvl2pPr algn="l">
              <a:defRPr sz="3450" b="1">
                <a:solidFill>
                  <a:srgbClr val="D99524"/>
                </a:solidFill>
                <a:latin typeface="Arial"/>
                <a:ea typeface="Arial"/>
                <a:cs typeface="Arial"/>
              </a:defRPr>
            </a:lvl2pPr>
            <a:lvl3pPr algn="l">
              <a:defRPr sz="3450" b="1">
                <a:solidFill>
                  <a:srgbClr val="D99524"/>
                </a:solidFill>
                <a:latin typeface="Arial"/>
                <a:ea typeface="Arial"/>
                <a:cs typeface="Arial"/>
              </a:defRPr>
            </a:lvl3pPr>
            <a:lvl4pPr algn="l">
              <a:defRPr sz="3450" b="1">
                <a:solidFill>
                  <a:srgbClr val="D99524"/>
                </a:solidFill>
                <a:latin typeface="Arial"/>
                <a:ea typeface="Arial"/>
                <a:cs typeface="Arial"/>
              </a:defRPr>
            </a:lvl4pPr>
            <a:lvl5pPr algn="l">
              <a:defRPr sz="3450" b="1">
                <a:solidFill>
                  <a:srgbClr val="D99524"/>
                </a:solidFill>
                <a:latin typeface="Arial"/>
                <a:ea typeface="Arial"/>
                <a:cs typeface="Arial"/>
              </a:defRPr>
            </a:lvl5pPr>
            <a:lvl6pPr algn="l">
              <a:defRPr sz="3450" b="1">
                <a:solidFill>
                  <a:srgbClr val="D99524"/>
                </a:solidFill>
                <a:latin typeface="Arial"/>
                <a:ea typeface="Arial"/>
                <a:cs typeface="Arial"/>
              </a:defRPr>
            </a:lvl6pPr>
            <a:lvl7pPr algn="l">
              <a:defRPr sz="3450" b="1">
                <a:solidFill>
                  <a:srgbClr val="D99524"/>
                </a:solidFill>
                <a:latin typeface="Arial"/>
                <a:ea typeface="Arial"/>
                <a:cs typeface="Arial"/>
              </a:defRPr>
            </a:lvl7pPr>
            <a:lvl8pPr algn="l">
              <a:defRPr sz="3450" b="1">
                <a:solidFill>
                  <a:srgbClr val="D99524"/>
                </a:solidFill>
                <a:latin typeface="Arial"/>
                <a:ea typeface="Arial"/>
                <a:cs typeface="Arial"/>
              </a:defRPr>
            </a:lvl8pPr>
            <a:lvl9pPr algn="l">
              <a:defRPr sz="3450" b="1">
                <a:solidFill>
                  <a:srgbClr val="D99524"/>
                </a:solidFill>
                <a:latin typeface="Arial"/>
                <a:ea typeface="Arial"/>
                <a:cs typeface="Arial"/>
              </a:defRPr>
            </a:lvl9pPr>
          </a:lstStyle>
          <a:p xmlns:a="http://schemas.openxmlformats.org/drawingml/2006/main">
            <a:pPr algn="l">
              <a:defRPr sz="3450" b="1">
                <a:solidFill>
                  <a:srgbClr val="D99524"/>
                </a:solidFill>
                <a:latin typeface="Arial"/>
                <a:ea typeface="Arial"/>
                <a:cs typeface="Arial"/>
              </a:defRPr>
            </a:pPr>
            <a:r>
              <a:rPr sz="3450" b="1">
                <a:solidFill>
                  <a:srgbClr val="D99524"/>
                </a:solidFill>
                <a:latin typeface="Arial"/>
                <a:ea typeface="Arial"/>
                <a:cs typeface="Arial"/>
              </a:rPr>
              <a:t>B</a:t>
            </a:r>
          </a:p>
        </p:txBody>
      </p:sp>
      <p:sp>
        <p:nvSpPr>
          <p:cNvPr id="8" name="Ticket steers tools; debug subresource bypass">
            <a:extLst xmlns:a="http://schemas.openxmlformats.org/drawingml/2006/main">
              <a:ext uri="{FF2B5EF4-FFF2-40B4-BE49-F238E27FC236}">
                <a16:creationId xmlns:a16="http://schemas.microsoft.com/office/drawing/2014/main" id="{27FC6C86-91F7-49DB-B55B-991267517D2D}"/>
              </a:ext>
            </a:extLst>
          </p:cNvPr>
          <p:cNvSpPr>
            <a:spLocks xmlns:a="http://schemas.openxmlformats.org/drawingml/2006/main" noGrp="1"/>
          </p:cNvSpPr>
          <p:nvPr/>
        </p:nvSpPr>
        <p:spPr>
          <a:xfrm xmlns:a="http://schemas.openxmlformats.org/drawingml/2006/main">
            <a:off x="1800225" y="3000375"/>
            <a:ext cx="962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112B3A"/>
                </a:solidFill>
                <a:latin typeface="Arial"/>
                <a:ea typeface="Arial"/>
                <a:cs typeface="Arial"/>
              </a:defRPr>
            </a:defPPr>
            <a:lvl1pPr algn="l">
              <a:defRPr sz="2100" b="0">
                <a:solidFill>
                  <a:srgbClr val="112B3A"/>
                </a:solidFill>
                <a:latin typeface="Arial"/>
                <a:ea typeface="Arial"/>
                <a:cs typeface="Arial"/>
              </a:defRPr>
            </a:lvl1pPr>
            <a:lvl2pPr algn="l">
              <a:defRPr sz="2100" b="0">
                <a:solidFill>
                  <a:srgbClr val="112B3A"/>
                </a:solidFill>
                <a:latin typeface="Arial"/>
                <a:ea typeface="Arial"/>
                <a:cs typeface="Arial"/>
              </a:defRPr>
            </a:lvl2pPr>
            <a:lvl3pPr algn="l">
              <a:defRPr sz="2100" b="0">
                <a:solidFill>
                  <a:srgbClr val="112B3A"/>
                </a:solidFill>
                <a:latin typeface="Arial"/>
                <a:ea typeface="Arial"/>
                <a:cs typeface="Arial"/>
              </a:defRPr>
            </a:lvl3pPr>
            <a:lvl4pPr algn="l">
              <a:defRPr sz="2100" b="0">
                <a:solidFill>
                  <a:srgbClr val="112B3A"/>
                </a:solidFill>
                <a:latin typeface="Arial"/>
                <a:ea typeface="Arial"/>
                <a:cs typeface="Arial"/>
              </a:defRPr>
            </a:lvl4pPr>
            <a:lvl5pPr algn="l">
              <a:defRPr sz="2100" b="0">
                <a:solidFill>
                  <a:srgbClr val="112B3A"/>
                </a:solidFill>
                <a:latin typeface="Arial"/>
                <a:ea typeface="Arial"/>
                <a:cs typeface="Arial"/>
              </a:defRPr>
            </a:lvl5pPr>
            <a:lvl6pPr algn="l">
              <a:defRPr sz="2100" b="0">
                <a:solidFill>
                  <a:srgbClr val="112B3A"/>
                </a:solidFill>
                <a:latin typeface="Arial"/>
                <a:ea typeface="Arial"/>
                <a:cs typeface="Arial"/>
              </a:defRPr>
            </a:lvl6pPr>
            <a:lvl7pPr algn="l">
              <a:defRPr sz="2100" b="0">
                <a:solidFill>
                  <a:srgbClr val="112B3A"/>
                </a:solidFill>
                <a:latin typeface="Arial"/>
                <a:ea typeface="Arial"/>
                <a:cs typeface="Arial"/>
              </a:defRPr>
            </a:lvl7pPr>
            <a:lvl8pPr algn="l">
              <a:defRPr sz="2100" b="0">
                <a:solidFill>
                  <a:srgbClr val="112B3A"/>
                </a:solidFill>
                <a:latin typeface="Arial"/>
                <a:ea typeface="Arial"/>
                <a:cs typeface="Arial"/>
              </a:defRPr>
            </a:lvl8pPr>
            <a:lvl9pPr algn="l">
              <a:defRPr sz="2100" b="0">
                <a:solidFill>
                  <a:srgbClr val="112B3A"/>
                </a:solidFill>
                <a:latin typeface="Arial"/>
                <a:ea typeface="Arial"/>
                <a:cs typeface="Arial"/>
              </a:defRPr>
            </a:lvl9pPr>
          </a:lstStyle>
          <a:p xmlns:a="http://schemas.openxmlformats.org/drawingml/2006/main">
            <a:pPr algn="l">
              <a:defRPr sz="2100" b="0">
                <a:solidFill>
                  <a:srgbClr val="112B3A"/>
                </a:solidFill>
                <a:latin typeface="Arial"/>
                <a:ea typeface="Arial"/>
                <a:cs typeface="Arial"/>
              </a:defRPr>
            </a:pPr>
            <a:r>
              <a:rPr sz="2100" b="0">
                <a:solidFill>
                  <a:srgbClr val="112B3A"/>
                </a:solidFill>
                <a:latin typeface="Arial"/>
                <a:ea typeface="Arial"/>
                <a:cs typeface="Arial"/>
              </a:rPr>
              <a:t>Ticket steers tools; debug subresource bypass</a:t>
            </a:r>
          </a:p>
        </p:txBody>
      </p:sp>
      <p:sp>
        <p:nvSpPr>
          <p:cNvPr id="9" name="diagram-boundary">
            <a:extLst xmlns:a="http://schemas.openxmlformats.org/drawingml/2006/main">
              <a:ext uri="{FF2B5EF4-FFF2-40B4-BE49-F238E27FC236}">
                <a16:creationId xmlns:a16="http://schemas.microsoft.com/office/drawing/2014/main" id="{58842DA4-C5EB-4141-9DD7-7FB7AE17ADA3}"/>
              </a:ext>
            </a:extLst>
          </p:cNvPr>
          <p:cNvSpPr>
            <a:spLocks xmlns:a="http://schemas.openxmlformats.org/drawingml/2006/main" noGrp="1"/>
          </p:cNvSpPr>
          <p:nvPr/>
        </p:nvSpPr>
        <p:spPr>
          <a:xfrm xmlns:a="http://schemas.openxmlformats.org/drawingml/2006/main">
            <a:off x="1800225" y="3686175"/>
            <a:ext cx="9525000" cy="19050"/>
          </a:xfrm>
          <a:prstGeom xmlns:a="http://schemas.openxmlformats.org/drawingml/2006/main" prst="rect">
            <a:avLst/>
          </a:prstGeom>
          <a:solidFill xmlns:a="http://schemas.openxmlformats.org/drawingml/2006/main">
            <a:srgbClr val="D7DCD8"/>
          </a:solidFill>
          <a:ln xmlns:a="http://schemas.openxmlformats.org/drawingml/2006/main" w="0">
            <a:noFill/>
            <a:prstDash val="solid"/>
          </a:ln>
        </p:spPr>
      </p:sp>
      <p:sp>
        <p:nvSpPr>
          <p:cNvPr id="10" name="C">
            <a:extLst xmlns:a="http://schemas.openxmlformats.org/drawingml/2006/main">
              <a:ext uri="{FF2B5EF4-FFF2-40B4-BE49-F238E27FC236}">
                <a16:creationId xmlns:a16="http://schemas.microsoft.com/office/drawing/2014/main" id="{36C115B4-3DB5-4CD4-A05C-938D31F62E01}"/>
              </a:ext>
            </a:extLst>
          </p:cNvPr>
          <p:cNvSpPr>
            <a:spLocks xmlns:a="http://schemas.openxmlformats.org/drawingml/2006/main" noGrp="1"/>
          </p:cNvSpPr>
          <p:nvPr/>
        </p:nvSpPr>
        <p:spPr>
          <a:xfrm xmlns:a="http://schemas.openxmlformats.org/drawingml/2006/main">
            <a:off x="723900" y="3914775"/>
            <a:ext cx="762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450" b="1">
                <a:solidFill>
                  <a:srgbClr val="12846B"/>
                </a:solidFill>
                <a:latin typeface="Arial"/>
                <a:ea typeface="Arial"/>
                <a:cs typeface="Arial"/>
              </a:defRPr>
            </a:defPPr>
            <a:lvl1pPr algn="l">
              <a:defRPr sz="3450" b="1">
                <a:solidFill>
                  <a:srgbClr val="12846B"/>
                </a:solidFill>
                <a:latin typeface="Arial"/>
                <a:ea typeface="Arial"/>
                <a:cs typeface="Arial"/>
              </a:defRPr>
            </a:lvl1pPr>
            <a:lvl2pPr algn="l">
              <a:defRPr sz="3450" b="1">
                <a:solidFill>
                  <a:srgbClr val="12846B"/>
                </a:solidFill>
                <a:latin typeface="Arial"/>
                <a:ea typeface="Arial"/>
                <a:cs typeface="Arial"/>
              </a:defRPr>
            </a:lvl2pPr>
            <a:lvl3pPr algn="l">
              <a:defRPr sz="3450" b="1">
                <a:solidFill>
                  <a:srgbClr val="12846B"/>
                </a:solidFill>
                <a:latin typeface="Arial"/>
                <a:ea typeface="Arial"/>
                <a:cs typeface="Arial"/>
              </a:defRPr>
            </a:lvl3pPr>
            <a:lvl4pPr algn="l">
              <a:defRPr sz="3450" b="1">
                <a:solidFill>
                  <a:srgbClr val="12846B"/>
                </a:solidFill>
                <a:latin typeface="Arial"/>
                <a:ea typeface="Arial"/>
                <a:cs typeface="Arial"/>
              </a:defRPr>
            </a:lvl4pPr>
            <a:lvl5pPr algn="l">
              <a:defRPr sz="3450" b="1">
                <a:solidFill>
                  <a:srgbClr val="12846B"/>
                </a:solidFill>
                <a:latin typeface="Arial"/>
                <a:ea typeface="Arial"/>
                <a:cs typeface="Arial"/>
              </a:defRPr>
            </a:lvl5pPr>
            <a:lvl6pPr algn="l">
              <a:defRPr sz="3450" b="1">
                <a:solidFill>
                  <a:srgbClr val="12846B"/>
                </a:solidFill>
                <a:latin typeface="Arial"/>
                <a:ea typeface="Arial"/>
                <a:cs typeface="Arial"/>
              </a:defRPr>
            </a:lvl6pPr>
            <a:lvl7pPr algn="l">
              <a:defRPr sz="3450" b="1">
                <a:solidFill>
                  <a:srgbClr val="12846B"/>
                </a:solidFill>
                <a:latin typeface="Arial"/>
                <a:ea typeface="Arial"/>
                <a:cs typeface="Arial"/>
              </a:defRPr>
            </a:lvl7pPr>
            <a:lvl8pPr algn="l">
              <a:defRPr sz="3450" b="1">
                <a:solidFill>
                  <a:srgbClr val="12846B"/>
                </a:solidFill>
                <a:latin typeface="Arial"/>
                <a:ea typeface="Arial"/>
                <a:cs typeface="Arial"/>
              </a:defRPr>
            </a:lvl8pPr>
            <a:lvl9pPr algn="l">
              <a:defRPr sz="3450" b="1">
                <a:solidFill>
                  <a:srgbClr val="12846B"/>
                </a:solidFill>
                <a:latin typeface="Arial"/>
                <a:ea typeface="Arial"/>
                <a:cs typeface="Arial"/>
              </a:defRPr>
            </a:lvl9pPr>
          </a:lstStyle>
          <a:p xmlns:a="http://schemas.openxmlformats.org/drawingml/2006/main">
            <a:pPr algn="l">
              <a:defRPr sz="3450" b="1">
                <a:solidFill>
                  <a:srgbClr val="12846B"/>
                </a:solidFill>
                <a:latin typeface="Arial"/>
                <a:ea typeface="Arial"/>
                <a:cs typeface="Arial"/>
              </a:defRPr>
            </a:pPr>
            <a:r>
              <a:rPr sz="3450" b="1">
                <a:solidFill>
                  <a:srgbClr val="12846B"/>
                </a:solidFill>
                <a:latin typeface="Arial"/>
                <a:ea typeface="Arial"/>
                <a:cs typeface="Arial"/>
              </a:rPr>
              <a:t>C</a:t>
            </a:r>
          </a:p>
        </p:txBody>
      </p:sp>
      <p:sp>
        <p:nvSpPr>
          <p:cNvPr id="11" name="Human changes remain allowed; billing depends">
            <a:extLst xmlns:a="http://schemas.openxmlformats.org/drawingml/2006/main">
              <a:ext uri="{FF2B5EF4-FFF2-40B4-BE49-F238E27FC236}">
                <a16:creationId xmlns:a16="http://schemas.microsoft.com/office/drawing/2014/main" id="{75E994FB-29C5-4F79-88DF-00C56DA8FE5D}"/>
              </a:ext>
            </a:extLst>
          </p:cNvPr>
          <p:cNvSpPr>
            <a:spLocks xmlns:a="http://schemas.openxmlformats.org/drawingml/2006/main" noGrp="1"/>
          </p:cNvSpPr>
          <p:nvPr/>
        </p:nvSpPr>
        <p:spPr>
          <a:xfrm xmlns:a="http://schemas.openxmlformats.org/drawingml/2006/main">
            <a:off x="1800225" y="3962400"/>
            <a:ext cx="962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112B3A"/>
                </a:solidFill>
                <a:latin typeface="Arial"/>
                <a:ea typeface="Arial"/>
                <a:cs typeface="Arial"/>
              </a:defRPr>
            </a:defPPr>
            <a:lvl1pPr algn="l">
              <a:defRPr sz="2100" b="0">
                <a:solidFill>
                  <a:srgbClr val="112B3A"/>
                </a:solidFill>
                <a:latin typeface="Arial"/>
                <a:ea typeface="Arial"/>
                <a:cs typeface="Arial"/>
              </a:defRPr>
            </a:lvl1pPr>
            <a:lvl2pPr algn="l">
              <a:defRPr sz="2100" b="0">
                <a:solidFill>
                  <a:srgbClr val="112B3A"/>
                </a:solidFill>
                <a:latin typeface="Arial"/>
                <a:ea typeface="Arial"/>
                <a:cs typeface="Arial"/>
              </a:defRPr>
            </a:lvl2pPr>
            <a:lvl3pPr algn="l">
              <a:defRPr sz="2100" b="0">
                <a:solidFill>
                  <a:srgbClr val="112B3A"/>
                </a:solidFill>
                <a:latin typeface="Arial"/>
                <a:ea typeface="Arial"/>
                <a:cs typeface="Arial"/>
              </a:defRPr>
            </a:lvl3pPr>
            <a:lvl4pPr algn="l">
              <a:defRPr sz="2100" b="0">
                <a:solidFill>
                  <a:srgbClr val="112B3A"/>
                </a:solidFill>
                <a:latin typeface="Arial"/>
                <a:ea typeface="Arial"/>
                <a:cs typeface="Arial"/>
              </a:defRPr>
            </a:lvl4pPr>
            <a:lvl5pPr algn="l">
              <a:defRPr sz="2100" b="0">
                <a:solidFill>
                  <a:srgbClr val="112B3A"/>
                </a:solidFill>
                <a:latin typeface="Arial"/>
                <a:ea typeface="Arial"/>
                <a:cs typeface="Arial"/>
              </a:defRPr>
            </a:lvl5pPr>
            <a:lvl6pPr algn="l">
              <a:defRPr sz="2100" b="0">
                <a:solidFill>
                  <a:srgbClr val="112B3A"/>
                </a:solidFill>
                <a:latin typeface="Arial"/>
                <a:ea typeface="Arial"/>
                <a:cs typeface="Arial"/>
              </a:defRPr>
            </a:lvl6pPr>
            <a:lvl7pPr algn="l">
              <a:defRPr sz="2100" b="0">
                <a:solidFill>
                  <a:srgbClr val="112B3A"/>
                </a:solidFill>
                <a:latin typeface="Arial"/>
                <a:ea typeface="Arial"/>
                <a:cs typeface="Arial"/>
              </a:defRPr>
            </a:lvl7pPr>
            <a:lvl8pPr algn="l">
              <a:defRPr sz="2100" b="0">
                <a:solidFill>
                  <a:srgbClr val="112B3A"/>
                </a:solidFill>
                <a:latin typeface="Arial"/>
                <a:ea typeface="Arial"/>
                <a:cs typeface="Arial"/>
              </a:defRPr>
            </a:lvl8pPr>
            <a:lvl9pPr algn="l">
              <a:defRPr sz="2100" b="0">
                <a:solidFill>
                  <a:srgbClr val="112B3A"/>
                </a:solidFill>
                <a:latin typeface="Arial"/>
                <a:ea typeface="Arial"/>
                <a:cs typeface="Arial"/>
              </a:defRPr>
            </a:lvl9pPr>
          </a:lstStyle>
          <a:p xmlns:a="http://schemas.openxmlformats.org/drawingml/2006/main">
            <a:pPr algn="l">
              <a:defRPr sz="2100" b="0">
                <a:solidFill>
                  <a:srgbClr val="112B3A"/>
                </a:solidFill>
                <a:latin typeface="Arial"/>
                <a:ea typeface="Arial"/>
                <a:cs typeface="Arial"/>
              </a:defRPr>
            </a:pPr>
            <a:r>
              <a:rPr sz="2100" b="0">
                <a:solidFill>
                  <a:srgbClr val="112B3A"/>
                </a:solidFill>
                <a:latin typeface="Arial"/>
                <a:ea typeface="Arial"/>
                <a:cs typeface="Arial"/>
              </a:rPr>
              <a:t>Human changes remain allowed; billing depends on agent</a:t>
            </a:r>
          </a:p>
        </p:txBody>
      </p:sp>
      <p:sp>
        <p:nvSpPr>
          <p:cNvPr id="12" name="diagram-boundary">
            <a:extLst xmlns:a="http://schemas.openxmlformats.org/drawingml/2006/main">
              <a:ext uri="{FF2B5EF4-FFF2-40B4-BE49-F238E27FC236}">
                <a16:creationId xmlns:a16="http://schemas.microsoft.com/office/drawing/2014/main" id="{7DE0FD3B-4E97-451F-B4A3-D99F59323F69}"/>
              </a:ext>
            </a:extLst>
          </p:cNvPr>
          <p:cNvSpPr>
            <a:spLocks xmlns:a="http://schemas.openxmlformats.org/drawingml/2006/main" noGrp="1"/>
          </p:cNvSpPr>
          <p:nvPr/>
        </p:nvSpPr>
        <p:spPr>
          <a:xfrm xmlns:a="http://schemas.openxmlformats.org/drawingml/2006/main">
            <a:off x="1800225" y="4648200"/>
            <a:ext cx="9525000" cy="19050"/>
          </a:xfrm>
          <a:prstGeom xmlns:a="http://schemas.openxmlformats.org/drawingml/2006/main" prst="rect">
            <a:avLst/>
          </a:prstGeom>
          <a:solidFill xmlns:a="http://schemas.openxmlformats.org/drawingml/2006/main">
            <a:srgbClr val="D7DCD8"/>
          </a:solidFill>
          <a:ln xmlns:a="http://schemas.openxmlformats.org/drawingml/2006/main" w="0">
            <a:noFill/>
            <a:prstDash val="solid"/>
          </a:ln>
        </p:spPr>
      </p:sp>
      <p:sp>
        <p:nvSpPr>
          <p:cNvPr id="13" name="D">
            <a:extLst xmlns:a="http://schemas.openxmlformats.org/drawingml/2006/main">
              <a:ext uri="{FF2B5EF4-FFF2-40B4-BE49-F238E27FC236}">
                <a16:creationId xmlns:a16="http://schemas.microsoft.com/office/drawing/2014/main" id="{0DE370A2-5724-445E-8EB9-5616CDCD85F7}"/>
              </a:ext>
            </a:extLst>
          </p:cNvPr>
          <p:cNvSpPr>
            <a:spLocks xmlns:a="http://schemas.openxmlformats.org/drawingml/2006/main" noGrp="1"/>
          </p:cNvSpPr>
          <p:nvPr/>
        </p:nvSpPr>
        <p:spPr>
          <a:xfrm xmlns:a="http://schemas.openxmlformats.org/drawingml/2006/main">
            <a:off x="723900" y="4876800"/>
            <a:ext cx="762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450" b="1">
                <a:solidFill>
                  <a:srgbClr val="112B3A"/>
                </a:solidFill>
                <a:latin typeface="Arial"/>
                <a:ea typeface="Arial"/>
                <a:cs typeface="Arial"/>
              </a:defRPr>
            </a:defPPr>
            <a:lvl1pPr algn="l">
              <a:defRPr sz="3450" b="1">
                <a:solidFill>
                  <a:srgbClr val="112B3A"/>
                </a:solidFill>
                <a:latin typeface="Arial"/>
                <a:ea typeface="Arial"/>
                <a:cs typeface="Arial"/>
              </a:defRPr>
            </a:lvl1pPr>
            <a:lvl2pPr algn="l">
              <a:defRPr sz="3450" b="1">
                <a:solidFill>
                  <a:srgbClr val="112B3A"/>
                </a:solidFill>
                <a:latin typeface="Arial"/>
                <a:ea typeface="Arial"/>
                <a:cs typeface="Arial"/>
              </a:defRPr>
            </a:lvl2pPr>
            <a:lvl3pPr algn="l">
              <a:defRPr sz="3450" b="1">
                <a:solidFill>
                  <a:srgbClr val="112B3A"/>
                </a:solidFill>
                <a:latin typeface="Arial"/>
                <a:ea typeface="Arial"/>
                <a:cs typeface="Arial"/>
              </a:defRPr>
            </a:lvl3pPr>
            <a:lvl4pPr algn="l">
              <a:defRPr sz="3450" b="1">
                <a:solidFill>
                  <a:srgbClr val="112B3A"/>
                </a:solidFill>
                <a:latin typeface="Arial"/>
                <a:ea typeface="Arial"/>
                <a:cs typeface="Arial"/>
              </a:defRPr>
            </a:lvl4pPr>
            <a:lvl5pPr algn="l">
              <a:defRPr sz="3450" b="1">
                <a:solidFill>
                  <a:srgbClr val="112B3A"/>
                </a:solidFill>
                <a:latin typeface="Arial"/>
                <a:ea typeface="Arial"/>
                <a:cs typeface="Arial"/>
              </a:defRPr>
            </a:lvl5pPr>
            <a:lvl6pPr algn="l">
              <a:defRPr sz="3450" b="1">
                <a:solidFill>
                  <a:srgbClr val="112B3A"/>
                </a:solidFill>
                <a:latin typeface="Arial"/>
                <a:ea typeface="Arial"/>
                <a:cs typeface="Arial"/>
              </a:defRPr>
            </a:lvl6pPr>
            <a:lvl7pPr algn="l">
              <a:defRPr sz="3450" b="1">
                <a:solidFill>
                  <a:srgbClr val="112B3A"/>
                </a:solidFill>
                <a:latin typeface="Arial"/>
                <a:ea typeface="Arial"/>
                <a:cs typeface="Arial"/>
              </a:defRPr>
            </a:lvl7pPr>
            <a:lvl8pPr algn="l">
              <a:defRPr sz="3450" b="1">
                <a:solidFill>
                  <a:srgbClr val="112B3A"/>
                </a:solidFill>
                <a:latin typeface="Arial"/>
                <a:ea typeface="Arial"/>
                <a:cs typeface="Arial"/>
              </a:defRPr>
            </a:lvl8pPr>
            <a:lvl9pPr algn="l">
              <a:defRPr sz="3450" b="1">
                <a:solidFill>
                  <a:srgbClr val="112B3A"/>
                </a:solidFill>
                <a:latin typeface="Arial"/>
                <a:ea typeface="Arial"/>
                <a:cs typeface="Arial"/>
              </a:defRPr>
            </a:lvl9pPr>
          </a:lstStyle>
          <a:p xmlns:a="http://schemas.openxmlformats.org/drawingml/2006/main">
            <a:pPr algn="l">
              <a:defRPr sz="3450" b="1">
                <a:solidFill>
                  <a:srgbClr val="112B3A"/>
                </a:solidFill>
                <a:latin typeface="Arial"/>
                <a:ea typeface="Arial"/>
                <a:cs typeface="Arial"/>
              </a:defRPr>
            </a:pPr>
            <a:r>
              <a:rPr sz="3450" b="1">
                <a:solidFill>
                  <a:srgbClr val="112B3A"/>
                </a:solidFill>
                <a:latin typeface="Arial"/>
                <a:ea typeface="Arial"/>
                <a:cs typeface="Arial"/>
              </a:rPr>
              <a:t>D</a:t>
            </a:r>
          </a:p>
        </p:txBody>
      </p:sp>
      <p:sp>
        <p:nvSpPr>
          <p:cNvPr id="14" name="Rotation affects DB proxy; replacement identi">
            <a:extLst xmlns:a="http://schemas.openxmlformats.org/drawingml/2006/main">
              <a:ext uri="{FF2B5EF4-FFF2-40B4-BE49-F238E27FC236}">
                <a16:creationId xmlns:a16="http://schemas.microsoft.com/office/drawing/2014/main" id="{1E4FCBDD-183E-4189-984B-260EF5DADDF0}"/>
              </a:ext>
            </a:extLst>
          </p:cNvPr>
          <p:cNvSpPr>
            <a:spLocks xmlns:a="http://schemas.openxmlformats.org/drawingml/2006/main" noGrp="1"/>
          </p:cNvSpPr>
          <p:nvPr/>
        </p:nvSpPr>
        <p:spPr>
          <a:xfrm xmlns:a="http://schemas.openxmlformats.org/drawingml/2006/main">
            <a:off x="1800225" y="4924425"/>
            <a:ext cx="962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112B3A"/>
                </a:solidFill>
                <a:latin typeface="Arial"/>
                <a:ea typeface="Arial"/>
                <a:cs typeface="Arial"/>
              </a:defRPr>
            </a:defPPr>
            <a:lvl1pPr algn="l">
              <a:defRPr sz="2100" b="0">
                <a:solidFill>
                  <a:srgbClr val="112B3A"/>
                </a:solidFill>
                <a:latin typeface="Arial"/>
                <a:ea typeface="Arial"/>
                <a:cs typeface="Arial"/>
              </a:defRPr>
            </a:lvl1pPr>
            <a:lvl2pPr algn="l">
              <a:defRPr sz="2100" b="0">
                <a:solidFill>
                  <a:srgbClr val="112B3A"/>
                </a:solidFill>
                <a:latin typeface="Arial"/>
                <a:ea typeface="Arial"/>
                <a:cs typeface="Arial"/>
              </a:defRPr>
            </a:lvl2pPr>
            <a:lvl3pPr algn="l">
              <a:defRPr sz="2100" b="0">
                <a:solidFill>
                  <a:srgbClr val="112B3A"/>
                </a:solidFill>
                <a:latin typeface="Arial"/>
                <a:ea typeface="Arial"/>
                <a:cs typeface="Arial"/>
              </a:defRPr>
            </a:lvl3pPr>
            <a:lvl4pPr algn="l">
              <a:defRPr sz="2100" b="0">
                <a:solidFill>
                  <a:srgbClr val="112B3A"/>
                </a:solidFill>
                <a:latin typeface="Arial"/>
                <a:ea typeface="Arial"/>
                <a:cs typeface="Arial"/>
              </a:defRPr>
            </a:lvl4pPr>
            <a:lvl5pPr algn="l">
              <a:defRPr sz="2100" b="0">
                <a:solidFill>
                  <a:srgbClr val="112B3A"/>
                </a:solidFill>
                <a:latin typeface="Arial"/>
                <a:ea typeface="Arial"/>
                <a:cs typeface="Arial"/>
              </a:defRPr>
            </a:lvl5pPr>
            <a:lvl6pPr algn="l">
              <a:defRPr sz="2100" b="0">
                <a:solidFill>
                  <a:srgbClr val="112B3A"/>
                </a:solidFill>
                <a:latin typeface="Arial"/>
                <a:ea typeface="Arial"/>
                <a:cs typeface="Arial"/>
              </a:defRPr>
            </a:lvl6pPr>
            <a:lvl7pPr algn="l">
              <a:defRPr sz="2100" b="0">
                <a:solidFill>
                  <a:srgbClr val="112B3A"/>
                </a:solidFill>
                <a:latin typeface="Arial"/>
                <a:ea typeface="Arial"/>
                <a:cs typeface="Arial"/>
              </a:defRPr>
            </a:lvl7pPr>
            <a:lvl8pPr algn="l">
              <a:defRPr sz="2100" b="0">
                <a:solidFill>
                  <a:srgbClr val="112B3A"/>
                </a:solidFill>
                <a:latin typeface="Arial"/>
                <a:ea typeface="Arial"/>
                <a:cs typeface="Arial"/>
              </a:defRPr>
            </a:lvl8pPr>
            <a:lvl9pPr algn="l">
              <a:defRPr sz="2100" b="0">
                <a:solidFill>
                  <a:srgbClr val="112B3A"/>
                </a:solidFill>
                <a:latin typeface="Arial"/>
                <a:ea typeface="Arial"/>
                <a:cs typeface="Arial"/>
              </a:defRPr>
            </a:lvl9pPr>
          </a:lstStyle>
          <a:p xmlns:a="http://schemas.openxmlformats.org/drawingml/2006/main">
            <a:pPr algn="l">
              <a:defRPr sz="2100" b="0">
                <a:solidFill>
                  <a:srgbClr val="112B3A"/>
                </a:solidFill>
                <a:latin typeface="Arial"/>
                <a:ea typeface="Arial"/>
                <a:cs typeface="Arial"/>
              </a:defRPr>
            </a:pPr>
            <a:r>
              <a:rPr sz="2100" b="0">
                <a:solidFill>
                  <a:srgbClr val="112B3A"/>
                </a:solidFill>
                <a:latin typeface="Arial"/>
                <a:ea typeface="Arial"/>
                <a:cs typeface="Arial"/>
              </a:rPr>
              <a:t>Rotation affects DB proxy; replacement identity offered</a:t>
            </a:r>
          </a:p>
        </p:txBody>
      </p:sp>
    </p:spTree>
    <p:extLst>
      <p:ext uri="{BB962C8B-B14F-4D97-AF65-F5344CB8AC3E}">
        <p14:creationId xmlns:p14="http://schemas.microsoft.com/office/powerpoint/2010/main" val="1550468820"/>
      </p:ext>
    </p:extLst>
  </p:cSld>
</p:sld>
</file>

<file path=ppt/slides/slide21.xml><?xml version="1.0" encoding="utf-8"?>
<p:sld xmlns:p="http://schemas.openxmlformats.org/presentationml/2006/main">
  <p:cSld>
    <p:bg>
      <p:bgPr>
        <a:solidFill xmlns:a="http://schemas.openxmlformats.org/drawingml/2006/main">
          <a:srgbClr val="081A29"/>
        </a:solidFill>
      </p:bgPr>
    </p:bg>
    <p:spTree>
      <p:nvGrpSpPr>
        <p:cNvPr id="1" name=""/>
        <p:cNvGrpSpPr/>
        <p:nvPr/>
      </p:nvGrpSpPr>
      <p:grpSpPr>
        <a:xfrm xmlns:a="http://schemas.openxmlformats.org/drawingml/2006/main"/>
      </p:grpSpPr>
      <p:sp>
        <p:nvSpPr>
          <p:cNvPr id="14" name="slide-21-title">
            <a:extLst xmlns:a="http://schemas.openxmlformats.org/drawingml/2006/main">
              <a:ext uri="{FF2B5EF4-FFF2-40B4-BE49-F238E27FC236}">
                <a16:creationId xmlns:a16="http://schemas.microsoft.com/office/drawing/2014/main" id="{FD950634-8DA3-41EB-A900-A4D84635A016}"/>
              </a:ext>
            </a:extLst>
          </p:cNvPr>
          <p:cNvSpPr>
            <a:spLocks xmlns:a="http://schemas.openxmlformats.org/drawingml/2006/main" noGrp="1"/>
          </p:cNvSpPr>
          <p:nvPr/>
        </p:nvSpPr>
        <p:spPr>
          <a:xfrm xmlns:a="http://schemas.openxmlformats.org/drawingml/2006/main">
            <a:off x="609600" y="476250"/>
            <a:ext cx="10858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FFFFFF"/>
                </a:solidFill>
                <a:latin typeface="Arial"/>
                <a:ea typeface="Arial"/>
                <a:cs typeface="Arial"/>
              </a:defRPr>
            </a:defPPr>
            <a:lvl1pPr algn="l">
              <a:defRPr sz="3150" b="1">
                <a:solidFill>
                  <a:srgbClr val="FFFFFF"/>
                </a:solidFill>
                <a:latin typeface="Arial"/>
                <a:ea typeface="Arial"/>
                <a:cs typeface="Arial"/>
              </a:defRPr>
            </a:lvl1pPr>
            <a:lvl2pPr algn="l">
              <a:defRPr sz="3150" b="1">
                <a:solidFill>
                  <a:srgbClr val="FFFFFF"/>
                </a:solidFill>
                <a:latin typeface="Arial"/>
                <a:ea typeface="Arial"/>
                <a:cs typeface="Arial"/>
              </a:defRPr>
            </a:lvl2pPr>
            <a:lvl3pPr algn="l">
              <a:defRPr sz="3150" b="1">
                <a:solidFill>
                  <a:srgbClr val="FFFFFF"/>
                </a:solidFill>
                <a:latin typeface="Arial"/>
                <a:ea typeface="Arial"/>
                <a:cs typeface="Arial"/>
              </a:defRPr>
            </a:lvl3pPr>
            <a:lvl4pPr algn="l">
              <a:defRPr sz="3150" b="1">
                <a:solidFill>
                  <a:srgbClr val="FFFFFF"/>
                </a:solidFill>
                <a:latin typeface="Arial"/>
                <a:ea typeface="Arial"/>
                <a:cs typeface="Arial"/>
              </a:defRPr>
            </a:lvl4pPr>
            <a:lvl5pPr algn="l">
              <a:defRPr sz="3150" b="1">
                <a:solidFill>
                  <a:srgbClr val="FFFFFF"/>
                </a:solidFill>
                <a:latin typeface="Arial"/>
                <a:ea typeface="Arial"/>
                <a:cs typeface="Arial"/>
              </a:defRPr>
            </a:lvl5pPr>
            <a:lvl6pPr algn="l">
              <a:defRPr sz="3150" b="1">
                <a:solidFill>
                  <a:srgbClr val="FFFFFF"/>
                </a:solidFill>
                <a:latin typeface="Arial"/>
                <a:ea typeface="Arial"/>
                <a:cs typeface="Arial"/>
              </a:defRPr>
            </a:lvl6pPr>
            <a:lvl7pPr algn="l">
              <a:defRPr sz="3150" b="1">
                <a:solidFill>
                  <a:srgbClr val="FFFFFF"/>
                </a:solidFill>
                <a:latin typeface="Arial"/>
                <a:ea typeface="Arial"/>
                <a:cs typeface="Arial"/>
              </a:defRPr>
            </a:lvl7pPr>
            <a:lvl8pPr algn="l">
              <a:defRPr sz="3150" b="1">
                <a:solidFill>
                  <a:srgbClr val="FFFFFF"/>
                </a:solidFill>
                <a:latin typeface="Arial"/>
                <a:ea typeface="Arial"/>
                <a:cs typeface="Arial"/>
              </a:defRPr>
            </a:lvl8pPr>
            <a:lvl9pPr algn="l">
              <a:defRPr sz="3150" b="1">
                <a:solidFill>
                  <a:srgbClr val="FFFFFF"/>
                </a:solidFill>
                <a:latin typeface="Arial"/>
                <a:ea typeface="Arial"/>
                <a:cs typeface="Arial"/>
              </a:defRPr>
            </a:lvl9pPr>
          </a:lstStyle>
          <a:p xmlns:a="http://schemas.openxmlformats.org/drawingml/2006/main">
            <a:pPr algn="l">
              <a:defRPr sz="3150" b="1">
                <a:solidFill>
                  <a:srgbClr val="FFFFFF"/>
                </a:solidFill>
                <a:latin typeface="Arial"/>
                <a:ea typeface="Arial"/>
                <a:cs typeface="Arial"/>
              </a:defRPr>
            </a:pPr>
            <a:r>
              <a:rPr sz="3150" b="1">
                <a:solidFill>
                  <a:srgbClr val="FFFFFF"/>
                </a:solidFill>
                <a:latin typeface="Arial"/>
                <a:ea typeface="Arial"/>
                <a:cs typeface="Arial"/>
              </a:rPr>
              <a:t>Four predictions before the lab results</a:t>
            </a:r>
          </a:p>
        </p:txBody>
      </p:sp>
      <p:sp>
        <p:nvSpPr>
          <p:cNvPr id="2" name="21">
            <a:extLst xmlns:a="http://schemas.openxmlformats.org/drawingml/2006/main">
              <a:ext uri="{FF2B5EF4-FFF2-40B4-BE49-F238E27FC236}">
                <a16:creationId xmlns:a16="http://schemas.microsoft.com/office/drawing/2014/main" id="{5683B6A3-9902-45C8-B5AC-29C1DFBE02EF}"/>
              </a:ext>
            </a:extLst>
          </p:cNvPr>
          <p:cNvSpPr>
            <a:spLocks xmlns:a="http://schemas.openxmlformats.org/drawingml/2006/main" noGrp="1"/>
          </p:cNvSpPr>
          <p:nvPr/>
        </p:nvSpPr>
        <p:spPr>
          <a:xfrm xmlns:a="http://schemas.openxmlformats.org/drawingml/2006/main">
            <a:off x="11172825" y="641032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0">
                <a:solidFill>
                  <a:srgbClr val="A8C1CA"/>
                </a:solidFill>
                <a:latin typeface="Arial"/>
                <a:ea typeface="Arial"/>
                <a:cs typeface="Arial"/>
              </a:defRPr>
            </a:defPPr>
            <a:lvl1pPr algn="r">
              <a:defRPr sz="975" b="0">
                <a:solidFill>
                  <a:srgbClr val="A8C1CA"/>
                </a:solidFill>
                <a:latin typeface="Arial"/>
                <a:ea typeface="Arial"/>
                <a:cs typeface="Arial"/>
              </a:defRPr>
            </a:lvl1pPr>
            <a:lvl2pPr algn="r">
              <a:defRPr sz="975" b="0">
                <a:solidFill>
                  <a:srgbClr val="A8C1CA"/>
                </a:solidFill>
                <a:latin typeface="Arial"/>
                <a:ea typeface="Arial"/>
                <a:cs typeface="Arial"/>
              </a:defRPr>
            </a:lvl2pPr>
            <a:lvl3pPr algn="r">
              <a:defRPr sz="975" b="0">
                <a:solidFill>
                  <a:srgbClr val="A8C1CA"/>
                </a:solidFill>
                <a:latin typeface="Arial"/>
                <a:ea typeface="Arial"/>
                <a:cs typeface="Arial"/>
              </a:defRPr>
            </a:lvl3pPr>
            <a:lvl4pPr algn="r">
              <a:defRPr sz="975" b="0">
                <a:solidFill>
                  <a:srgbClr val="A8C1CA"/>
                </a:solidFill>
                <a:latin typeface="Arial"/>
                <a:ea typeface="Arial"/>
                <a:cs typeface="Arial"/>
              </a:defRPr>
            </a:lvl4pPr>
            <a:lvl5pPr algn="r">
              <a:defRPr sz="975" b="0">
                <a:solidFill>
                  <a:srgbClr val="A8C1CA"/>
                </a:solidFill>
                <a:latin typeface="Arial"/>
                <a:ea typeface="Arial"/>
                <a:cs typeface="Arial"/>
              </a:defRPr>
            </a:lvl5pPr>
            <a:lvl6pPr algn="r">
              <a:defRPr sz="975" b="0">
                <a:solidFill>
                  <a:srgbClr val="A8C1CA"/>
                </a:solidFill>
                <a:latin typeface="Arial"/>
                <a:ea typeface="Arial"/>
                <a:cs typeface="Arial"/>
              </a:defRPr>
            </a:lvl6pPr>
            <a:lvl7pPr algn="r">
              <a:defRPr sz="975" b="0">
                <a:solidFill>
                  <a:srgbClr val="A8C1CA"/>
                </a:solidFill>
                <a:latin typeface="Arial"/>
                <a:ea typeface="Arial"/>
                <a:cs typeface="Arial"/>
              </a:defRPr>
            </a:lvl7pPr>
            <a:lvl8pPr algn="r">
              <a:defRPr sz="975" b="0">
                <a:solidFill>
                  <a:srgbClr val="A8C1CA"/>
                </a:solidFill>
                <a:latin typeface="Arial"/>
                <a:ea typeface="Arial"/>
                <a:cs typeface="Arial"/>
              </a:defRPr>
            </a:lvl8pPr>
            <a:lvl9pPr algn="r">
              <a:defRPr sz="975" b="0">
                <a:solidFill>
                  <a:srgbClr val="A8C1CA"/>
                </a:solidFill>
                <a:latin typeface="Arial"/>
                <a:ea typeface="Arial"/>
                <a:cs typeface="Arial"/>
              </a:defRPr>
            </a:lvl9pPr>
          </a:lstStyle>
          <a:p xmlns:a="http://schemas.openxmlformats.org/drawingml/2006/main">
            <a:pPr algn="r">
              <a:defRPr sz="975" b="0">
                <a:solidFill>
                  <a:srgbClr val="A8C1CA"/>
                </a:solidFill>
                <a:latin typeface="Arial"/>
                <a:ea typeface="Arial"/>
                <a:cs typeface="Arial"/>
              </a:defRPr>
            </a:pPr>
            <a:r>
              <a:rPr sz="975" b="0">
                <a:solidFill>
                  <a:srgbClr val="A8C1CA"/>
                </a:solidFill>
                <a:latin typeface="Arial"/>
                <a:ea typeface="Arial"/>
                <a:cs typeface="Arial"/>
              </a:rPr>
              <a:t>21</a:t>
            </a:r>
          </a:p>
        </p:txBody>
      </p:sp>
      <p:sp>
        <p:nvSpPr>
          <p:cNvPr id="3" name="DNS">
            <a:extLst xmlns:a="http://schemas.openxmlformats.org/drawingml/2006/main">
              <a:ext uri="{FF2B5EF4-FFF2-40B4-BE49-F238E27FC236}">
                <a16:creationId xmlns:a16="http://schemas.microsoft.com/office/drawing/2014/main" id="{C614C8B2-0135-4DB9-B41E-2985528FCC7B}"/>
              </a:ext>
            </a:extLst>
          </p:cNvPr>
          <p:cNvSpPr>
            <a:spLocks xmlns:a="http://schemas.openxmlformats.org/drawingml/2006/main" noGrp="1"/>
          </p:cNvSpPr>
          <p:nvPr/>
        </p:nvSpPr>
        <p:spPr>
          <a:xfrm xmlns:a="http://schemas.openxmlformats.org/drawingml/2006/main">
            <a:off x="685800" y="1866900"/>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37D5BE"/>
                </a:solidFill>
                <a:latin typeface="Arial"/>
                <a:ea typeface="Arial"/>
                <a:cs typeface="Arial"/>
              </a:defRPr>
            </a:defPPr>
            <a:lvl1pPr algn="l">
              <a:defRPr sz="1950" b="1">
                <a:solidFill>
                  <a:srgbClr val="37D5BE"/>
                </a:solidFill>
                <a:latin typeface="Arial"/>
                <a:ea typeface="Arial"/>
                <a:cs typeface="Arial"/>
              </a:defRPr>
            </a:lvl1pPr>
            <a:lvl2pPr algn="l">
              <a:defRPr sz="1950" b="1">
                <a:solidFill>
                  <a:srgbClr val="37D5BE"/>
                </a:solidFill>
                <a:latin typeface="Arial"/>
                <a:ea typeface="Arial"/>
                <a:cs typeface="Arial"/>
              </a:defRPr>
            </a:lvl2pPr>
            <a:lvl3pPr algn="l">
              <a:defRPr sz="1950" b="1">
                <a:solidFill>
                  <a:srgbClr val="37D5BE"/>
                </a:solidFill>
                <a:latin typeface="Arial"/>
                <a:ea typeface="Arial"/>
                <a:cs typeface="Arial"/>
              </a:defRPr>
            </a:lvl3pPr>
            <a:lvl4pPr algn="l">
              <a:defRPr sz="1950" b="1">
                <a:solidFill>
                  <a:srgbClr val="37D5BE"/>
                </a:solidFill>
                <a:latin typeface="Arial"/>
                <a:ea typeface="Arial"/>
                <a:cs typeface="Arial"/>
              </a:defRPr>
            </a:lvl4pPr>
            <a:lvl5pPr algn="l">
              <a:defRPr sz="1950" b="1">
                <a:solidFill>
                  <a:srgbClr val="37D5BE"/>
                </a:solidFill>
                <a:latin typeface="Arial"/>
                <a:ea typeface="Arial"/>
                <a:cs typeface="Arial"/>
              </a:defRPr>
            </a:lvl5pPr>
            <a:lvl6pPr algn="l">
              <a:defRPr sz="1950" b="1">
                <a:solidFill>
                  <a:srgbClr val="37D5BE"/>
                </a:solidFill>
                <a:latin typeface="Arial"/>
                <a:ea typeface="Arial"/>
                <a:cs typeface="Arial"/>
              </a:defRPr>
            </a:lvl6pPr>
            <a:lvl7pPr algn="l">
              <a:defRPr sz="1950" b="1">
                <a:solidFill>
                  <a:srgbClr val="37D5BE"/>
                </a:solidFill>
                <a:latin typeface="Arial"/>
                <a:ea typeface="Arial"/>
                <a:cs typeface="Arial"/>
              </a:defRPr>
            </a:lvl7pPr>
            <a:lvl8pPr algn="l">
              <a:defRPr sz="1950" b="1">
                <a:solidFill>
                  <a:srgbClr val="37D5BE"/>
                </a:solidFill>
                <a:latin typeface="Arial"/>
                <a:ea typeface="Arial"/>
                <a:cs typeface="Arial"/>
              </a:defRPr>
            </a:lvl8pPr>
            <a:lvl9pPr algn="l">
              <a:defRPr sz="1950" b="1">
                <a:solidFill>
                  <a:srgbClr val="37D5BE"/>
                </a:solidFill>
                <a:latin typeface="Arial"/>
                <a:ea typeface="Arial"/>
                <a:cs typeface="Arial"/>
              </a:defRPr>
            </a:lvl9pPr>
          </a:lstStyle>
          <a:p xmlns:a="http://schemas.openxmlformats.org/drawingml/2006/main">
            <a:pPr algn="l">
              <a:defRPr sz="1950" b="1">
                <a:solidFill>
                  <a:srgbClr val="37D5BE"/>
                </a:solidFill>
                <a:latin typeface="Arial"/>
                <a:ea typeface="Arial"/>
                <a:cs typeface="Arial"/>
              </a:defRPr>
            </a:pPr>
            <a:r>
              <a:rPr sz="1950" b="1">
                <a:solidFill>
                  <a:srgbClr val="37D5BE"/>
                </a:solidFill>
                <a:latin typeface="Arial"/>
                <a:ea typeface="Arial"/>
                <a:cs typeface="Arial"/>
              </a:rPr>
              <a:t>DNS</a:t>
            </a:r>
          </a:p>
        </p:txBody>
      </p:sp>
      <p:sp>
        <p:nvSpPr>
          <p:cNvPr id="4" name="Q2 allows DNS. Q3 adds deny-all. Does DNS sto">
            <a:extLst xmlns:a="http://schemas.openxmlformats.org/drawingml/2006/main">
              <a:ext uri="{FF2B5EF4-FFF2-40B4-BE49-F238E27FC236}">
                <a16:creationId xmlns:a16="http://schemas.microsoft.com/office/drawing/2014/main" id="{7289E4F7-B0DA-4358-BD18-4536BABCA0FC}"/>
              </a:ext>
            </a:extLst>
          </p:cNvPr>
          <p:cNvSpPr>
            <a:spLocks xmlns:a="http://schemas.openxmlformats.org/drawingml/2006/main" noGrp="1"/>
          </p:cNvSpPr>
          <p:nvPr/>
        </p:nvSpPr>
        <p:spPr>
          <a:xfrm xmlns:a="http://schemas.openxmlformats.org/drawingml/2006/main">
            <a:off x="2952750" y="1866900"/>
            <a:ext cx="847725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FFFFFF"/>
                </a:solidFill>
                <a:latin typeface="Arial"/>
                <a:ea typeface="Arial"/>
                <a:cs typeface="Arial"/>
              </a:defRPr>
            </a:defPPr>
            <a:lvl1pPr algn="l">
              <a:defRPr sz="2175" b="0">
                <a:solidFill>
                  <a:srgbClr val="FFFFFF"/>
                </a:solidFill>
                <a:latin typeface="Arial"/>
                <a:ea typeface="Arial"/>
                <a:cs typeface="Arial"/>
              </a:defRPr>
            </a:lvl1pPr>
            <a:lvl2pPr algn="l">
              <a:defRPr sz="2175" b="0">
                <a:solidFill>
                  <a:srgbClr val="FFFFFF"/>
                </a:solidFill>
                <a:latin typeface="Arial"/>
                <a:ea typeface="Arial"/>
                <a:cs typeface="Arial"/>
              </a:defRPr>
            </a:lvl2pPr>
            <a:lvl3pPr algn="l">
              <a:defRPr sz="2175" b="0">
                <a:solidFill>
                  <a:srgbClr val="FFFFFF"/>
                </a:solidFill>
                <a:latin typeface="Arial"/>
                <a:ea typeface="Arial"/>
                <a:cs typeface="Arial"/>
              </a:defRPr>
            </a:lvl3pPr>
            <a:lvl4pPr algn="l">
              <a:defRPr sz="2175" b="0">
                <a:solidFill>
                  <a:srgbClr val="FFFFFF"/>
                </a:solidFill>
                <a:latin typeface="Arial"/>
                <a:ea typeface="Arial"/>
                <a:cs typeface="Arial"/>
              </a:defRPr>
            </a:lvl4pPr>
            <a:lvl5pPr algn="l">
              <a:defRPr sz="2175" b="0">
                <a:solidFill>
                  <a:srgbClr val="FFFFFF"/>
                </a:solidFill>
                <a:latin typeface="Arial"/>
                <a:ea typeface="Arial"/>
                <a:cs typeface="Arial"/>
              </a:defRPr>
            </a:lvl5pPr>
            <a:lvl6pPr algn="l">
              <a:defRPr sz="2175" b="0">
                <a:solidFill>
                  <a:srgbClr val="FFFFFF"/>
                </a:solidFill>
                <a:latin typeface="Arial"/>
                <a:ea typeface="Arial"/>
                <a:cs typeface="Arial"/>
              </a:defRPr>
            </a:lvl6pPr>
            <a:lvl7pPr algn="l">
              <a:defRPr sz="2175" b="0">
                <a:solidFill>
                  <a:srgbClr val="FFFFFF"/>
                </a:solidFill>
                <a:latin typeface="Arial"/>
                <a:ea typeface="Arial"/>
                <a:cs typeface="Arial"/>
              </a:defRPr>
            </a:lvl7pPr>
            <a:lvl8pPr algn="l">
              <a:defRPr sz="2175" b="0">
                <a:solidFill>
                  <a:srgbClr val="FFFFFF"/>
                </a:solidFill>
                <a:latin typeface="Arial"/>
                <a:ea typeface="Arial"/>
                <a:cs typeface="Arial"/>
              </a:defRPr>
            </a:lvl8pPr>
            <a:lvl9pPr algn="l">
              <a:defRPr sz="2175" b="0">
                <a:solidFill>
                  <a:srgbClr val="FFFFFF"/>
                </a:solidFill>
                <a:latin typeface="Arial"/>
                <a:ea typeface="Arial"/>
                <a:cs typeface="Arial"/>
              </a:defRPr>
            </a:lvl9pPr>
          </a:lstStyle>
          <a:p xmlns:a="http://schemas.openxmlformats.org/drawingml/2006/main">
            <a:pPr algn="l">
              <a:defRPr sz="2175" b="0">
                <a:solidFill>
                  <a:srgbClr val="FFFFFF"/>
                </a:solidFill>
                <a:latin typeface="Arial"/>
                <a:ea typeface="Arial"/>
                <a:cs typeface="Arial"/>
              </a:defRPr>
            </a:pPr>
            <a:r>
              <a:rPr sz="2175" b="0">
                <a:solidFill>
                  <a:srgbClr val="FFFFFF"/>
                </a:solidFill>
                <a:latin typeface="Arial"/>
                <a:ea typeface="Arial"/>
                <a:cs typeface="Arial"/>
              </a:rPr>
              <a:t>Q2 allows DNS. Q3 adds deny-all. Does DNS stop?</a:t>
            </a:r>
          </a:p>
        </p:txBody>
      </p:sp>
      <p:sp>
        <p:nvSpPr>
          <p:cNvPr id="5" name="diagram-boundary">
            <a:extLst xmlns:a="http://schemas.openxmlformats.org/drawingml/2006/main">
              <a:ext uri="{FF2B5EF4-FFF2-40B4-BE49-F238E27FC236}">
                <a16:creationId xmlns:a16="http://schemas.microsoft.com/office/drawing/2014/main" id="{FDE94953-6071-4298-9FE0-8140F059406F}"/>
              </a:ext>
            </a:extLst>
          </p:cNvPr>
          <p:cNvSpPr>
            <a:spLocks xmlns:a="http://schemas.openxmlformats.org/drawingml/2006/main" noGrp="1"/>
          </p:cNvSpPr>
          <p:nvPr/>
        </p:nvSpPr>
        <p:spPr>
          <a:xfrm xmlns:a="http://schemas.openxmlformats.org/drawingml/2006/main">
            <a:off x="685800" y="2686050"/>
            <a:ext cx="10715625" cy="19050"/>
          </a:xfrm>
          <a:prstGeom xmlns:a="http://schemas.openxmlformats.org/drawingml/2006/main" prst="rect">
            <a:avLst/>
          </a:prstGeom>
          <a:solidFill xmlns:a="http://schemas.openxmlformats.org/drawingml/2006/main">
            <a:srgbClr val="315160"/>
          </a:solidFill>
          <a:ln xmlns:a="http://schemas.openxmlformats.org/drawingml/2006/main" w="0">
            <a:noFill/>
            <a:prstDash val="solid"/>
          </a:ln>
        </p:spPr>
      </p:sp>
      <p:sp>
        <p:nvSpPr>
          <p:cNvPr id="6" name="PDB">
            <a:extLst xmlns:a="http://schemas.openxmlformats.org/drawingml/2006/main">
              <a:ext uri="{FF2B5EF4-FFF2-40B4-BE49-F238E27FC236}">
                <a16:creationId xmlns:a16="http://schemas.microsoft.com/office/drawing/2014/main" id="{39DA0FB9-3964-4BC7-944A-571A20972ED9}"/>
              </a:ext>
            </a:extLst>
          </p:cNvPr>
          <p:cNvSpPr>
            <a:spLocks xmlns:a="http://schemas.openxmlformats.org/drawingml/2006/main" noGrp="1"/>
          </p:cNvSpPr>
          <p:nvPr/>
        </p:nvSpPr>
        <p:spPr>
          <a:xfrm xmlns:a="http://schemas.openxmlformats.org/drawingml/2006/main">
            <a:off x="685800" y="2924175"/>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37D5BE"/>
                </a:solidFill>
                <a:latin typeface="Arial"/>
                <a:ea typeface="Arial"/>
                <a:cs typeface="Arial"/>
              </a:defRPr>
            </a:defPPr>
            <a:lvl1pPr algn="l">
              <a:defRPr sz="1950" b="1">
                <a:solidFill>
                  <a:srgbClr val="37D5BE"/>
                </a:solidFill>
                <a:latin typeface="Arial"/>
                <a:ea typeface="Arial"/>
                <a:cs typeface="Arial"/>
              </a:defRPr>
            </a:lvl1pPr>
            <a:lvl2pPr algn="l">
              <a:defRPr sz="1950" b="1">
                <a:solidFill>
                  <a:srgbClr val="37D5BE"/>
                </a:solidFill>
                <a:latin typeface="Arial"/>
                <a:ea typeface="Arial"/>
                <a:cs typeface="Arial"/>
              </a:defRPr>
            </a:lvl2pPr>
            <a:lvl3pPr algn="l">
              <a:defRPr sz="1950" b="1">
                <a:solidFill>
                  <a:srgbClr val="37D5BE"/>
                </a:solidFill>
                <a:latin typeface="Arial"/>
                <a:ea typeface="Arial"/>
                <a:cs typeface="Arial"/>
              </a:defRPr>
            </a:lvl3pPr>
            <a:lvl4pPr algn="l">
              <a:defRPr sz="1950" b="1">
                <a:solidFill>
                  <a:srgbClr val="37D5BE"/>
                </a:solidFill>
                <a:latin typeface="Arial"/>
                <a:ea typeface="Arial"/>
                <a:cs typeface="Arial"/>
              </a:defRPr>
            </a:lvl4pPr>
            <a:lvl5pPr algn="l">
              <a:defRPr sz="1950" b="1">
                <a:solidFill>
                  <a:srgbClr val="37D5BE"/>
                </a:solidFill>
                <a:latin typeface="Arial"/>
                <a:ea typeface="Arial"/>
                <a:cs typeface="Arial"/>
              </a:defRPr>
            </a:lvl5pPr>
            <a:lvl6pPr algn="l">
              <a:defRPr sz="1950" b="1">
                <a:solidFill>
                  <a:srgbClr val="37D5BE"/>
                </a:solidFill>
                <a:latin typeface="Arial"/>
                <a:ea typeface="Arial"/>
                <a:cs typeface="Arial"/>
              </a:defRPr>
            </a:lvl6pPr>
            <a:lvl7pPr algn="l">
              <a:defRPr sz="1950" b="1">
                <a:solidFill>
                  <a:srgbClr val="37D5BE"/>
                </a:solidFill>
                <a:latin typeface="Arial"/>
                <a:ea typeface="Arial"/>
                <a:cs typeface="Arial"/>
              </a:defRPr>
            </a:lvl7pPr>
            <a:lvl8pPr algn="l">
              <a:defRPr sz="1950" b="1">
                <a:solidFill>
                  <a:srgbClr val="37D5BE"/>
                </a:solidFill>
                <a:latin typeface="Arial"/>
                <a:ea typeface="Arial"/>
                <a:cs typeface="Arial"/>
              </a:defRPr>
            </a:lvl8pPr>
            <a:lvl9pPr algn="l">
              <a:defRPr sz="1950" b="1">
                <a:solidFill>
                  <a:srgbClr val="37D5BE"/>
                </a:solidFill>
                <a:latin typeface="Arial"/>
                <a:ea typeface="Arial"/>
                <a:cs typeface="Arial"/>
              </a:defRPr>
            </a:lvl9pPr>
          </a:lstStyle>
          <a:p xmlns:a="http://schemas.openxmlformats.org/drawingml/2006/main">
            <a:pPr algn="l">
              <a:defRPr sz="1950" b="1">
                <a:solidFill>
                  <a:srgbClr val="37D5BE"/>
                </a:solidFill>
                <a:latin typeface="Arial"/>
                <a:ea typeface="Arial"/>
                <a:cs typeface="Arial"/>
              </a:defRPr>
            </a:pPr>
            <a:r>
              <a:rPr sz="1950" b="1">
                <a:solidFill>
                  <a:srgbClr val="37D5BE"/>
                </a:solidFill>
                <a:latin typeface="Arial"/>
                <a:ea typeface="Arial"/>
                <a:cs typeface="Arial"/>
              </a:rPr>
              <a:t>PDB</a:t>
            </a:r>
          </a:p>
        </p:txBody>
      </p:sp>
      <p:sp>
        <p:nvSpPr>
          <p:cNvPr id="7" name="3 Ready, minimum 2, replacement blocked. Seco">
            <a:extLst xmlns:a="http://schemas.openxmlformats.org/drawingml/2006/main">
              <a:ext uri="{FF2B5EF4-FFF2-40B4-BE49-F238E27FC236}">
                <a16:creationId xmlns:a16="http://schemas.microsoft.com/office/drawing/2014/main" id="{584F98FB-B81F-4BCE-BC26-BC63CEE2DB89}"/>
              </a:ext>
            </a:extLst>
          </p:cNvPr>
          <p:cNvSpPr>
            <a:spLocks xmlns:a="http://schemas.openxmlformats.org/drawingml/2006/main" noGrp="1"/>
          </p:cNvSpPr>
          <p:nvPr/>
        </p:nvSpPr>
        <p:spPr>
          <a:xfrm xmlns:a="http://schemas.openxmlformats.org/drawingml/2006/main">
            <a:off x="2952750" y="2924175"/>
            <a:ext cx="847725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FFFFFF"/>
                </a:solidFill>
                <a:latin typeface="Arial"/>
                <a:ea typeface="Arial"/>
                <a:cs typeface="Arial"/>
              </a:defRPr>
            </a:defPPr>
            <a:lvl1pPr algn="l">
              <a:defRPr sz="2175" b="0">
                <a:solidFill>
                  <a:srgbClr val="FFFFFF"/>
                </a:solidFill>
                <a:latin typeface="Arial"/>
                <a:ea typeface="Arial"/>
                <a:cs typeface="Arial"/>
              </a:defRPr>
            </a:lvl1pPr>
            <a:lvl2pPr algn="l">
              <a:defRPr sz="2175" b="0">
                <a:solidFill>
                  <a:srgbClr val="FFFFFF"/>
                </a:solidFill>
                <a:latin typeface="Arial"/>
                <a:ea typeface="Arial"/>
                <a:cs typeface="Arial"/>
              </a:defRPr>
            </a:lvl2pPr>
            <a:lvl3pPr algn="l">
              <a:defRPr sz="2175" b="0">
                <a:solidFill>
                  <a:srgbClr val="FFFFFF"/>
                </a:solidFill>
                <a:latin typeface="Arial"/>
                <a:ea typeface="Arial"/>
                <a:cs typeface="Arial"/>
              </a:defRPr>
            </a:lvl3pPr>
            <a:lvl4pPr algn="l">
              <a:defRPr sz="2175" b="0">
                <a:solidFill>
                  <a:srgbClr val="FFFFFF"/>
                </a:solidFill>
                <a:latin typeface="Arial"/>
                <a:ea typeface="Arial"/>
                <a:cs typeface="Arial"/>
              </a:defRPr>
            </a:lvl4pPr>
            <a:lvl5pPr algn="l">
              <a:defRPr sz="2175" b="0">
                <a:solidFill>
                  <a:srgbClr val="FFFFFF"/>
                </a:solidFill>
                <a:latin typeface="Arial"/>
                <a:ea typeface="Arial"/>
                <a:cs typeface="Arial"/>
              </a:defRPr>
            </a:lvl5pPr>
            <a:lvl6pPr algn="l">
              <a:defRPr sz="2175" b="0">
                <a:solidFill>
                  <a:srgbClr val="FFFFFF"/>
                </a:solidFill>
                <a:latin typeface="Arial"/>
                <a:ea typeface="Arial"/>
                <a:cs typeface="Arial"/>
              </a:defRPr>
            </a:lvl6pPr>
            <a:lvl7pPr algn="l">
              <a:defRPr sz="2175" b="0">
                <a:solidFill>
                  <a:srgbClr val="FFFFFF"/>
                </a:solidFill>
                <a:latin typeface="Arial"/>
                <a:ea typeface="Arial"/>
                <a:cs typeface="Arial"/>
              </a:defRPr>
            </a:lvl7pPr>
            <a:lvl8pPr algn="l">
              <a:defRPr sz="2175" b="0">
                <a:solidFill>
                  <a:srgbClr val="FFFFFF"/>
                </a:solidFill>
                <a:latin typeface="Arial"/>
                <a:ea typeface="Arial"/>
                <a:cs typeface="Arial"/>
              </a:defRPr>
            </a:lvl8pPr>
            <a:lvl9pPr algn="l">
              <a:defRPr sz="2175" b="0">
                <a:solidFill>
                  <a:srgbClr val="FFFFFF"/>
                </a:solidFill>
                <a:latin typeface="Arial"/>
                <a:ea typeface="Arial"/>
                <a:cs typeface="Arial"/>
              </a:defRPr>
            </a:lvl9pPr>
          </a:lstStyle>
          <a:p xmlns:a="http://schemas.openxmlformats.org/drawingml/2006/main">
            <a:pPr algn="l">
              <a:defRPr sz="2175" b="0">
                <a:solidFill>
                  <a:srgbClr val="FFFFFF"/>
                </a:solidFill>
                <a:latin typeface="Arial"/>
                <a:ea typeface="Arial"/>
                <a:cs typeface="Arial"/>
              </a:defRPr>
            </a:pPr>
            <a:r>
              <a:rPr sz="2175" b="0">
                <a:solidFill>
                  <a:srgbClr val="FFFFFF"/>
                </a:solidFill>
                <a:latin typeface="Arial"/>
                <a:ea typeface="Arial"/>
                <a:cs typeface="Arial"/>
              </a:rPr>
              <a:t>3 Ready, minimum 2, replacement blocked. Second eviction?</a:t>
            </a:r>
          </a:p>
        </p:txBody>
      </p:sp>
      <p:sp>
        <p:nvSpPr>
          <p:cNvPr id="8" name="diagram-boundary">
            <a:extLst xmlns:a="http://schemas.openxmlformats.org/drawingml/2006/main">
              <a:ext uri="{FF2B5EF4-FFF2-40B4-BE49-F238E27FC236}">
                <a16:creationId xmlns:a16="http://schemas.microsoft.com/office/drawing/2014/main" id="{15BFC34D-4A29-457E-A399-2A22751B9783}"/>
              </a:ext>
            </a:extLst>
          </p:cNvPr>
          <p:cNvSpPr>
            <a:spLocks xmlns:a="http://schemas.openxmlformats.org/drawingml/2006/main" noGrp="1"/>
          </p:cNvSpPr>
          <p:nvPr/>
        </p:nvSpPr>
        <p:spPr>
          <a:xfrm xmlns:a="http://schemas.openxmlformats.org/drawingml/2006/main">
            <a:off x="685800" y="3743325"/>
            <a:ext cx="10715625" cy="19050"/>
          </a:xfrm>
          <a:prstGeom xmlns:a="http://schemas.openxmlformats.org/drawingml/2006/main" prst="rect">
            <a:avLst/>
          </a:prstGeom>
          <a:solidFill xmlns:a="http://schemas.openxmlformats.org/drawingml/2006/main">
            <a:srgbClr val="315160"/>
          </a:solidFill>
          <a:ln xmlns:a="http://schemas.openxmlformats.org/drawingml/2006/main" w="0">
            <a:noFill/>
            <a:prstDash val="solid"/>
          </a:ln>
        </p:spPr>
      </p:sp>
      <p:sp>
        <p:nvSpPr>
          <p:cNvPr id="9" name="DEBUG">
            <a:extLst xmlns:a="http://schemas.openxmlformats.org/drawingml/2006/main">
              <a:ext uri="{FF2B5EF4-FFF2-40B4-BE49-F238E27FC236}">
                <a16:creationId xmlns:a16="http://schemas.microsoft.com/office/drawing/2014/main" id="{D5EFC873-7588-4DF8-BBB6-2B820DE10D6C}"/>
              </a:ext>
            </a:extLst>
          </p:cNvPr>
          <p:cNvSpPr>
            <a:spLocks xmlns:a="http://schemas.openxmlformats.org/drawingml/2006/main" noGrp="1"/>
          </p:cNvSpPr>
          <p:nvPr/>
        </p:nvSpPr>
        <p:spPr>
          <a:xfrm xmlns:a="http://schemas.openxmlformats.org/drawingml/2006/main">
            <a:off x="685800" y="3981450"/>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37D5BE"/>
                </a:solidFill>
                <a:latin typeface="Arial"/>
                <a:ea typeface="Arial"/>
                <a:cs typeface="Arial"/>
              </a:defRPr>
            </a:defPPr>
            <a:lvl1pPr algn="l">
              <a:defRPr sz="1950" b="1">
                <a:solidFill>
                  <a:srgbClr val="37D5BE"/>
                </a:solidFill>
                <a:latin typeface="Arial"/>
                <a:ea typeface="Arial"/>
                <a:cs typeface="Arial"/>
              </a:defRPr>
            </a:lvl1pPr>
            <a:lvl2pPr algn="l">
              <a:defRPr sz="1950" b="1">
                <a:solidFill>
                  <a:srgbClr val="37D5BE"/>
                </a:solidFill>
                <a:latin typeface="Arial"/>
                <a:ea typeface="Arial"/>
                <a:cs typeface="Arial"/>
              </a:defRPr>
            </a:lvl2pPr>
            <a:lvl3pPr algn="l">
              <a:defRPr sz="1950" b="1">
                <a:solidFill>
                  <a:srgbClr val="37D5BE"/>
                </a:solidFill>
                <a:latin typeface="Arial"/>
                <a:ea typeface="Arial"/>
                <a:cs typeface="Arial"/>
              </a:defRPr>
            </a:lvl3pPr>
            <a:lvl4pPr algn="l">
              <a:defRPr sz="1950" b="1">
                <a:solidFill>
                  <a:srgbClr val="37D5BE"/>
                </a:solidFill>
                <a:latin typeface="Arial"/>
                <a:ea typeface="Arial"/>
                <a:cs typeface="Arial"/>
              </a:defRPr>
            </a:lvl4pPr>
            <a:lvl5pPr algn="l">
              <a:defRPr sz="1950" b="1">
                <a:solidFill>
                  <a:srgbClr val="37D5BE"/>
                </a:solidFill>
                <a:latin typeface="Arial"/>
                <a:ea typeface="Arial"/>
                <a:cs typeface="Arial"/>
              </a:defRPr>
            </a:lvl5pPr>
            <a:lvl6pPr algn="l">
              <a:defRPr sz="1950" b="1">
                <a:solidFill>
                  <a:srgbClr val="37D5BE"/>
                </a:solidFill>
                <a:latin typeface="Arial"/>
                <a:ea typeface="Arial"/>
                <a:cs typeface="Arial"/>
              </a:defRPr>
            </a:lvl6pPr>
            <a:lvl7pPr algn="l">
              <a:defRPr sz="1950" b="1">
                <a:solidFill>
                  <a:srgbClr val="37D5BE"/>
                </a:solidFill>
                <a:latin typeface="Arial"/>
                <a:ea typeface="Arial"/>
                <a:cs typeface="Arial"/>
              </a:defRPr>
            </a:lvl7pPr>
            <a:lvl8pPr algn="l">
              <a:defRPr sz="1950" b="1">
                <a:solidFill>
                  <a:srgbClr val="37D5BE"/>
                </a:solidFill>
                <a:latin typeface="Arial"/>
                <a:ea typeface="Arial"/>
                <a:cs typeface="Arial"/>
              </a:defRPr>
            </a:lvl8pPr>
            <a:lvl9pPr algn="l">
              <a:defRPr sz="1950" b="1">
                <a:solidFill>
                  <a:srgbClr val="37D5BE"/>
                </a:solidFill>
                <a:latin typeface="Arial"/>
                <a:ea typeface="Arial"/>
                <a:cs typeface="Arial"/>
              </a:defRPr>
            </a:lvl9pPr>
          </a:lstStyle>
          <a:p xmlns:a="http://schemas.openxmlformats.org/drawingml/2006/main">
            <a:pPr algn="l">
              <a:defRPr sz="1950" b="1">
                <a:solidFill>
                  <a:srgbClr val="37D5BE"/>
                </a:solidFill>
                <a:latin typeface="Arial"/>
                <a:ea typeface="Arial"/>
                <a:cs typeface="Arial"/>
              </a:defRPr>
            </a:pPr>
            <a:r>
              <a:rPr sz="1950" b="1">
                <a:solidFill>
                  <a:srgbClr val="37D5BE"/>
                </a:solidFill>
                <a:latin typeface="Arial"/>
                <a:ea typeface="Arial"/>
                <a:cs typeface="Arial"/>
              </a:rPr>
              <a:t>DEBUG</a:t>
            </a:r>
          </a:p>
        </p:txBody>
      </p:sp>
      <p:sp>
        <p:nvSpPr>
          <p:cNvPr id="10" name="Pod CREATE image rule. Can a debug container ">
            <a:extLst xmlns:a="http://schemas.openxmlformats.org/drawingml/2006/main">
              <a:ext uri="{FF2B5EF4-FFF2-40B4-BE49-F238E27FC236}">
                <a16:creationId xmlns:a16="http://schemas.microsoft.com/office/drawing/2014/main" id="{CCAFF1A3-34B2-4403-8148-E3491A1E188C}"/>
              </a:ext>
            </a:extLst>
          </p:cNvPr>
          <p:cNvSpPr>
            <a:spLocks xmlns:a="http://schemas.openxmlformats.org/drawingml/2006/main" noGrp="1"/>
          </p:cNvSpPr>
          <p:nvPr/>
        </p:nvSpPr>
        <p:spPr>
          <a:xfrm xmlns:a="http://schemas.openxmlformats.org/drawingml/2006/main">
            <a:off x="2952750" y="3981450"/>
            <a:ext cx="847725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FFFFFF"/>
                </a:solidFill>
                <a:latin typeface="Arial"/>
                <a:ea typeface="Arial"/>
                <a:cs typeface="Arial"/>
              </a:defRPr>
            </a:defPPr>
            <a:lvl1pPr algn="l">
              <a:defRPr sz="2175" b="0">
                <a:solidFill>
                  <a:srgbClr val="FFFFFF"/>
                </a:solidFill>
                <a:latin typeface="Arial"/>
                <a:ea typeface="Arial"/>
                <a:cs typeface="Arial"/>
              </a:defRPr>
            </a:lvl1pPr>
            <a:lvl2pPr algn="l">
              <a:defRPr sz="2175" b="0">
                <a:solidFill>
                  <a:srgbClr val="FFFFFF"/>
                </a:solidFill>
                <a:latin typeface="Arial"/>
                <a:ea typeface="Arial"/>
                <a:cs typeface="Arial"/>
              </a:defRPr>
            </a:lvl2pPr>
            <a:lvl3pPr algn="l">
              <a:defRPr sz="2175" b="0">
                <a:solidFill>
                  <a:srgbClr val="FFFFFF"/>
                </a:solidFill>
                <a:latin typeface="Arial"/>
                <a:ea typeface="Arial"/>
                <a:cs typeface="Arial"/>
              </a:defRPr>
            </a:lvl3pPr>
            <a:lvl4pPr algn="l">
              <a:defRPr sz="2175" b="0">
                <a:solidFill>
                  <a:srgbClr val="FFFFFF"/>
                </a:solidFill>
                <a:latin typeface="Arial"/>
                <a:ea typeface="Arial"/>
                <a:cs typeface="Arial"/>
              </a:defRPr>
            </a:lvl4pPr>
            <a:lvl5pPr algn="l">
              <a:defRPr sz="2175" b="0">
                <a:solidFill>
                  <a:srgbClr val="FFFFFF"/>
                </a:solidFill>
                <a:latin typeface="Arial"/>
                <a:ea typeface="Arial"/>
                <a:cs typeface="Arial"/>
              </a:defRPr>
            </a:lvl5pPr>
            <a:lvl6pPr algn="l">
              <a:defRPr sz="2175" b="0">
                <a:solidFill>
                  <a:srgbClr val="FFFFFF"/>
                </a:solidFill>
                <a:latin typeface="Arial"/>
                <a:ea typeface="Arial"/>
                <a:cs typeface="Arial"/>
              </a:defRPr>
            </a:lvl6pPr>
            <a:lvl7pPr algn="l">
              <a:defRPr sz="2175" b="0">
                <a:solidFill>
                  <a:srgbClr val="FFFFFF"/>
                </a:solidFill>
                <a:latin typeface="Arial"/>
                <a:ea typeface="Arial"/>
                <a:cs typeface="Arial"/>
              </a:defRPr>
            </a:lvl7pPr>
            <a:lvl8pPr algn="l">
              <a:defRPr sz="2175" b="0">
                <a:solidFill>
                  <a:srgbClr val="FFFFFF"/>
                </a:solidFill>
                <a:latin typeface="Arial"/>
                <a:ea typeface="Arial"/>
                <a:cs typeface="Arial"/>
              </a:defRPr>
            </a:lvl8pPr>
            <a:lvl9pPr algn="l">
              <a:defRPr sz="2175" b="0">
                <a:solidFill>
                  <a:srgbClr val="FFFFFF"/>
                </a:solidFill>
                <a:latin typeface="Arial"/>
                <a:ea typeface="Arial"/>
                <a:cs typeface="Arial"/>
              </a:defRPr>
            </a:lvl9pPr>
          </a:lstStyle>
          <a:p xmlns:a="http://schemas.openxmlformats.org/drawingml/2006/main">
            <a:pPr algn="l">
              <a:defRPr sz="2175" b="0">
                <a:solidFill>
                  <a:srgbClr val="FFFFFF"/>
                </a:solidFill>
                <a:latin typeface="Arial"/>
                <a:ea typeface="Arial"/>
                <a:cs typeface="Arial"/>
              </a:defRPr>
            </a:pPr>
            <a:r>
              <a:rPr sz="2175" b="0">
                <a:solidFill>
                  <a:srgbClr val="FFFFFF"/>
                </a:solidFill>
                <a:latin typeface="Arial"/>
                <a:ea typeface="Arial"/>
                <a:cs typeface="Arial"/>
              </a:rPr>
              <a:t>Pod CREATE image rule. Can a debug container attach?</a:t>
            </a:r>
          </a:p>
        </p:txBody>
      </p:sp>
      <p:sp>
        <p:nvSpPr>
          <p:cNvPr id="11" name="diagram-boundary">
            <a:extLst xmlns:a="http://schemas.openxmlformats.org/drawingml/2006/main">
              <a:ext uri="{FF2B5EF4-FFF2-40B4-BE49-F238E27FC236}">
                <a16:creationId xmlns:a16="http://schemas.microsoft.com/office/drawing/2014/main" id="{D4DC7A37-9BB1-4B37-8841-73B75E531626}"/>
              </a:ext>
            </a:extLst>
          </p:cNvPr>
          <p:cNvSpPr>
            <a:spLocks xmlns:a="http://schemas.openxmlformats.org/drawingml/2006/main" noGrp="1"/>
          </p:cNvSpPr>
          <p:nvPr/>
        </p:nvSpPr>
        <p:spPr>
          <a:xfrm xmlns:a="http://schemas.openxmlformats.org/drawingml/2006/main">
            <a:off x="685800" y="4800600"/>
            <a:ext cx="10715625" cy="19050"/>
          </a:xfrm>
          <a:prstGeom xmlns:a="http://schemas.openxmlformats.org/drawingml/2006/main" prst="rect">
            <a:avLst/>
          </a:prstGeom>
          <a:solidFill xmlns:a="http://schemas.openxmlformats.org/drawingml/2006/main">
            <a:srgbClr val="315160"/>
          </a:solidFill>
          <a:ln xmlns:a="http://schemas.openxmlformats.org/drawingml/2006/main" w="0">
            <a:noFill/>
            <a:prstDash val="solid"/>
          </a:ln>
        </p:spPr>
      </p:sp>
      <p:sp>
        <p:nvSpPr>
          <p:cNvPr id="12" name="ENGINE">
            <a:extLst xmlns:a="http://schemas.openxmlformats.org/drawingml/2006/main">
              <a:ext uri="{FF2B5EF4-FFF2-40B4-BE49-F238E27FC236}">
                <a16:creationId xmlns:a16="http://schemas.microsoft.com/office/drawing/2014/main" id="{C9273DA7-BC63-40F6-B13A-AE7749315853}"/>
              </a:ext>
            </a:extLst>
          </p:cNvPr>
          <p:cNvSpPr>
            <a:spLocks xmlns:a="http://schemas.openxmlformats.org/drawingml/2006/main" noGrp="1"/>
          </p:cNvSpPr>
          <p:nvPr/>
        </p:nvSpPr>
        <p:spPr>
          <a:xfrm xmlns:a="http://schemas.openxmlformats.org/drawingml/2006/main">
            <a:off x="685800" y="5038725"/>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37D5BE"/>
                </a:solidFill>
                <a:latin typeface="Arial"/>
                <a:ea typeface="Arial"/>
                <a:cs typeface="Arial"/>
              </a:defRPr>
            </a:defPPr>
            <a:lvl1pPr algn="l">
              <a:defRPr sz="1950" b="1">
                <a:solidFill>
                  <a:srgbClr val="37D5BE"/>
                </a:solidFill>
                <a:latin typeface="Arial"/>
                <a:ea typeface="Arial"/>
                <a:cs typeface="Arial"/>
              </a:defRPr>
            </a:lvl1pPr>
            <a:lvl2pPr algn="l">
              <a:defRPr sz="1950" b="1">
                <a:solidFill>
                  <a:srgbClr val="37D5BE"/>
                </a:solidFill>
                <a:latin typeface="Arial"/>
                <a:ea typeface="Arial"/>
                <a:cs typeface="Arial"/>
              </a:defRPr>
            </a:lvl2pPr>
            <a:lvl3pPr algn="l">
              <a:defRPr sz="1950" b="1">
                <a:solidFill>
                  <a:srgbClr val="37D5BE"/>
                </a:solidFill>
                <a:latin typeface="Arial"/>
                <a:ea typeface="Arial"/>
                <a:cs typeface="Arial"/>
              </a:defRPr>
            </a:lvl3pPr>
            <a:lvl4pPr algn="l">
              <a:defRPr sz="1950" b="1">
                <a:solidFill>
                  <a:srgbClr val="37D5BE"/>
                </a:solidFill>
                <a:latin typeface="Arial"/>
                <a:ea typeface="Arial"/>
                <a:cs typeface="Arial"/>
              </a:defRPr>
            </a:lvl4pPr>
            <a:lvl5pPr algn="l">
              <a:defRPr sz="1950" b="1">
                <a:solidFill>
                  <a:srgbClr val="37D5BE"/>
                </a:solidFill>
                <a:latin typeface="Arial"/>
                <a:ea typeface="Arial"/>
                <a:cs typeface="Arial"/>
              </a:defRPr>
            </a:lvl5pPr>
            <a:lvl6pPr algn="l">
              <a:defRPr sz="1950" b="1">
                <a:solidFill>
                  <a:srgbClr val="37D5BE"/>
                </a:solidFill>
                <a:latin typeface="Arial"/>
                <a:ea typeface="Arial"/>
                <a:cs typeface="Arial"/>
              </a:defRPr>
            </a:lvl6pPr>
            <a:lvl7pPr algn="l">
              <a:defRPr sz="1950" b="1">
                <a:solidFill>
                  <a:srgbClr val="37D5BE"/>
                </a:solidFill>
                <a:latin typeface="Arial"/>
                <a:ea typeface="Arial"/>
                <a:cs typeface="Arial"/>
              </a:defRPr>
            </a:lvl7pPr>
            <a:lvl8pPr algn="l">
              <a:defRPr sz="1950" b="1">
                <a:solidFill>
                  <a:srgbClr val="37D5BE"/>
                </a:solidFill>
                <a:latin typeface="Arial"/>
                <a:ea typeface="Arial"/>
                <a:cs typeface="Arial"/>
              </a:defRPr>
            </a:lvl8pPr>
            <a:lvl9pPr algn="l">
              <a:defRPr sz="1950" b="1">
                <a:solidFill>
                  <a:srgbClr val="37D5BE"/>
                </a:solidFill>
                <a:latin typeface="Arial"/>
                <a:ea typeface="Arial"/>
                <a:cs typeface="Arial"/>
              </a:defRPr>
            </a:lvl9pPr>
          </a:lstStyle>
          <a:p xmlns:a="http://schemas.openxmlformats.org/drawingml/2006/main">
            <a:pPr algn="l">
              <a:defRPr sz="1950" b="1">
                <a:solidFill>
                  <a:srgbClr val="37D5BE"/>
                </a:solidFill>
                <a:latin typeface="Arial"/>
                <a:ea typeface="Arial"/>
                <a:cs typeface="Arial"/>
              </a:defRPr>
            </a:pPr>
            <a:r>
              <a:rPr sz="1950" b="1">
                <a:solidFill>
                  <a:srgbClr val="37D5BE"/>
                </a:solidFill>
                <a:latin typeface="Arial"/>
                <a:ea typeface="Arial"/>
                <a:cs typeface="Arial"/>
              </a:rPr>
              <a:t>ENGINE</a:t>
            </a:r>
          </a:p>
        </p:txBody>
      </p:sp>
      <p:sp>
        <p:nvSpPr>
          <p:cNvPr id="13" name="Agent scales Kyverno to zero. Which guard sur">
            <a:extLst xmlns:a="http://schemas.openxmlformats.org/drawingml/2006/main">
              <a:ext uri="{FF2B5EF4-FFF2-40B4-BE49-F238E27FC236}">
                <a16:creationId xmlns:a16="http://schemas.microsoft.com/office/drawing/2014/main" id="{C7470F71-1B95-4556-B9A8-633C69A82C21}"/>
              </a:ext>
            </a:extLst>
          </p:cNvPr>
          <p:cNvSpPr>
            <a:spLocks xmlns:a="http://schemas.openxmlformats.org/drawingml/2006/main" noGrp="1"/>
          </p:cNvSpPr>
          <p:nvPr/>
        </p:nvSpPr>
        <p:spPr>
          <a:xfrm xmlns:a="http://schemas.openxmlformats.org/drawingml/2006/main">
            <a:off x="2952750" y="5038725"/>
            <a:ext cx="847725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FFFFFF"/>
                </a:solidFill>
                <a:latin typeface="Arial"/>
                <a:ea typeface="Arial"/>
                <a:cs typeface="Arial"/>
              </a:defRPr>
            </a:defPPr>
            <a:lvl1pPr algn="l">
              <a:defRPr sz="2175" b="0">
                <a:solidFill>
                  <a:srgbClr val="FFFFFF"/>
                </a:solidFill>
                <a:latin typeface="Arial"/>
                <a:ea typeface="Arial"/>
                <a:cs typeface="Arial"/>
              </a:defRPr>
            </a:lvl1pPr>
            <a:lvl2pPr algn="l">
              <a:defRPr sz="2175" b="0">
                <a:solidFill>
                  <a:srgbClr val="FFFFFF"/>
                </a:solidFill>
                <a:latin typeface="Arial"/>
                <a:ea typeface="Arial"/>
                <a:cs typeface="Arial"/>
              </a:defRPr>
            </a:lvl2pPr>
            <a:lvl3pPr algn="l">
              <a:defRPr sz="2175" b="0">
                <a:solidFill>
                  <a:srgbClr val="FFFFFF"/>
                </a:solidFill>
                <a:latin typeface="Arial"/>
                <a:ea typeface="Arial"/>
                <a:cs typeface="Arial"/>
              </a:defRPr>
            </a:lvl3pPr>
            <a:lvl4pPr algn="l">
              <a:defRPr sz="2175" b="0">
                <a:solidFill>
                  <a:srgbClr val="FFFFFF"/>
                </a:solidFill>
                <a:latin typeface="Arial"/>
                <a:ea typeface="Arial"/>
                <a:cs typeface="Arial"/>
              </a:defRPr>
            </a:lvl4pPr>
            <a:lvl5pPr algn="l">
              <a:defRPr sz="2175" b="0">
                <a:solidFill>
                  <a:srgbClr val="FFFFFF"/>
                </a:solidFill>
                <a:latin typeface="Arial"/>
                <a:ea typeface="Arial"/>
                <a:cs typeface="Arial"/>
              </a:defRPr>
            </a:lvl5pPr>
            <a:lvl6pPr algn="l">
              <a:defRPr sz="2175" b="0">
                <a:solidFill>
                  <a:srgbClr val="FFFFFF"/>
                </a:solidFill>
                <a:latin typeface="Arial"/>
                <a:ea typeface="Arial"/>
                <a:cs typeface="Arial"/>
              </a:defRPr>
            </a:lvl6pPr>
            <a:lvl7pPr algn="l">
              <a:defRPr sz="2175" b="0">
                <a:solidFill>
                  <a:srgbClr val="FFFFFF"/>
                </a:solidFill>
                <a:latin typeface="Arial"/>
                <a:ea typeface="Arial"/>
                <a:cs typeface="Arial"/>
              </a:defRPr>
            </a:lvl7pPr>
            <a:lvl8pPr algn="l">
              <a:defRPr sz="2175" b="0">
                <a:solidFill>
                  <a:srgbClr val="FFFFFF"/>
                </a:solidFill>
                <a:latin typeface="Arial"/>
                <a:ea typeface="Arial"/>
                <a:cs typeface="Arial"/>
              </a:defRPr>
            </a:lvl8pPr>
            <a:lvl9pPr algn="l">
              <a:defRPr sz="2175" b="0">
                <a:solidFill>
                  <a:srgbClr val="FFFFFF"/>
                </a:solidFill>
                <a:latin typeface="Arial"/>
                <a:ea typeface="Arial"/>
                <a:cs typeface="Arial"/>
              </a:defRPr>
            </a:lvl9pPr>
          </a:lstStyle>
          <a:p xmlns:a="http://schemas.openxmlformats.org/drawingml/2006/main">
            <a:pPr algn="l">
              <a:defRPr sz="2175" b="0">
                <a:solidFill>
                  <a:srgbClr val="FFFFFF"/>
                </a:solidFill>
                <a:latin typeface="Arial"/>
                <a:ea typeface="Arial"/>
                <a:cs typeface="Arial"/>
              </a:defRPr>
            </a:pPr>
            <a:r>
              <a:rPr sz="2175" b="0">
                <a:solidFill>
                  <a:srgbClr val="FFFFFF"/>
                </a:solidFill>
                <a:latin typeface="Arial"/>
                <a:ea typeface="Arial"/>
                <a:cs typeface="Arial"/>
              </a:rPr>
              <a:t>Agent scales Kyverno to zero. Which guard survives?</a:t>
            </a:r>
          </a:p>
        </p:txBody>
      </p:sp>
    </p:spTree>
    <p:extLst>
      <p:ext uri="{BB962C8B-B14F-4D97-AF65-F5344CB8AC3E}">
        <p14:creationId xmlns:p14="http://schemas.microsoft.com/office/powerpoint/2010/main" val="951696955"/>
      </p:ext>
    </p:extLst>
  </p:cSld>
</p:sld>
</file>

<file path=ppt/slides/slide22.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11" name="slide-22-title">
            <a:extLst xmlns:a="http://schemas.openxmlformats.org/drawingml/2006/main">
              <a:ext uri="{FF2B5EF4-FFF2-40B4-BE49-F238E27FC236}">
                <a16:creationId xmlns:a16="http://schemas.microsoft.com/office/drawing/2014/main" id="{DE7EFA9F-A59D-4D95-A0D7-DBE2B770F628}"/>
              </a:ext>
            </a:extLst>
          </p:cNvPr>
          <p:cNvSpPr>
            <a:spLocks xmlns:a="http://schemas.openxmlformats.org/drawingml/2006/main" noGrp="1"/>
          </p:cNvSpPr>
          <p:nvPr/>
        </p:nvSpPr>
        <p:spPr>
          <a:xfrm xmlns:a="http://schemas.openxmlformats.org/drawingml/2006/main">
            <a:off x="609600" y="476250"/>
            <a:ext cx="10858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112B3A"/>
                </a:solidFill>
                <a:latin typeface="Arial"/>
                <a:ea typeface="Arial"/>
                <a:cs typeface="Arial"/>
              </a:defRPr>
            </a:defPPr>
            <a:lvl1pPr algn="l">
              <a:defRPr sz="3150" b="1">
                <a:solidFill>
                  <a:srgbClr val="112B3A"/>
                </a:solidFill>
                <a:latin typeface="Arial"/>
                <a:ea typeface="Arial"/>
                <a:cs typeface="Arial"/>
              </a:defRPr>
            </a:lvl1pPr>
            <a:lvl2pPr algn="l">
              <a:defRPr sz="3150" b="1">
                <a:solidFill>
                  <a:srgbClr val="112B3A"/>
                </a:solidFill>
                <a:latin typeface="Arial"/>
                <a:ea typeface="Arial"/>
                <a:cs typeface="Arial"/>
              </a:defRPr>
            </a:lvl2pPr>
            <a:lvl3pPr algn="l">
              <a:defRPr sz="3150" b="1">
                <a:solidFill>
                  <a:srgbClr val="112B3A"/>
                </a:solidFill>
                <a:latin typeface="Arial"/>
                <a:ea typeface="Arial"/>
                <a:cs typeface="Arial"/>
              </a:defRPr>
            </a:lvl3pPr>
            <a:lvl4pPr algn="l">
              <a:defRPr sz="3150" b="1">
                <a:solidFill>
                  <a:srgbClr val="112B3A"/>
                </a:solidFill>
                <a:latin typeface="Arial"/>
                <a:ea typeface="Arial"/>
                <a:cs typeface="Arial"/>
              </a:defRPr>
            </a:lvl4pPr>
            <a:lvl5pPr algn="l">
              <a:defRPr sz="3150" b="1">
                <a:solidFill>
                  <a:srgbClr val="112B3A"/>
                </a:solidFill>
                <a:latin typeface="Arial"/>
                <a:ea typeface="Arial"/>
                <a:cs typeface="Arial"/>
              </a:defRPr>
            </a:lvl5pPr>
            <a:lvl6pPr algn="l">
              <a:defRPr sz="3150" b="1">
                <a:solidFill>
                  <a:srgbClr val="112B3A"/>
                </a:solidFill>
                <a:latin typeface="Arial"/>
                <a:ea typeface="Arial"/>
                <a:cs typeface="Arial"/>
              </a:defRPr>
            </a:lvl6pPr>
            <a:lvl7pPr algn="l">
              <a:defRPr sz="3150" b="1">
                <a:solidFill>
                  <a:srgbClr val="112B3A"/>
                </a:solidFill>
                <a:latin typeface="Arial"/>
                <a:ea typeface="Arial"/>
                <a:cs typeface="Arial"/>
              </a:defRPr>
            </a:lvl7pPr>
            <a:lvl8pPr algn="l">
              <a:defRPr sz="3150" b="1">
                <a:solidFill>
                  <a:srgbClr val="112B3A"/>
                </a:solidFill>
                <a:latin typeface="Arial"/>
                <a:ea typeface="Arial"/>
                <a:cs typeface="Arial"/>
              </a:defRPr>
            </a:lvl8pPr>
            <a:lvl9pPr algn="l">
              <a:defRPr sz="3150" b="1">
                <a:solidFill>
                  <a:srgbClr val="112B3A"/>
                </a:solidFill>
                <a:latin typeface="Arial"/>
                <a:ea typeface="Arial"/>
                <a:cs typeface="Arial"/>
              </a:defRPr>
            </a:lvl9pPr>
          </a:lstStyle>
          <a:p xmlns:a="http://schemas.openxmlformats.org/drawingml/2006/main">
            <a:pPr algn="l">
              <a:defRPr sz="3150" b="1">
                <a:solidFill>
                  <a:srgbClr val="112B3A"/>
                </a:solidFill>
                <a:latin typeface="Arial"/>
                <a:ea typeface="Arial"/>
                <a:cs typeface="Arial"/>
              </a:defRPr>
            </a:pPr>
            <a:r>
              <a:rPr sz="3150" b="1">
                <a:solidFill>
                  <a:srgbClr val="112B3A"/>
                </a:solidFill>
                <a:latin typeface="Arial"/>
                <a:ea typeface="Arial"/>
                <a:cs typeface="Arial"/>
              </a:rPr>
              <a:t>NetworkPolicy allowances are additive</a:t>
            </a:r>
          </a:p>
        </p:txBody>
      </p:sp>
      <p:sp>
        <p:nvSpPr>
          <p:cNvPr id="2" name="Prepared live Q3 check, with dated fallback">
            <a:extLst xmlns:a="http://schemas.openxmlformats.org/drawingml/2006/main">
              <a:ext uri="{FF2B5EF4-FFF2-40B4-BE49-F238E27FC236}">
                <a16:creationId xmlns:a16="http://schemas.microsoft.com/office/drawing/2014/main" id="{64723688-3FFD-4032-B3AC-1A87E2A0A12B}"/>
              </a:ext>
            </a:extLst>
          </p:cNvPr>
          <p:cNvSpPr>
            <a:spLocks xmlns:a="http://schemas.openxmlformats.org/drawingml/2006/main" noGrp="1"/>
          </p:cNvSpPr>
          <p:nvPr/>
        </p:nvSpPr>
        <p:spPr>
          <a:xfrm xmlns:a="http://schemas.openxmlformats.org/drawingml/2006/main">
            <a:off x="647700" y="1257300"/>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a:solidFill>
                  <a:srgbClr val="526875"/>
                </a:solidFill>
                <a:latin typeface="Arial"/>
                <a:ea typeface="Arial"/>
                <a:cs typeface="Arial"/>
              </a:defRPr>
            </a:defPPr>
            <a:lvl1pPr algn="l">
              <a:defRPr sz="1500" b="0">
                <a:solidFill>
                  <a:srgbClr val="526875"/>
                </a:solidFill>
                <a:latin typeface="Arial"/>
                <a:ea typeface="Arial"/>
                <a:cs typeface="Arial"/>
              </a:defRPr>
            </a:lvl1pPr>
            <a:lvl2pPr algn="l">
              <a:defRPr sz="1500" b="0">
                <a:solidFill>
                  <a:srgbClr val="526875"/>
                </a:solidFill>
                <a:latin typeface="Arial"/>
                <a:ea typeface="Arial"/>
                <a:cs typeface="Arial"/>
              </a:defRPr>
            </a:lvl2pPr>
            <a:lvl3pPr algn="l">
              <a:defRPr sz="1500" b="0">
                <a:solidFill>
                  <a:srgbClr val="526875"/>
                </a:solidFill>
                <a:latin typeface="Arial"/>
                <a:ea typeface="Arial"/>
                <a:cs typeface="Arial"/>
              </a:defRPr>
            </a:lvl3pPr>
            <a:lvl4pPr algn="l">
              <a:defRPr sz="1500" b="0">
                <a:solidFill>
                  <a:srgbClr val="526875"/>
                </a:solidFill>
                <a:latin typeface="Arial"/>
                <a:ea typeface="Arial"/>
                <a:cs typeface="Arial"/>
              </a:defRPr>
            </a:lvl4pPr>
            <a:lvl5pPr algn="l">
              <a:defRPr sz="1500" b="0">
                <a:solidFill>
                  <a:srgbClr val="526875"/>
                </a:solidFill>
                <a:latin typeface="Arial"/>
                <a:ea typeface="Arial"/>
                <a:cs typeface="Arial"/>
              </a:defRPr>
            </a:lvl5pPr>
            <a:lvl6pPr algn="l">
              <a:defRPr sz="1500" b="0">
                <a:solidFill>
                  <a:srgbClr val="526875"/>
                </a:solidFill>
                <a:latin typeface="Arial"/>
                <a:ea typeface="Arial"/>
                <a:cs typeface="Arial"/>
              </a:defRPr>
            </a:lvl6pPr>
            <a:lvl7pPr algn="l">
              <a:defRPr sz="1500" b="0">
                <a:solidFill>
                  <a:srgbClr val="526875"/>
                </a:solidFill>
                <a:latin typeface="Arial"/>
                <a:ea typeface="Arial"/>
                <a:cs typeface="Arial"/>
              </a:defRPr>
            </a:lvl7pPr>
            <a:lvl8pPr algn="l">
              <a:defRPr sz="1500" b="0">
                <a:solidFill>
                  <a:srgbClr val="526875"/>
                </a:solidFill>
                <a:latin typeface="Arial"/>
                <a:ea typeface="Arial"/>
                <a:cs typeface="Arial"/>
              </a:defRPr>
            </a:lvl8pPr>
            <a:lvl9pPr algn="l">
              <a:defRPr sz="1500" b="0">
                <a:solidFill>
                  <a:srgbClr val="526875"/>
                </a:solidFill>
                <a:latin typeface="Arial"/>
                <a:ea typeface="Arial"/>
                <a:cs typeface="Arial"/>
              </a:defRPr>
            </a:lvl9pPr>
          </a:lstStyle>
          <a:p xmlns:a="http://schemas.openxmlformats.org/drawingml/2006/main">
            <a:pPr algn="l">
              <a:defRPr sz="1500" b="0">
                <a:solidFill>
                  <a:srgbClr val="526875"/>
                </a:solidFill>
                <a:latin typeface="Arial"/>
                <a:ea typeface="Arial"/>
                <a:cs typeface="Arial"/>
              </a:defRPr>
            </a:pPr>
            <a:r>
              <a:rPr sz="1500" b="0">
                <a:solidFill>
                  <a:srgbClr val="526875"/>
                </a:solidFill>
                <a:latin typeface="Arial"/>
                <a:ea typeface="Arial"/>
                <a:cs typeface="Arial"/>
              </a:rPr>
              <a:t>Prepared live Q3 check, with dated fallback</a:t>
            </a:r>
          </a:p>
        </p:txBody>
      </p:sp>
      <p:sp>
        <p:nvSpPr>
          <p:cNvPr id="3" name="22">
            <a:extLst xmlns:a="http://schemas.openxmlformats.org/drawingml/2006/main">
              <a:ext uri="{FF2B5EF4-FFF2-40B4-BE49-F238E27FC236}">
                <a16:creationId xmlns:a16="http://schemas.microsoft.com/office/drawing/2014/main" id="{108EA767-398A-4E4A-B805-15D9993AFBAC}"/>
              </a:ext>
            </a:extLst>
          </p:cNvPr>
          <p:cNvSpPr>
            <a:spLocks xmlns:a="http://schemas.openxmlformats.org/drawingml/2006/main" noGrp="1"/>
          </p:cNvSpPr>
          <p:nvPr/>
        </p:nvSpPr>
        <p:spPr>
          <a:xfrm xmlns:a="http://schemas.openxmlformats.org/drawingml/2006/main">
            <a:off x="11172825" y="641032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0">
                <a:solidFill>
                  <a:srgbClr val="526875"/>
                </a:solidFill>
                <a:latin typeface="Arial"/>
                <a:ea typeface="Arial"/>
                <a:cs typeface="Arial"/>
              </a:defRPr>
            </a:defPPr>
            <a:lvl1pPr algn="r">
              <a:defRPr sz="975" b="0">
                <a:solidFill>
                  <a:srgbClr val="526875"/>
                </a:solidFill>
                <a:latin typeface="Arial"/>
                <a:ea typeface="Arial"/>
                <a:cs typeface="Arial"/>
              </a:defRPr>
            </a:lvl1pPr>
            <a:lvl2pPr algn="r">
              <a:defRPr sz="975" b="0">
                <a:solidFill>
                  <a:srgbClr val="526875"/>
                </a:solidFill>
                <a:latin typeface="Arial"/>
                <a:ea typeface="Arial"/>
                <a:cs typeface="Arial"/>
              </a:defRPr>
            </a:lvl2pPr>
            <a:lvl3pPr algn="r">
              <a:defRPr sz="975" b="0">
                <a:solidFill>
                  <a:srgbClr val="526875"/>
                </a:solidFill>
                <a:latin typeface="Arial"/>
                <a:ea typeface="Arial"/>
                <a:cs typeface="Arial"/>
              </a:defRPr>
            </a:lvl3pPr>
            <a:lvl4pPr algn="r">
              <a:defRPr sz="975" b="0">
                <a:solidFill>
                  <a:srgbClr val="526875"/>
                </a:solidFill>
                <a:latin typeface="Arial"/>
                <a:ea typeface="Arial"/>
                <a:cs typeface="Arial"/>
              </a:defRPr>
            </a:lvl4pPr>
            <a:lvl5pPr algn="r">
              <a:defRPr sz="975" b="0">
                <a:solidFill>
                  <a:srgbClr val="526875"/>
                </a:solidFill>
                <a:latin typeface="Arial"/>
                <a:ea typeface="Arial"/>
                <a:cs typeface="Arial"/>
              </a:defRPr>
            </a:lvl5pPr>
            <a:lvl6pPr algn="r">
              <a:defRPr sz="975" b="0">
                <a:solidFill>
                  <a:srgbClr val="526875"/>
                </a:solidFill>
                <a:latin typeface="Arial"/>
                <a:ea typeface="Arial"/>
                <a:cs typeface="Arial"/>
              </a:defRPr>
            </a:lvl6pPr>
            <a:lvl7pPr algn="r">
              <a:defRPr sz="975" b="0">
                <a:solidFill>
                  <a:srgbClr val="526875"/>
                </a:solidFill>
                <a:latin typeface="Arial"/>
                <a:ea typeface="Arial"/>
                <a:cs typeface="Arial"/>
              </a:defRPr>
            </a:lvl7pPr>
            <a:lvl8pPr algn="r">
              <a:defRPr sz="975" b="0">
                <a:solidFill>
                  <a:srgbClr val="526875"/>
                </a:solidFill>
                <a:latin typeface="Arial"/>
                <a:ea typeface="Arial"/>
                <a:cs typeface="Arial"/>
              </a:defRPr>
            </a:lvl8pPr>
            <a:lvl9pPr algn="r">
              <a:defRPr sz="975" b="0">
                <a:solidFill>
                  <a:srgbClr val="526875"/>
                </a:solidFill>
                <a:latin typeface="Arial"/>
                <a:ea typeface="Arial"/>
                <a:cs typeface="Arial"/>
              </a:defRPr>
            </a:lvl9pPr>
          </a:lstStyle>
          <a:p xmlns:a="http://schemas.openxmlformats.org/drawingml/2006/main">
            <a:pPr algn="r">
              <a:defRPr sz="975" b="0">
                <a:solidFill>
                  <a:srgbClr val="526875"/>
                </a:solidFill>
                <a:latin typeface="Arial"/>
                <a:ea typeface="Arial"/>
                <a:cs typeface="Arial"/>
              </a:defRPr>
            </a:pPr>
            <a:r>
              <a:rPr sz="975" b="0">
                <a:solidFill>
                  <a:srgbClr val="526875"/>
                </a:solidFill>
                <a:latin typeface="Arial"/>
                <a:ea typeface="Arial"/>
                <a:cs typeface="Arial"/>
              </a:rPr>
              <a:t>22</a:t>
            </a:r>
          </a:p>
        </p:txBody>
      </p:sp>
      <p:sp>
        <p:nvSpPr>
          <p:cNvPr id="4" name="Q2 DNS allow">
            <a:extLst xmlns:a="http://schemas.openxmlformats.org/drawingml/2006/main">
              <a:ext uri="{FF2B5EF4-FFF2-40B4-BE49-F238E27FC236}">
                <a16:creationId xmlns:a16="http://schemas.microsoft.com/office/drawing/2014/main" id="{36C66D31-4C16-4E39-8DCF-045E8587891B}"/>
              </a:ext>
            </a:extLst>
          </p:cNvPr>
          <p:cNvSpPr>
            <a:spLocks xmlns:a="http://schemas.openxmlformats.org/drawingml/2006/main" noGrp="1"/>
          </p:cNvSpPr>
          <p:nvPr/>
        </p:nvSpPr>
        <p:spPr>
          <a:xfrm xmlns:a="http://schemas.openxmlformats.org/drawingml/2006/main">
            <a:off x="704850" y="2190750"/>
            <a:ext cx="34194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475" b="1">
                <a:solidFill>
                  <a:srgbClr val="12846B"/>
                </a:solidFill>
                <a:latin typeface="Arial"/>
                <a:ea typeface="Arial"/>
                <a:cs typeface="Arial"/>
              </a:defRPr>
            </a:defPPr>
            <a:lvl1pPr algn="l">
              <a:defRPr sz="2475" b="1">
                <a:solidFill>
                  <a:srgbClr val="12846B"/>
                </a:solidFill>
                <a:latin typeface="Arial"/>
                <a:ea typeface="Arial"/>
                <a:cs typeface="Arial"/>
              </a:defRPr>
            </a:lvl1pPr>
            <a:lvl2pPr algn="l">
              <a:defRPr sz="2475" b="1">
                <a:solidFill>
                  <a:srgbClr val="12846B"/>
                </a:solidFill>
                <a:latin typeface="Arial"/>
                <a:ea typeface="Arial"/>
                <a:cs typeface="Arial"/>
              </a:defRPr>
            </a:lvl2pPr>
            <a:lvl3pPr algn="l">
              <a:defRPr sz="2475" b="1">
                <a:solidFill>
                  <a:srgbClr val="12846B"/>
                </a:solidFill>
                <a:latin typeface="Arial"/>
                <a:ea typeface="Arial"/>
                <a:cs typeface="Arial"/>
              </a:defRPr>
            </a:lvl3pPr>
            <a:lvl4pPr algn="l">
              <a:defRPr sz="2475" b="1">
                <a:solidFill>
                  <a:srgbClr val="12846B"/>
                </a:solidFill>
                <a:latin typeface="Arial"/>
                <a:ea typeface="Arial"/>
                <a:cs typeface="Arial"/>
              </a:defRPr>
            </a:lvl4pPr>
            <a:lvl5pPr algn="l">
              <a:defRPr sz="2475" b="1">
                <a:solidFill>
                  <a:srgbClr val="12846B"/>
                </a:solidFill>
                <a:latin typeface="Arial"/>
                <a:ea typeface="Arial"/>
                <a:cs typeface="Arial"/>
              </a:defRPr>
            </a:lvl5pPr>
            <a:lvl6pPr algn="l">
              <a:defRPr sz="2475" b="1">
                <a:solidFill>
                  <a:srgbClr val="12846B"/>
                </a:solidFill>
                <a:latin typeface="Arial"/>
                <a:ea typeface="Arial"/>
                <a:cs typeface="Arial"/>
              </a:defRPr>
            </a:lvl6pPr>
            <a:lvl7pPr algn="l">
              <a:defRPr sz="2475" b="1">
                <a:solidFill>
                  <a:srgbClr val="12846B"/>
                </a:solidFill>
                <a:latin typeface="Arial"/>
                <a:ea typeface="Arial"/>
                <a:cs typeface="Arial"/>
              </a:defRPr>
            </a:lvl7pPr>
            <a:lvl8pPr algn="l">
              <a:defRPr sz="2475" b="1">
                <a:solidFill>
                  <a:srgbClr val="12846B"/>
                </a:solidFill>
                <a:latin typeface="Arial"/>
                <a:ea typeface="Arial"/>
                <a:cs typeface="Arial"/>
              </a:defRPr>
            </a:lvl8pPr>
            <a:lvl9pPr algn="l">
              <a:defRPr sz="2475" b="1">
                <a:solidFill>
                  <a:srgbClr val="12846B"/>
                </a:solidFill>
                <a:latin typeface="Arial"/>
                <a:ea typeface="Arial"/>
                <a:cs typeface="Arial"/>
              </a:defRPr>
            </a:lvl9pPr>
          </a:lstStyle>
          <a:p xmlns:a="http://schemas.openxmlformats.org/drawingml/2006/main">
            <a:pPr algn="l">
              <a:defRPr sz="2475" b="1">
                <a:solidFill>
                  <a:srgbClr val="12846B"/>
                </a:solidFill>
                <a:latin typeface="Arial"/>
                <a:ea typeface="Arial"/>
                <a:cs typeface="Arial"/>
              </a:defRPr>
            </a:pPr>
            <a:r>
              <a:rPr sz="2475" b="1">
                <a:solidFill>
                  <a:srgbClr val="12846B"/>
                </a:solidFill>
                <a:latin typeface="Arial"/>
                <a:ea typeface="Arial"/>
                <a:cs typeface="Arial"/>
              </a:rPr>
              <a:t>Q2 DNS allow</a:t>
            </a:r>
          </a:p>
        </p:txBody>
      </p:sp>
      <p:sp>
        <p:nvSpPr>
          <p:cNvPr id="5" name="+">
            <a:extLst xmlns:a="http://schemas.openxmlformats.org/drawingml/2006/main">
              <a:ext uri="{FF2B5EF4-FFF2-40B4-BE49-F238E27FC236}">
                <a16:creationId xmlns:a16="http://schemas.microsoft.com/office/drawing/2014/main" id="{B3D80C19-D719-4410-B6EE-4995D5DCC522}"/>
              </a:ext>
            </a:extLst>
          </p:cNvPr>
          <p:cNvSpPr>
            <a:spLocks xmlns:a="http://schemas.openxmlformats.org/drawingml/2006/main" noGrp="1"/>
          </p:cNvSpPr>
          <p:nvPr/>
        </p:nvSpPr>
        <p:spPr>
          <a:xfrm xmlns:a="http://schemas.openxmlformats.org/drawingml/2006/main">
            <a:off x="4200525" y="2190750"/>
            <a:ext cx="619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526875"/>
                </a:solidFill>
                <a:latin typeface="Arial"/>
                <a:ea typeface="Arial"/>
                <a:cs typeface="Arial"/>
              </a:defRPr>
            </a:defPPr>
            <a:lvl1pPr algn="l">
              <a:defRPr sz="3150" b="1">
                <a:solidFill>
                  <a:srgbClr val="526875"/>
                </a:solidFill>
                <a:latin typeface="Arial"/>
                <a:ea typeface="Arial"/>
                <a:cs typeface="Arial"/>
              </a:defRPr>
            </a:lvl1pPr>
            <a:lvl2pPr algn="l">
              <a:defRPr sz="3150" b="1">
                <a:solidFill>
                  <a:srgbClr val="526875"/>
                </a:solidFill>
                <a:latin typeface="Arial"/>
                <a:ea typeface="Arial"/>
                <a:cs typeface="Arial"/>
              </a:defRPr>
            </a:lvl2pPr>
            <a:lvl3pPr algn="l">
              <a:defRPr sz="3150" b="1">
                <a:solidFill>
                  <a:srgbClr val="526875"/>
                </a:solidFill>
                <a:latin typeface="Arial"/>
                <a:ea typeface="Arial"/>
                <a:cs typeface="Arial"/>
              </a:defRPr>
            </a:lvl3pPr>
            <a:lvl4pPr algn="l">
              <a:defRPr sz="3150" b="1">
                <a:solidFill>
                  <a:srgbClr val="526875"/>
                </a:solidFill>
                <a:latin typeface="Arial"/>
                <a:ea typeface="Arial"/>
                <a:cs typeface="Arial"/>
              </a:defRPr>
            </a:lvl4pPr>
            <a:lvl5pPr algn="l">
              <a:defRPr sz="3150" b="1">
                <a:solidFill>
                  <a:srgbClr val="526875"/>
                </a:solidFill>
                <a:latin typeface="Arial"/>
                <a:ea typeface="Arial"/>
                <a:cs typeface="Arial"/>
              </a:defRPr>
            </a:lvl5pPr>
            <a:lvl6pPr algn="l">
              <a:defRPr sz="3150" b="1">
                <a:solidFill>
                  <a:srgbClr val="526875"/>
                </a:solidFill>
                <a:latin typeface="Arial"/>
                <a:ea typeface="Arial"/>
                <a:cs typeface="Arial"/>
              </a:defRPr>
            </a:lvl6pPr>
            <a:lvl7pPr algn="l">
              <a:defRPr sz="3150" b="1">
                <a:solidFill>
                  <a:srgbClr val="526875"/>
                </a:solidFill>
                <a:latin typeface="Arial"/>
                <a:ea typeface="Arial"/>
                <a:cs typeface="Arial"/>
              </a:defRPr>
            </a:lvl7pPr>
            <a:lvl8pPr algn="l">
              <a:defRPr sz="3150" b="1">
                <a:solidFill>
                  <a:srgbClr val="526875"/>
                </a:solidFill>
                <a:latin typeface="Arial"/>
                <a:ea typeface="Arial"/>
                <a:cs typeface="Arial"/>
              </a:defRPr>
            </a:lvl8pPr>
            <a:lvl9pPr algn="l">
              <a:defRPr sz="3150" b="1">
                <a:solidFill>
                  <a:srgbClr val="526875"/>
                </a:solidFill>
                <a:latin typeface="Arial"/>
                <a:ea typeface="Arial"/>
                <a:cs typeface="Arial"/>
              </a:defRPr>
            </a:lvl9pPr>
          </a:lstStyle>
          <a:p xmlns:a="http://schemas.openxmlformats.org/drawingml/2006/main">
            <a:pPr algn="l">
              <a:defRPr sz="3150" b="1">
                <a:solidFill>
                  <a:srgbClr val="526875"/>
                </a:solidFill>
                <a:latin typeface="Arial"/>
                <a:ea typeface="Arial"/>
                <a:cs typeface="Arial"/>
              </a:defRPr>
            </a:pPr>
            <a:r>
              <a:rPr sz="3150" b="1">
                <a:solidFill>
                  <a:srgbClr val="526875"/>
                </a:solidFill>
                <a:latin typeface="Arial"/>
                <a:ea typeface="Arial"/>
                <a:cs typeface="Arial"/>
              </a:rPr>
              <a:t>+</a:t>
            </a:r>
          </a:p>
        </p:txBody>
      </p:sp>
      <p:sp>
        <p:nvSpPr>
          <p:cNvPr id="6" name="Q3 deny-all">
            <a:extLst xmlns:a="http://schemas.openxmlformats.org/drawingml/2006/main">
              <a:ext uri="{FF2B5EF4-FFF2-40B4-BE49-F238E27FC236}">
                <a16:creationId xmlns:a16="http://schemas.microsoft.com/office/drawing/2014/main" id="{DBE96504-D82D-479F-9CC9-D7636E775D3D}"/>
              </a:ext>
            </a:extLst>
          </p:cNvPr>
          <p:cNvSpPr>
            <a:spLocks xmlns:a="http://schemas.openxmlformats.org/drawingml/2006/main" noGrp="1"/>
          </p:cNvSpPr>
          <p:nvPr/>
        </p:nvSpPr>
        <p:spPr>
          <a:xfrm xmlns:a="http://schemas.openxmlformats.org/drawingml/2006/main">
            <a:off x="5295900" y="2190750"/>
            <a:ext cx="3333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475" b="1">
                <a:solidFill>
                  <a:srgbClr val="F7785D"/>
                </a:solidFill>
                <a:latin typeface="Arial"/>
                <a:ea typeface="Arial"/>
                <a:cs typeface="Arial"/>
              </a:defRPr>
            </a:defPPr>
            <a:lvl1pPr algn="l">
              <a:defRPr sz="2475" b="1">
                <a:solidFill>
                  <a:srgbClr val="F7785D"/>
                </a:solidFill>
                <a:latin typeface="Arial"/>
                <a:ea typeface="Arial"/>
                <a:cs typeface="Arial"/>
              </a:defRPr>
            </a:lvl1pPr>
            <a:lvl2pPr algn="l">
              <a:defRPr sz="2475" b="1">
                <a:solidFill>
                  <a:srgbClr val="F7785D"/>
                </a:solidFill>
                <a:latin typeface="Arial"/>
                <a:ea typeface="Arial"/>
                <a:cs typeface="Arial"/>
              </a:defRPr>
            </a:lvl2pPr>
            <a:lvl3pPr algn="l">
              <a:defRPr sz="2475" b="1">
                <a:solidFill>
                  <a:srgbClr val="F7785D"/>
                </a:solidFill>
                <a:latin typeface="Arial"/>
                <a:ea typeface="Arial"/>
                <a:cs typeface="Arial"/>
              </a:defRPr>
            </a:lvl3pPr>
            <a:lvl4pPr algn="l">
              <a:defRPr sz="2475" b="1">
                <a:solidFill>
                  <a:srgbClr val="F7785D"/>
                </a:solidFill>
                <a:latin typeface="Arial"/>
                <a:ea typeface="Arial"/>
                <a:cs typeface="Arial"/>
              </a:defRPr>
            </a:lvl4pPr>
            <a:lvl5pPr algn="l">
              <a:defRPr sz="2475" b="1">
                <a:solidFill>
                  <a:srgbClr val="F7785D"/>
                </a:solidFill>
                <a:latin typeface="Arial"/>
                <a:ea typeface="Arial"/>
                <a:cs typeface="Arial"/>
              </a:defRPr>
            </a:lvl5pPr>
            <a:lvl6pPr algn="l">
              <a:defRPr sz="2475" b="1">
                <a:solidFill>
                  <a:srgbClr val="F7785D"/>
                </a:solidFill>
                <a:latin typeface="Arial"/>
                <a:ea typeface="Arial"/>
                <a:cs typeface="Arial"/>
              </a:defRPr>
            </a:lvl6pPr>
            <a:lvl7pPr algn="l">
              <a:defRPr sz="2475" b="1">
                <a:solidFill>
                  <a:srgbClr val="F7785D"/>
                </a:solidFill>
                <a:latin typeface="Arial"/>
                <a:ea typeface="Arial"/>
                <a:cs typeface="Arial"/>
              </a:defRPr>
            </a:lvl7pPr>
            <a:lvl8pPr algn="l">
              <a:defRPr sz="2475" b="1">
                <a:solidFill>
                  <a:srgbClr val="F7785D"/>
                </a:solidFill>
                <a:latin typeface="Arial"/>
                <a:ea typeface="Arial"/>
                <a:cs typeface="Arial"/>
              </a:defRPr>
            </a:lvl8pPr>
            <a:lvl9pPr algn="l">
              <a:defRPr sz="2475" b="1">
                <a:solidFill>
                  <a:srgbClr val="F7785D"/>
                </a:solidFill>
                <a:latin typeface="Arial"/>
                <a:ea typeface="Arial"/>
                <a:cs typeface="Arial"/>
              </a:defRPr>
            </a:lvl9pPr>
          </a:lstStyle>
          <a:p xmlns:a="http://schemas.openxmlformats.org/drawingml/2006/main">
            <a:pPr algn="l">
              <a:defRPr sz="2475" b="1">
                <a:solidFill>
                  <a:srgbClr val="F7785D"/>
                </a:solidFill>
                <a:latin typeface="Arial"/>
                <a:ea typeface="Arial"/>
                <a:cs typeface="Arial"/>
              </a:defRPr>
            </a:pPr>
            <a:r>
              <a:rPr sz="2475" b="1">
                <a:solidFill>
                  <a:srgbClr val="F7785D"/>
                </a:solidFill>
                <a:latin typeface="Arial"/>
                <a:ea typeface="Arial"/>
                <a:cs typeface="Arial"/>
              </a:rPr>
              <a:t>Q3 deny-all</a:t>
            </a:r>
          </a:p>
        </p:txBody>
      </p:sp>
      <p:sp>
        <p:nvSpPr>
          <p:cNvPr id="7" name="DNS remains allowed">
            <a:extLst xmlns:a="http://schemas.openxmlformats.org/drawingml/2006/main">
              <a:ext uri="{FF2B5EF4-FFF2-40B4-BE49-F238E27FC236}">
                <a16:creationId xmlns:a16="http://schemas.microsoft.com/office/drawing/2014/main" id="{3DAC93EB-2BCF-48D7-94AB-FAB63216C684}"/>
              </a:ext>
            </a:extLst>
          </p:cNvPr>
          <p:cNvSpPr>
            <a:spLocks xmlns:a="http://schemas.openxmlformats.org/drawingml/2006/main" noGrp="1"/>
          </p:cNvSpPr>
          <p:nvPr/>
        </p:nvSpPr>
        <p:spPr>
          <a:xfrm xmlns:a="http://schemas.openxmlformats.org/drawingml/2006/main">
            <a:off x="714375" y="3371850"/>
            <a:ext cx="1047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450" b="1">
                <a:solidFill>
                  <a:srgbClr val="112B3A"/>
                </a:solidFill>
                <a:latin typeface="Arial"/>
                <a:ea typeface="Arial"/>
                <a:cs typeface="Arial"/>
              </a:defRPr>
            </a:defPPr>
            <a:lvl1pPr algn="l">
              <a:defRPr sz="3450" b="1">
                <a:solidFill>
                  <a:srgbClr val="112B3A"/>
                </a:solidFill>
                <a:latin typeface="Arial"/>
                <a:ea typeface="Arial"/>
                <a:cs typeface="Arial"/>
              </a:defRPr>
            </a:lvl1pPr>
            <a:lvl2pPr algn="l">
              <a:defRPr sz="3450" b="1">
                <a:solidFill>
                  <a:srgbClr val="112B3A"/>
                </a:solidFill>
                <a:latin typeface="Arial"/>
                <a:ea typeface="Arial"/>
                <a:cs typeface="Arial"/>
              </a:defRPr>
            </a:lvl2pPr>
            <a:lvl3pPr algn="l">
              <a:defRPr sz="3450" b="1">
                <a:solidFill>
                  <a:srgbClr val="112B3A"/>
                </a:solidFill>
                <a:latin typeface="Arial"/>
                <a:ea typeface="Arial"/>
                <a:cs typeface="Arial"/>
              </a:defRPr>
            </a:lvl3pPr>
            <a:lvl4pPr algn="l">
              <a:defRPr sz="3450" b="1">
                <a:solidFill>
                  <a:srgbClr val="112B3A"/>
                </a:solidFill>
                <a:latin typeface="Arial"/>
                <a:ea typeface="Arial"/>
                <a:cs typeface="Arial"/>
              </a:defRPr>
            </a:lvl4pPr>
            <a:lvl5pPr algn="l">
              <a:defRPr sz="3450" b="1">
                <a:solidFill>
                  <a:srgbClr val="112B3A"/>
                </a:solidFill>
                <a:latin typeface="Arial"/>
                <a:ea typeface="Arial"/>
                <a:cs typeface="Arial"/>
              </a:defRPr>
            </a:lvl5pPr>
            <a:lvl6pPr algn="l">
              <a:defRPr sz="3450" b="1">
                <a:solidFill>
                  <a:srgbClr val="112B3A"/>
                </a:solidFill>
                <a:latin typeface="Arial"/>
                <a:ea typeface="Arial"/>
                <a:cs typeface="Arial"/>
              </a:defRPr>
            </a:lvl6pPr>
            <a:lvl7pPr algn="l">
              <a:defRPr sz="3450" b="1">
                <a:solidFill>
                  <a:srgbClr val="112B3A"/>
                </a:solidFill>
                <a:latin typeface="Arial"/>
                <a:ea typeface="Arial"/>
                <a:cs typeface="Arial"/>
              </a:defRPr>
            </a:lvl7pPr>
            <a:lvl8pPr algn="l">
              <a:defRPr sz="3450" b="1">
                <a:solidFill>
                  <a:srgbClr val="112B3A"/>
                </a:solidFill>
                <a:latin typeface="Arial"/>
                <a:ea typeface="Arial"/>
                <a:cs typeface="Arial"/>
              </a:defRPr>
            </a:lvl8pPr>
            <a:lvl9pPr algn="l">
              <a:defRPr sz="3450" b="1">
                <a:solidFill>
                  <a:srgbClr val="112B3A"/>
                </a:solidFill>
                <a:latin typeface="Arial"/>
                <a:ea typeface="Arial"/>
                <a:cs typeface="Arial"/>
              </a:defRPr>
            </a:lvl9pPr>
          </a:lstStyle>
          <a:p xmlns:a="http://schemas.openxmlformats.org/drawingml/2006/main">
            <a:pPr algn="l">
              <a:defRPr sz="3450" b="1">
                <a:solidFill>
                  <a:srgbClr val="112B3A"/>
                </a:solidFill>
                <a:latin typeface="Arial"/>
                <a:ea typeface="Arial"/>
                <a:cs typeface="Arial"/>
              </a:defRPr>
            </a:pPr>
            <a:r>
              <a:rPr sz="3450" b="1">
                <a:solidFill>
                  <a:srgbClr val="112B3A"/>
                </a:solidFill>
                <a:latin typeface="Arial"/>
                <a:ea typeface="Arial"/>
                <a:cs typeface="Arial"/>
              </a:rPr>
              <a:t>DNS remains allowed</a:t>
            </a:r>
          </a:p>
        </p:txBody>
      </p:sp>
      <p:sp>
        <p:nvSpPr>
          <p:cNvPr id="8" name="diagram-boundary">
            <a:extLst xmlns:a="http://schemas.openxmlformats.org/drawingml/2006/main">
              <a:ext uri="{FF2B5EF4-FFF2-40B4-BE49-F238E27FC236}">
                <a16:creationId xmlns:a16="http://schemas.microsoft.com/office/drawing/2014/main" id="{70E1141A-E4CC-4AA1-ABEE-363FDFDD15CC}"/>
              </a:ext>
            </a:extLst>
          </p:cNvPr>
          <p:cNvSpPr>
            <a:spLocks xmlns:a="http://schemas.openxmlformats.org/drawingml/2006/main" noGrp="1"/>
          </p:cNvSpPr>
          <p:nvPr/>
        </p:nvSpPr>
        <p:spPr>
          <a:xfrm xmlns:a="http://schemas.openxmlformats.org/drawingml/2006/main">
            <a:off x="714375" y="4267200"/>
            <a:ext cx="10715625" cy="19050"/>
          </a:xfrm>
          <a:prstGeom xmlns:a="http://schemas.openxmlformats.org/drawingml/2006/main" prst="rect">
            <a:avLst/>
          </a:prstGeom>
          <a:solidFill xmlns:a="http://schemas.openxmlformats.org/drawingml/2006/main">
            <a:srgbClr val="D7DCD8"/>
          </a:solidFill>
          <a:ln xmlns:a="http://schemas.openxmlformats.org/drawingml/2006/main" w="0">
            <a:noFill/>
            <a:prstDash val="solid"/>
          </a:ln>
        </p:spPr>
      </p:sp>
      <p:sp>
        <p:nvSpPr>
          <p:cNvPr id="9" name="Repair: exclude isolated workloads from every">
            <a:extLst xmlns:a="http://schemas.openxmlformats.org/drawingml/2006/main">
              <a:ext uri="{FF2B5EF4-FFF2-40B4-BE49-F238E27FC236}">
                <a16:creationId xmlns:a16="http://schemas.microsoft.com/office/drawing/2014/main" id="{6DAA76AB-F53D-4DBA-AC90-A7A6CC295194}"/>
              </a:ext>
            </a:extLst>
          </p:cNvPr>
          <p:cNvSpPr>
            <a:spLocks xmlns:a="http://schemas.openxmlformats.org/drawingml/2006/main" noGrp="1"/>
          </p:cNvSpPr>
          <p:nvPr/>
        </p:nvSpPr>
        <p:spPr>
          <a:xfrm xmlns:a="http://schemas.openxmlformats.org/drawingml/2006/main">
            <a:off x="714375" y="4657725"/>
            <a:ext cx="1062037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325" b="1">
                <a:solidFill>
                  <a:srgbClr val="12846B"/>
                </a:solidFill>
                <a:latin typeface="Arial"/>
                <a:ea typeface="Arial"/>
                <a:cs typeface="Arial"/>
              </a:defRPr>
            </a:defPPr>
            <a:lvl1pPr algn="l">
              <a:defRPr sz="2325" b="1">
                <a:solidFill>
                  <a:srgbClr val="12846B"/>
                </a:solidFill>
                <a:latin typeface="Arial"/>
                <a:ea typeface="Arial"/>
                <a:cs typeface="Arial"/>
              </a:defRPr>
            </a:lvl1pPr>
            <a:lvl2pPr algn="l">
              <a:defRPr sz="2325" b="1">
                <a:solidFill>
                  <a:srgbClr val="12846B"/>
                </a:solidFill>
                <a:latin typeface="Arial"/>
                <a:ea typeface="Arial"/>
                <a:cs typeface="Arial"/>
              </a:defRPr>
            </a:lvl2pPr>
            <a:lvl3pPr algn="l">
              <a:defRPr sz="2325" b="1">
                <a:solidFill>
                  <a:srgbClr val="12846B"/>
                </a:solidFill>
                <a:latin typeface="Arial"/>
                <a:ea typeface="Arial"/>
                <a:cs typeface="Arial"/>
              </a:defRPr>
            </a:lvl3pPr>
            <a:lvl4pPr algn="l">
              <a:defRPr sz="2325" b="1">
                <a:solidFill>
                  <a:srgbClr val="12846B"/>
                </a:solidFill>
                <a:latin typeface="Arial"/>
                <a:ea typeface="Arial"/>
                <a:cs typeface="Arial"/>
              </a:defRPr>
            </a:lvl4pPr>
            <a:lvl5pPr algn="l">
              <a:defRPr sz="2325" b="1">
                <a:solidFill>
                  <a:srgbClr val="12846B"/>
                </a:solidFill>
                <a:latin typeface="Arial"/>
                <a:ea typeface="Arial"/>
                <a:cs typeface="Arial"/>
              </a:defRPr>
            </a:lvl5pPr>
            <a:lvl6pPr algn="l">
              <a:defRPr sz="2325" b="1">
                <a:solidFill>
                  <a:srgbClr val="12846B"/>
                </a:solidFill>
                <a:latin typeface="Arial"/>
                <a:ea typeface="Arial"/>
                <a:cs typeface="Arial"/>
              </a:defRPr>
            </a:lvl6pPr>
            <a:lvl7pPr algn="l">
              <a:defRPr sz="2325" b="1">
                <a:solidFill>
                  <a:srgbClr val="12846B"/>
                </a:solidFill>
                <a:latin typeface="Arial"/>
                <a:ea typeface="Arial"/>
                <a:cs typeface="Arial"/>
              </a:defRPr>
            </a:lvl7pPr>
            <a:lvl8pPr algn="l">
              <a:defRPr sz="2325" b="1">
                <a:solidFill>
                  <a:srgbClr val="12846B"/>
                </a:solidFill>
                <a:latin typeface="Arial"/>
                <a:ea typeface="Arial"/>
                <a:cs typeface="Arial"/>
              </a:defRPr>
            </a:lvl8pPr>
            <a:lvl9pPr algn="l">
              <a:defRPr sz="2325" b="1">
                <a:solidFill>
                  <a:srgbClr val="12846B"/>
                </a:solidFill>
                <a:latin typeface="Arial"/>
                <a:ea typeface="Arial"/>
                <a:cs typeface="Arial"/>
              </a:defRPr>
            </a:lvl9pPr>
          </a:lstStyle>
          <a:p xmlns:a="http://schemas.openxmlformats.org/drawingml/2006/main">
            <a:pPr algn="l">
              <a:defRPr sz="2325" b="1">
                <a:solidFill>
                  <a:srgbClr val="12846B"/>
                </a:solidFill>
                <a:latin typeface="Arial"/>
                <a:ea typeface="Arial"/>
                <a:cs typeface="Arial"/>
              </a:defRPr>
            </a:pPr>
            <a:r>
              <a:rPr sz="2325" b="1">
                <a:solidFill>
                  <a:srgbClr val="12846B"/>
                </a:solidFill>
                <a:latin typeface="Arial"/>
                <a:ea typeface="Arial"/>
                <a:cs typeface="Arial"/>
              </a:rPr>
              <a:t>Repair: exclude isolated workloads from every allowance</a:t>
            </a:r>
          </a:p>
        </p:txBody>
      </p:sp>
      <p:sp>
        <p:nvSpPr>
          <p:cNvPr id="10" name="Verify both UDP and TCP on port 53">
            <a:extLst xmlns:a="http://schemas.openxmlformats.org/drawingml/2006/main">
              <a:ext uri="{FF2B5EF4-FFF2-40B4-BE49-F238E27FC236}">
                <a16:creationId xmlns:a16="http://schemas.microsoft.com/office/drawing/2014/main" id="{E26824EE-4AFC-48F4-9AD3-7234E7C5AB00}"/>
              </a:ext>
            </a:extLst>
          </p:cNvPr>
          <p:cNvSpPr>
            <a:spLocks xmlns:a="http://schemas.openxmlformats.org/drawingml/2006/main" noGrp="1"/>
          </p:cNvSpPr>
          <p:nvPr/>
        </p:nvSpPr>
        <p:spPr>
          <a:xfrm xmlns:a="http://schemas.openxmlformats.org/drawingml/2006/main">
            <a:off x="714375" y="5924550"/>
            <a:ext cx="1057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00" b="0">
                <a:solidFill>
                  <a:srgbClr val="112B3A"/>
                </a:solidFill>
                <a:latin typeface="Arial"/>
                <a:ea typeface="Arial"/>
                <a:cs typeface="Arial"/>
              </a:defRPr>
            </a:defPPr>
            <a:lvl1pPr algn="l">
              <a:defRPr sz="1800" b="0">
                <a:solidFill>
                  <a:srgbClr val="112B3A"/>
                </a:solidFill>
                <a:latin typeface="Arial"/>
                <a:ea typeface="Arial"/>
                <a:cs typeface="Arial"/>
              </a:defRPr>
            </a:lvl1pPr>
            <a:lvl2pPr algn="l">
              <a:defRPr sz="1800" b="0">
                <a:solidFill>
                  <a:srgbClr val="112B3A"/>
                </a:solidFill>
                <a:latin typeface="Arial"/>
                <a:ea typeface="Arial"/>
                <a:cs typeface="Arial"/>
              </a:defRPr>
            </a:lvl2pPr>
            <a:lvl3pPr algn="l">
              <a:defRPr sz="1800" b="0">
                <a:solidFill>
                  <a:srgbClr val="112B3A"/>
                </a:solidFill>
                <a:latin typeface="Arial"/>
                <a:ea typeface="Arial"/>
                <a:cs typeface="Arial"/>
              </a:defRPr>
            </a:lvl3pPr>
            <a:lvl4pPr algn="l">
              <a:defRPr sz="1800" b="0">
                <a:solidFill>
                  <a:srgbClr val="112B3A"/>
                </a:solidFill>
                <a:latin typeface="Arial"/>
                <a:ea typeface="Arial"/>
                <a:cs typeface="Arial"/>
              </a:defRPr>
            </a:lvl4pPr>
            <a:lvl5pPr algn="l">
              <a:defRPr sz="1800" b="0">
                <a:solidFill>
                  <a:srgbClr val="112B3A"/>
                </a:solidFill>
                <a:latin typeface="Arial"/>
                <a:ea typeface="Arial"/>
                <a:cs typeface="Arial"/>
              </a:defRPr>
            </a:lvl5pPr>
            <a:lvl6pPr algn="l">
              <a:defRPr sz="1800" b="0">
                <a:solidFill>
                  <a:srgbClr val="112B3A"/>
                </a:solidFill>
                <a:latin typeface="Arial"/>
                <a:ea typeface="Arial"/>
                <a:cs typeface="Arial"/>
              </a:defRPr>
            </a:lvl6pPr>
            <a:lvl7pPr algn="l">
              <a:defRPr sz="1800" b="0">
                <a:solidFill>
                  <a:srgbClr val="112B3A"/>
                </a:solidFill>
                <a:latin typeface="Arial"/>
                <a:ea typeface="Arial"/>
                <a:cs typeface="Arial"/>
              </a:defRPr>
            </a:lvl7pPr>
            <a:lvl8pPr algn="l">
              <a:defRPr sz="1800" b="0">
                <a:solidFill>
                  <a:srgbClr val="112B3A"/>
                </a:solidFill>
                <a:latin typeface="Arial"/>
                <a:ea typeface="Arial"/>
                <a:cs typeface="Arial"/>
              </a:defRPr>
            </a:lvl8pPr>
            <a:lvl9pPr algn="l">
              <a:defRPr sz="1800" b="0">
                <a:solidFill>
                  <a:srgbClr val="112B3A"/>
                </a:solidFill>
                <a:latin typeface="Arial"/>
                <a:ea typeface="Arial"/>
                <a:cs typeface="Arial"/>
              </a:defRPr>
            </a:lvl9pPr>
          </a:lstStyle>
          <a:p xmlns:a="http://schemas.openxmlformats.org/drawingml/2006/main">
            <a:pPr algn="l">
              <a:defRPr sz="1800" b="0">
                <a:solidFill>
                  <a:srgbClr val="112B3A"/>
                </a:solidFill>
                <a:latin typeface="Arial"/>
                <a:ea typeface="Arial"/>
                <a:cs typeface="Arial"/>
              </a:defRPr>
            </a:pPr>
            <a:r>
              <a:rPr sz="1800" b="0">
                <a:solidFill>
                  <a:srgbClr val="112B3A"/>
                </a:solidFill>
                <a:latin typeface="Arial"/>
                <a:ea typeface="Arial"/>
                <a:cs typeface="Arial"/>
              </a:rPr>
              <a:t>Verify both UDP and TCP on port 53</a:t>
            </a:r>
          </a:p>
        </p:txBody>
      </p:sp>
    </p:spTree>
    <p:extLst>
      <p:ext uri="{BB962C8B-B14F-4D97-AF65-F5344CB8AC3E}">
        <p14:creationId xmlns:p14="http://schemas.microsoft.com/office/powerpoint/2010/main" val="748058000"/>
      </p:ext>
    </p:extLst>
  </p:cSld>
</p:sld>
</file>

<file path=ppt/slides/slide23.xml><?xml version="1.0" encoding="utf-8"?>
<p:sld xmlns:p="http://schemas.openxmlformats.org/presentationml/2006/main">
  <p:cSld>
    <p:bg>
      <p:bgPr>
        <a:solidFill xmlns:a="http://schemas.openxmlformats.org/drawingml/2006/main">
          <a:srgbClr val="081A29"/>
        </a:solidFill>
      </p:bgPr>
    </p:bg>
    <p:spTree>
      <p:nvGrpSpPr>
        <p:cNvPr id="1" name=""/>
        <p:cNvGrpSpPr/>
        <p:nvPr/>
      </p:nvGrpSpPr>
      <p:grpSpPr>
        <a:xfrm xmlns:a="http://schemas.openxmlformats.org/drawingml/2006/main"/>
      </p:grpSpPr>
      <p:sp>
        <p:nvSpPr>
          <p:cNvPr id="17" name="slide-23-title">
            <a:extLst xmlns:a="http://schemas.openxmlformats.org/drawingml/2006/main">
              <a:ext uri="{FF2B5EF4-FFF2-40B4-BE49-F238E27FC236}">
                <a16:creationId xmlns:a16="http://schemas.microsoft.com/office/drawing/2014/main" id="{DA7D8786-DA18-4708-8421-171E550622DC}"/>
              </a:ext>
            </a:extLst>
          </p:cNvPr>
          <p:cNvSpPr>
            <a:spLocks xmlns:a="http://schemas.openxmlformats.org/drawingml/2006/main" noGrp="1"/>
          </p:cNvSpPr>
          <p:nvPr/>
        </p:nvSpPr>
        <p:spPr>
          <a:xfrm xmlns:a="http://schemas.openxmlformats.org/drawingml/2006/main">
            <a:off x="609600" y="476250"/>
            <a:ext cx="10858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FFFFFF"/>
                </a:solidFill>
                <a:latin typeface="Arial"/>
                <a:ea typeface="Arial"/>
                <a:cs typeface="Arial"/>
              </a:defRPr>
            </a:defPPr>
            <a:lvl1pPr algn="l">
              <a:defRPr sz="3150" b="1">
                <a:solidFill>
                  <a:srgbClr val="FFFFFF"/>
                </a:solidFill>
                <a:latin typeface="Arial"/>
                <a:ea typeface="Arial"/>
                <a:cs typeface="Arial"/>
              </a:defRPr>
            </a:lvl1pPr>
            <a:lvl2pPr algn="l">
              <a:defRPr sz="3150" b="1">
                <a:solidFill>
                  <a:srgbClr val="FFFFFF"/>
                </a:solidFill>
                <a:latin typeface="Arial"/>
                <a:ea typeface="Arial"/>
                <a:cs typeface="Arial"/>
              </a:defRPr>
            </a:lvl2pPr>
            <a:lvl3pPr algn="l">
              <a:defRPr sz="3150" b="1">
                <a:solidFill>
                  <a:srgbClr val="FFFFFF"/>
                </a:solidFill>
                <a:latin typeface="Arial"/>
                <a:ea typeface="Arial"/>
                <a:cs typeface="Arial"/>
              </a:defRPr>
            </a:lvl3pPr>
            <a:lvl4pPr algn="l">
              <a:defRPr sz="3150" b="1">
                <a:solidFill>
                  <a:srgbClr val="FFFFFF"/>
                </a:solidFill>
                <a:latin typeface="Arial"/>
                <a:ea typeface="Arial"/>
                <a:cs typeface="Arial"/>
              </a:defRPr>
            </a:lvl4pPr>
            <a:lvl5pPr algn="l">
              <a:defRPr sz="3150" b="1">
                <a:solidFill>
                  <a:srgbClr val="FFFFFF"/>
                </a:solidFill>
                <a:latin typeface="Arial"/>
                <a:ea typeface="Arial"/>
                <a:cs typeface="Arial"/>
              </a:defRPr>
            </a:lvl5pPr>
            <a:lvl6pPr algn="l">
              <a:defRPr sz="3150" b="1">
                <a:solidFill>
                  <a:srgbClr val="FFFFFF"/>
                </a:solidFill>
                <a:latin typeface="Arial"/>
                <a:ea typeface="Arial"/>
                <a:cs typeface="Arial"/>
              </a:defRPr>
            </a:lvl6pPr>
            <a:lvl7pPr algn="l">
              <a:defRPr sz="3150" b="1">
                <a:solidFill>
                  <a:srgbClr val="FFFFFF"/>
                </a:solidFill>
                <a:latin typeface="Arial"/>
                <a:ea typeface="Arial"/>
                <a:cs typeface="Arial"/>
              </a:defRPr>
            </a:lvl7pPr>
            <a:lvl8pPr algn="l">
              <a:defRPr sz="3150" b="1">
                <a:solidFill>
                  <a:srgbClr val="FFFFFF"/>
                </a:solidFill>
                <a:latin typeface="Arial"/>
                <a:ea typeface="Arial"/>
                <a:cs typeface="Arial"/>
              </a:defRPr>
            </a:lvl8pPr>
            <a:lvl9pPr algn="l">
              <a:defRPr sz="3150" b="1">
                <a:solidFill>
                  <a:srgbClr val="FFFFFF"/>
                </a:solidFill>
                <a:latin typeface="Arial"/>
                <a:ea typeface="Arial"/>
                <a:cs typeface="Arial"/>
              </a:defRPr>
            </a:lvl9pPr>
          </a:lstStyle>
          <a:p xmlns:a="http://schemas.openxmlformats.org/drawingml/2006/main">
            <a:pPr algn="l">
              <a:defRPr sz="3150" b="1">
                <a:solidFill>
                  <a:srgbClr val="FFFFFF"/>
                </a:solidFill>
                <a:latin typeface="Arial"/>
                <a:ea typeface="Arial"/>
                <a:cs typeface="Arial"/>
              </a:defRPr>
            </a:pPr>
            <a:r>
              <a:rPr sz="3150" b="1">
                <a:solidFill>
                  <a:srgbClr val="FFFFFF"/>
                </a:solidFill>
                <a:latin typeface="Arial"/>
                <a:ea typeface="Arial"/>
                <a:cs typeface="Arial"/>
              </a:rPr>
              <a:t>Ready status and safe replacement</a:t>
            </a:r>
          </a:p>
        </p:txBody>
      </p:sp>
      <p:sp>
        <p:nvSpPr>
          <p:cNvPr id="2" name="Recorded k3s voluntary-eviction sequence">
            <a:extLst xmlns:a="http://schemas.openxmlformats.org/drawingml/2006/main">
              <a:ext uri="{FF2B5EF4-FFF2-40B4-BE49-F238E27FC236}">
                <a16:creationId xmlns:a16="http://schemas.microsoft.com/office/drawing/2014/main" id="{7E2C177B-9475-4E10-9022-F38C86E2CEFE}"/>
              </a:ext>
            </a:extLst>
          </p:cNvPr>
          <p:cNvSpPr>
            <a:spLocks xmlns:a="http://schemas.openxmlformats.org/drawingml/2006/main" noGrp="1"/>
          </p:cNvSpPr>
          <p:nvPr/>
        </p:nvSpPr>
        <p:spPr>
          <a:xfrm xmlns:a="http://schemas.openxmlformats.org/drawingml/2006/main">
            <a:off x="647700" y="1257300"/>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a:solidFill>
                  <a:srgbClr val="37D5BE"/>
                </a:solidFill>
                <a:latin typeface="Arial"/>
                <a:ea typeface="Arial"/>
                <a:cs typeface="Arial"/>
              </a:defRPr>
            </a:defPPr>
            <a:lvl1pPr algn="l">
              <a:defRPr sz="1500" b="0">
                <a:solidFill>
                  <a:srgbClr val="37D5BE"/>
                </a:solidFill>
                <a:latin typeface="Arial"/>
                <a:ea typeface="Arial"/>
                <a:cs typeface="Arial"/>
              </a:defRPr>
            </a:lvl1pPr>
            <a:lvl2pPr algn="l">
              <a:defRPr sz="1500" b="0">
                <a:solidFill>
                  <a:srgbClr val="37D5BE"/>
                </a:solidFill>
                <a:latin typeface="Arial"/>
                <a:ea typeface="Arial"/>
                <a:cs typeface="Arial"/>
              </a:defRPr>
            </a:lvl2pPr>
            <a:lvl3pPr algn="l">
              <a:defRPr sz="1500" b="0">
                <a:solidFill>
                  <a:srgbClr val="37D5BE"/>
                </a:solidFill>
                <a:latin typeface="Arial"/>
                <a:ea typeface="Arial"/>
                <a:cs typeface="Arial"/>
              </a:defRPr>
            </a:lvl3pPr>
            <a:lvl4pPr algn="l">
              <a:defRPr sz="1500" b="0">
                <a:solidFill>
                  <a:srgbClr val="37D5BE"/>
                </a:solidFill>
                <a:latin typeface="Arial"/>
                <a:ea typeface="Arial"/>
                <a:cs typeface="Arial"/>
              </a:defRPr>
            </a:lvl4pPr>
            <a:lvl5pPr algn="l">
              <a:defRPr sz="1500" b="0">
                <a:solidFill>
                  <a:srgbClr val="37D5BE"/>
                </a:solidFill>
                <a:latin typeface="Arial"/>
                <a:ea typeface="Arial"/>
                <a:cs typeface="Arial"/>
              </a:defRPr>
            </a:lvl5pPr>
            <a:lvl6pPr algn="l">
              <a:defRPr sz="1500" b="0">
                <a:solidFill>
                  <a:srgbClr val="37D5BE"/>
                </a:solidFill>
                <a:latin typeface="Arial"/>
                <a:ea typeface="Arial"/>
                <a:cs typeface="Arial"/>
              </a:defRPr>
            </a:lvl6pPr>
            <a:lvl7pPr algn="l">
              <a:defRPr sz="1500" b="0">
                <a:solidFill>
                  <a:srgbClr val="37D5BE"/>
                </a:solidFill>
                <a:latin typeface="Arial"/>
                <a:ea typeface="Arial"/>
                <a:cs typeface="Arial"/>
              </a:defRPr>
            </a:lvl7pPr>
            <a:lvl8pPr algn="l">
              <a:defRPr sz="1500" b="0">
                <a:solidFill>
                  <a:srgbClr val="37D5BE"/>
                </a:solidFill>
                <a:latin typeface="Arial"/>
                <a:ea typeface="Arial"/>
                <a:cs typeface="Arial"/>
              </a:defRPr>
            </a:lvl8pPr>
            <a:lvl9pPr algn="l">
              <a:defRPr sz="1500" b="0">
                <a:solidFill>
                  <a:srgbClr val="37D5BE"/>
                </a:solidFill>
                <a:latin typeface="Arial"/>
                <a:ea typeface="Arial"/>
                <a:cs typeface="Arial"/>
              </a:defRPr>
            </a:lvl9pPr>
          </a:lstStyle>
          <a:p xmlns:a="http://schemas.openxmlformats.org/drawingml/2006/main">
            <a:pPr algn="l">
              <a:defRPr sz="1500" b="0">
                <a:solidFill>
                  <a:srgbClr val="37D5BE"/>
                </a:solidFill>
                <a:latin typeface="Arial"/>
                <a:ea typeface="Arial"/>
                <a:cs typeface="Arial"/>
              </a:defRPr>
            </a:pPr>
            <a:r>
              <a:rPr sz="1500" b="0">
                <a:solidFill>
                  <a:srgbClr val="37D5BE"/>
                </a:solidFill>
                <a:latin typeface="Arial"/>
                <a:ea typeface="Arial"/>
                <a:cs typeface="Arial"/>
              </a:rPr>
              <a:t>Recorded k3s voluntary-eviction sequence</a:t>
            </a:r>
          </a:p>
        </p:txBody>
      </p:sp>
      <p:sp>
        <p:nvSpPr>
          <p:cNvPr id="3" name="23">
            <a:extLst xmlns:a="http://schemas.openxmlformats.org/drawingml/2006/main">
              <a:ext uri="{FF2B5EF4-FFF2-40B4-BE49-F238E27FC236}">
                <a16:creationId xmlns:a16="http://schemas.microsoft.com/office/drawing/2014/main" id="{72A75E37-40AA-4591-AB91-CC2A39BC15D6}"/>
              </a:ext>
            </a:extLst>
          </p:cNvPr>
          <p:cNvSpPr>
            <a:spLocks xmlns:a="http://schemas.openxmlformats.org/drawingml/2006/main" noGrp="1"/>
          </p:cNvSpPr>
          <p:nvPr/>
        </p:nvSpPr>
        <p:spPr>
          <a:xfrm xmlns:a="http://schemas.openxmlformats.org/drawingml/2006/main">
            <a:off x="11172825" y="641032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0">
                <a:solidFill>
                  <a:srgbClr val="A8C1CA"/>
                </a:solidFill>
                <a:latin typeface="Arial"/>
                <a:ea typeface="Arial"/>
                <a:cs typeface="Arial"/>
              </a:defRPr>
            </a:defPPr>
            <a:lvl1pPr algn="r">
              <a:defRPr sz="975" b="0">
                <a:solidFill>
                  <a:srgbClr val="A8C1CA"/>
                </a:solidFill>
                <a:latin typeface="Arial"/>
                <a:ea typeface="Arial"/>
                <a:cs typeface="Arial"/>
              </a:defRPr>
            </a:lvl1pPr>
            <a:lvl2pPr algn="r">
              <a:defRPr sz="975" b="0">
                <a:solidFill>
                  <a:srgbClr val="A8C1CA"/>
                </a:solidFill>
                <a:latin typeface="Arial"/>
                <a:ea typeface="Arial"/>
                <a:cs typeface="Arial"/>
              </a:defRPr>
            </a:lvl2pPr>
            <a:lvl3pPr algn="r">
              <a:defRPr sz="975" b="0">
                <a:solidFill>
                  <a:srgbClr val="A8C1CA"/>
                </a:solidFill>
                <a:latin typeface="Arial"/>
                <a:ea typeface="Arial"/>
                <a:cs typeface="Arial"/>
              </a:defRPr>
            </a:lvl3pPr>
            <a:lvl4pPr algn="r">
              <a:defRPr sz="975" b="0">
                <a:solidFill>
                  <a:srgbClr val="A8C1CA"/>
                </a:solidFill>
                <a:latin typeface="Arial"/>
                <a:ea typeface="Arial"/>
                <a:cs typeface="Arial"/>
              </a:defRPr>
            </a:lvl4pPr>
            <a:lvl5pPr algn="r">
              <a:defRPr sz="975" b="0">
                <a:solidFill>
                  <a:srgbClr val="A8C1CA"/>
                </a:solidFill>
                <a:latin typeface="Arial"/>
                <a:ea typeface="Arial"/>
                <a:cs typeface="Arial"/>
              </a:defRPr>
            </a:lvl5pPr>
            <a:lvl6pPr algn="r">
              <a:defRPr sz="975" b="0">
                <a:solidFill>
                  <a:srgbClr val="A8C1CA"/>
                </a:solidFill>
                <a:latin typeface="Arial"/>
                <a:ea typeface="Arial"/>
                <a:cs typeface="Arial"/>
              </a:defRPr>
            </a:lvl6pPr>
            <a:lvl7pPr algn="r">
              <a:defRPr sz="975" b="0">
                <a:solidFill>
                  <a:srgbClr val="A8C1CA"/>
                </a:solidFill>
                <a:latin typeface="Arial"/>
                <a:ea typeface="Arial"/>
                <a:cs typeface="Arial"/>
              </a:defRPr>
            </a:lvl7pPr>
            <a:lvl8pPr algn="r">
              <a:defRPr sz="975" b="0">
                <a:solidFill>
                  <a:srgbClr val="A8C1CA"/>
                </a:solidFill>
                <a:latin typeface="Arial"/>
                <a:ea typeface="Arial"/>
                <a:cs typeface="Arial"/>
              </a:defRPr>
            </a:lvl8pPr>
            <a:lvl9pPr algn="r">
              <a:defRPr sz="975" b="0">
                <a:solidFill>
                  <a:srgbClr val="A8C1CA"/>
                </a:solidFill>
                <a:latin typeface="Arial"/>
                <a:ea typeface="Arial"/>
                <a:cs typeface="Arial"/>
              </a:defRPr>
            </a:lvl9pPr>
          </a:lstStyle>
          <a:p xmlns:a="http://schemas.openxmlformats.org/drawingml/2006/main">
            <a:pPr algn="r">
              <a:defRPr sz="975" b="0">
                <a:solidFill>
                  <a:srgbClr val="A8C1CA"/>
                </a:solidFill>
                <a:latin typeface="Arial"/>
                <a:ea typeface="Arial"/>
                <a:cs typeface="Arial"/>
              </a:defRPr>
            </a:pPr>
            <a:r>
              <a:rPr sz="975" b="0">
                <a:solidFill>
                  <a:srgbClr val="A8C1CA"/>
                </a:solidFill>
                <a:latin typeface="Arial"/>
                <a:ea typeface="Arial"/>
                <a:cs typeface="Arial"/>
              </a:rPr>
              <a:t>23</a:t>
            </a:r>
          </a:p>
        </p:txBody>
      </p:sp>
      <p:sp>
        <p:nvSpPr>
          <p:cNvPr id="4" name="editable-diagram-node">
            <a:extLst xmlns:a="http://schemas.openxmlformats.org/drawingml/2006/main">
              <a:ext uri="{FF2B5EF4-FFF2-40B4-BE49-F238E27FC236}">
                <a16:creationId xmlns:a16="http://schemas.microsoft.com/office/drawing/2014/main" id="{ED5918EC-9BD2-4589-99B6-889430F4ECD0}"/>
              </a:ext>
            </a:extLst>
          </p:cNvPr>
          <p:cNvSpPr>
            <a:spLocks xmlns:a="http://schemas.openxmlformats.org/drawingml/2006/main" noGrp="1"/>
          </p:cNvSpPr>
          <p:nvPr/>
        </p:nvSpPr>
        <p:spPr>
          <a:xfrm xmlns:a="http://schemas.openxmlformats.org/drawingml/2006/main">
            <a:off x="723900" y="1981200"/>
            <a:ext cx="3238500" cy="866775"/>
          </a:xfrm>
          <a:prstGeom xmlns:a="http://schemas.openxmlformats.org/drawingml/2006/main" prst="rect">
            <a:avLst/>
          </a:prstGeom>
          <a:solidFill xmlns:a="http://schemas.openxmlformats.org/drawingml/2006/main">
            <a:srgbClr val="123148"/>
          </a:solidFill>
          <a:ln xmlns:a="http://schemas.openxmlformats.org/drawingml/2006/main" w="19050">
            <a:solidFill>
              <a:srgbClr val="37D5BE"/>
            </a:solidFill>
            <a:prstDash val="solid"/>
          </a:ln>
        </p:spPr>
      </p:sp>
      <p:sp>
        <p:nvSpPr>
          <p:cNvPr id="5" name="Ready">
            <a:extLst xmlns:a="http://schemas.openxmlformats.org/drawingml/2006/main">
              <a:ext uri="{FF2B5EF4-FFF2-40B4-BE49-F238E27FC236}">
                <a16:creationId xmlns:a16="http://schemas.microsoft.com/office/drawing/2014/main" id="{3C7B1F23-F341-4114-ACC9-E6765A990B3C}"/>
              </a:ext>
            </a:extLst>
          </p:cNvPr>
          <p:cNvSpPr>
            <a:spLocks xmlns:a="http://schemas.openxmlformats.org/drawingml/2006/main" noGrp="1"/>
          </p:cNvSpPr>
          <p:nvPr/>
        </p:nvSpPr>
        <p:spPr>
          <a:xfrm xmlns:a="http://schemas.openxmlformats.org/drawingml/2006/main">
            <a:off x="838200" y="2143125"/>
            <a:ext cx="3009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950" b="1">
                <a:solidFill>
                  <a:srgbClr val="FFFFFF"/>
                </a:solidFill>
                <a:latin typeface="Arial"/>
                <a:ea typeface="Arial"/>
                <a:cs typeface="Arial"/>
              </a:defRPr>
            </a:defPPr>
            <a:lvl1pPr algn="ctr">
              <a:defRPr sz="1950" b="1">
                <a:solidFill>
                  <a:srgbClr val="FFFFFF"/>
                </a:solidFill>
                <a:latin typeface="Arial"/>
                <a:ea typeface="Arial"/>
                <a:cs typeface="Arial"/>
              </a:defRPr>
            </a:lvl1pPr>
            <a:lvl2pPr algn="ctr">
              <a:defRPr sz="1950" b="1">
                <a:solidFill>
                  <a:srgbClr val="FFFFFF"/>
                </a:solidFill>
                <a:latin typeface="Arial"/>
                <a:ea typeface="Arial"/>
                <a:cs typeface="Arial"/>
              </a:defRPr>
            </a:lvl2pPr>
            <a:lvl3pPr algn="ctr">
              <a:defRPr sz="1950" b="1">
                <a:solidFill>
                  <a:srgbClr val="FFFFFF"/>
                </a:solidFill>
                <a:latin typeface="Arial"/>
                <a:ea typeface="Arial"/>
                <a:cs typeface="Arial"/>
              </a:defRPr>
            </a:lvl3pPr>
            <a:lvl4pPr algn="ctr">
              <a:defRPr sz="1950" b="1">
                <a:solidFill>
                  <a:srgbClr val="FFFFFF"/>
                </a:solidFill>
                <a:latin typeface="Arial"/>
                <a:ea typeface="Arial"/>
                <a:cs typeface="Arial"/>
              </a:defRPr>
            </a:lvl4pPr>
            <a:lvl5pPr algn="ctr">
              <a:defRPr sz="1950" b="1">
                <a:solidFill>
                  <a:srgbClr val="FFFFFF"/>
                </a:solidFill>
                <a:latin typeface="Arial"/>
                <a:ea typeface="Arial"/>
                <a:cs typeface="Arial"/>
              </a:defRPr>
            </a:lvl5pPr>
            <a:lvl6pPr algn="ctr">
              <a:defRPr sz="1950" b="1">
                <a:solidFill>
                  <a:srgbClr val="FFFFFF"/>
                </a:solidFill>
                <a:latin typeface="Arial"/>
                <a:ea typeface="Arial"/>
                <a:cs typeface="Arial"/>
              </a:defRPr>
            </a:lvl6pPr>
            <a:lvl7pPr algn="ctr">
              <a:defRPr sz="1950" b="1">
                <a:solidFill>
                  <a:srgbClr val="FFFFFF"/>
                </a:solidFill>
                <a:latin typeface="Arial"/>
                <a:ea typeface="Arial"/>
                <a:cs typeface="Arial"/>
              </a:defRPr>
            </a:lvl7pPr>
            <a:lvl8pPr algn="ctr">
              <a:defRPr sz="1950" b="1">
                <a:solidFill>
                  <a:srgbClr val="FFFFFF"/>
                </a:solidFill>
                <a:latin typeface="Arial"/>
                <a:ea typeface="Arial"/>
                <a:cs typeface="Arial"/>
              </a:defRPr>
            </a:lvl8pPr>
            <a:lvl9pPr algn="ctr">
              <a:defRPr sz="1950" b="1">
                <a:solidFill>
                  <a:srgbClr val="FFFFFF"/>
                </a:solidFill>
                <a:latin typeface="Arial"/>
                <a:ea typeface="Arial"/>
                <a:cs typeface="Arial"/>
              </a:defRPr>
            </a:lvl9pPr>
          </a:lstStyle>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Ready</a:t>
            </a:r>
          </a:p>
        </p:txBody>
      </p:sp>
      <p:sp>
        <p:nvSpPr>
          <p:cNvPr id="6" name="editable-diagram-node">
            <a:extLst xmlns:a="http://schemas.openxmlformats.org/drawingml/2006/main">
              <a:ext uri="{FF2B5EF4-FFF2-40B4-BE49-F238E27FC236}">
                <a16:creationId xmlns:a16="http://schemas.microsoft.com/office/drawing/2014/main" id="{80FB54C0-3707-47C5-9DF2-901E2189D4BF}"/>
              </a:ext>
            </a:extLst>
          </p:cNvPr>
          <p:cNvSpPr>
            <a:spLocks xmlns:a="http://schemas.openxmlformats.org/drawingml/2006/main" noGrp="1"/>
          </p:cNvSpPr>
          <p:nvPr/>
        </p:nvSpPr>
        <p:spPr>
          <a:xfrm xmlns:a="http://schemas.openxmlformats.org/drawingml/2006/main">
            <a:off x="4495800" y="1981200"/>
            <a:ext cx="3238500" cy="866775"/>
          </a:xfrm>
          <a:prstGeom xmlns:a="http://schemas.openxmlformats.org/drawingml/2006/main" prst="rect">
            <a:avLst/>
          </a:prstGeom>
          <a:solidFill xmlns:a="http://schemas.openxmlformats.org/drawingml/2006/main">
            <a:srgbClr val="123148"/>
          </a:solidFill>
          <a:ln xmlns:a="http://schemas.openxmlformats.org/drawingml/2006/main" w="19050">
            <a:solidFill>
              <a:srgbClr val="F7785D"/>
            </a:solidFill>
            <a:prstDash val="solid"/>
          </a:ln>
        </p:spPr>
      </p:sp>
      <p:sp>
        <p:nvSpPr>
          <p:cNvPr id="7" name="Ready + suspect">
            <a:extLst xmlns:a="http://schemas.openxmlformats.org/drawingml/2006/main">
              <a:ext uri="{FF2B5EF4-FFF2-40B4-BE49-F238E27FC236}">
                <a16:creationId xmlns:a16="http://schemas.microsoft.com/office/drawing/2014/main" id="{4453A8A1-5850-4E72-AE06-D1ADD2EA6440}"/>
              </a:ext>
            </a:extLst>
          </p:cNvPr>
          <p:cNvSpPr>
            <a:spLocks xmlns:a="http://schemas.openxmlformats.org/drawingml/2006/main" noGrp="1"/>
          </p:cNvSpPr>
          <p:nvPr/>
        </p:nvSpPr>
        <p:spPr>
          <a:xfrm xmlns:a="http://schemas.openxmlformats.org/drawingml/2006/main">
            <a:off x="4610100" y="2143125"/>
            <a:ext cx="3009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950" b="1">
                <a:solidFill>
                  <a:srgbClr val="FFFFFF"/>
                </a:solidFill>
                <a:latin typeface="Arial"/>
                <a:ea typeface="Arial"/>
                <a:cs typeface="Arial"/>
              </a:defRPr>
            </a:defPPr>
            <a:lvl1pPr algn="ctr">
              <a:defRPr sz="1950" b="1">
                <a:solidFill>
                  <a:srgbClr val="FFFFFF"/>
                </a:solidFill>
                <a:latin typeface="Arial"/>
                <a:ea typeface="Arial"/>
                <a:cs typeface="Arial"/>
              </a:defRPr>
            </a:lvl1pPr>
            <a:lvl2pPr algn="ctr">
              <a:defRPr sz="1950" b="1">
                <a:solidFill>
                  <a:srgbClr val="FFFFFF"/>
                </a:solidFill>
                <a:latin typeface="Arial"/>
                <a:ea typeface="Arial"/>
                <a:cs typeface="Arial"/>
              </a:defRPr>
            </a:lvl2pPr>
            <a:lvl3pPr algn="ctr">
              <a:defRPr sz="1950" b="1">
                <a:solidFill>
                  <a:srgbClr val="FFFFFF"/>
                </a:solidFill>
                <a:latin typeface="Arial"/>
                <a:ea typeface="Arial"/>
                <a:cs typeface="Arial"/>
              </a:defRPr>
            </a:lvl3pPr>
            <a:lvl4pPr algn="ctr">
              <a:defRPr sz="1950" b="1">
                <a:solidFill>
                  <a:srgbClr val="FFFFFF"/>
                </a:solidFill>
                <a:latin typeface="Arial"/>
                <a:ea typeface="Arial"/>
                <a:cs typeface="Arial"/>
              </a:defRPr>
            </a:lvl4pPr>
            <a:lvl5pPr algn="ctr">
              <a:defRPr sz="1950" b="1">
                <a:solidFill>
                  <a:srgbClr val="FFFFFF"/>
                </a:solidFill>
                <a:latin typeface="Arial"/>
                <a:ea typeface="Arial"/>
                <a:cs typeface="Arial"/>
              </a:defRPr>
            </a:lvl5pPr>
            <a:lvl6pPr algn="ctr">
              <a:defRPr sz="1950" b="1">
                <a:solidFill>
                  <a:srgbClr val="FFFFFF"/>
                </a:solidFill>
                <a:latin typeface="Arial"/>
                <a:ea typeface="Arial"/>
                <a:cs typeface="Arial"/>
              </a:defRPr>
            </a:lvl6pPr>
            <a:lvl7pPr algn="ctr">
              <a:defRPr sz="1950" b="1">
                <a:solidFill>
                  <a:srgbClr val="FFFFFF"/>
                </a:solidFill>
                <a:latin typeface="Arial"/>
                <a:ea typeface="Arial"/>
                <a:cs typeface="Arial"/>
              </a:defRPr>
            </a:lvl7pPr>
            <a:lvl8pPr algn="ctr">
              <a:defRPr sz="1950" b="1">
                <a:solidFill>
                  <a:srgbClr val="FFFFFF"/>
                </a:solidFill>
                <a:latin typeface="Arial"/>
                <a:ea typeface="Arial"/>
                <a:cs typeface="Arial"/>
              </a:defRPr>
            </a:lvl8pPr>
            <a:lvl9pPr algn="ctr">
              <a:defRPr sz="1950" b="1">
                <a:solidFill>
                  <a:srgbClr val="FFFFFF"/>
                </a:solidFill>
                <a:latin typeface="Arial"/>
                <a:ea typeface="Arial"/>
                <a:cs typeface="Arial"/>
              </a:defRPr>
            </a:lvl9pPr>
          </a:lstStyle>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Ready + suspect</a:t>
            </a:r>
          </a:p>
        </p:txBody>
      </p:sp>
      <p:sp>
        <p:nvSpPr>
          <p:cNvPr id="8" name="editable-diagram-node">
            <a:extLst xmlns:a="http://schemas.openxmlformats.org/drawingml/2006/main">
              <a:ext uri="{FF2B5EF4-FFF2-40B4-BE49-F238E27FC236}">
                <a16:creationId xmlns:a16="http://schemas.microsoft.com/office/drawing/2014/main" id="{B2230C7B-ECCF-49BC-8CB5-569785850E00}"/>
              </a:ext>
            </a:extLst>
          </p:cNvPr>
          <p:cNvSpPr>
            <a:spLocks xmlns:a="http://schemas.openxmlformats.org/drawingml/2006/main" noGrp="1"/>
          </p:cNvSpPr>
          <p:nvPr/>
        </p:nvSpPr>
        <p:spPr>
          <a:xfrm xmlns:a="http://schemas.openxmlformats.org/drawingml/2006/main">
            <a:off x="8267700" y="1981200"/>
            <a:ext cx="3238500" cy="866775"/>
          </a:xfrm>
          <a:prstGeom xmlns:a="http://schemas.openxmlformats.org/drawingml/2006/main" prst="rect">
            <a:avLst/>
          </a:prstGeom>
          <a:solidFill xmlns:a="http://schemas.openxmlformats.org/drawingml/2006/main">
            <a:srgbClr val="123148"/>
          </a:solidFill>
          <a:ln xmlns:a="http://schemas.openxmlformats.org/drawingml/2006/main" w="19050">
            <a:solidFill>
              <a:srgbClr val="F7785D"/>
            </a:solidFill>
            <a:prstDash val="solid"/>
          </a:ln>
        </p:spPr>
      </p:sp>
      <p:sp>
        <p:nvSpPr>
          <p:cNvPr id="9" name="Ready + suspect">
            <a:extLst xmlns:a="http://schemas.openxmlformats.org/drawingml/2006/main">
              <a:ext uri="{FF2B5EF4-FFF2-40B4-BE49-F238E27FC236}">
                <a16:creationId xmlns:a16="http://schemas.microsoft.com/office/drawing/2014/main" id="{1AB7B558-EBC3-4F21-AC25-7E32ED79A657}"/>
              </a:ext>
            </a:extLst>
          </p:cNvPr>
          <p:cNvSpPr>
            <a:spLocks xmlns:a="http://schemas.openxmlformats.org/drawingml/2006/main" noGrp="1"/>
          </p:cNvSpPr>
          <p:nvPr/>
        </p:nvSpPr>
        <p:spPr>
          <a:xfrm xmlns:a="http://schemas.openxmlformats.org/drawingml/2006/main">
            <a:off x="8382000" y="2143125"/>
            <a:ext cx="3009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950" b="1">
                <a:solidFill>
                  <a:srgbClr val="FFFFFF"/>
                </a:solidFill>
                <a:latin typeface="Arial"/>
                <a:ea typeface="Arial"/>
                <a:cs typeface="Arial"/>
              </a:defRPr>
            </a:defPPr>
            <a:lvl1pPr algn="ctr">
              <a:defRPr sz="1950" b="1">
                <a:solidFill>
                  <a:srgbClr val="FFFFFF"/>
                </a:solidFill>
                <a:latin typeface="Arial"/>
                <a:ea typeface="Arial"/>
                <a:cs typeface="Arial"/>
              </a:defRPr>
            </a:lvl1pPr>
            <a:lvl2pPr algn="ctr">
              <a:defRPr sz="1950" b="1">
                <a:solidFill>
                  <a:srgbClr val="FFFFFF"/>
                </a:solidFill>
                <a:latin typeface="Arial"/>
                <a:ea typeface="Arial"/>
                <a:cs typeface="Arial"/>
              </a:defRPr>
            </a:lvl2pPr>
            <a:lvl3pPr algn="ctr">
              <a:defRPr sz="1950" b="1">
                <a:solidFill>
                  <a:srgbClr val="FFFFFF"/>
                </a:solidFill>
                <a:latin typeface="Arial"/>
                <a:ea typeface="Arial"/>
                <a:cs typeface="Arial"/>
              </a:defRPr>
            </a:lvl3pPr>
            <a:lvl4pPr algn="ctr">
              <a:defRPr sz="1950" b="1">
                <a:solidFill>
                  <a:srgbClr val="FFFFFF"/>
                </a:solidFill>
                <a:latin typeface="Arial"/>
                <a:ea typeface="Arial"/>
                <a:cs typeface="Arial"/>
              </a:defRPr>
            </a:lvl4pPr>
            <a:lvl5pPr algn="ctr">
              <a:defRPr sz="1950" b="1">
                <a:solidFill>
                  <a:srgbClr val="FFFFFF"/>
                </a:solidFill>
                <a:latin typeface="Arial"/>
                <a:ea typeface="Arial"/>
                <a:cs typeface="Arial"/>
              </a:defRPr>
            </a:lvl5pPr>
            <a:lvl6pPr algn="ctr">
              <a:defRPr sz="1950" b="1">
                <a:solidFill>
                  <a:srgbClr val="FFFFFF"/>
                </a:solidFill>
                <a:latin typeface="Arial"/>
                <a:ea typeface="Arial"/>
                <a:cs typeface="Arial"/>
              </a:defRPr>
            </a:lvl6pPr>
            <a:lvl7pPr algn="ctr">
              <a:defRPr sz="1950" b="1">
                <a:solidFill>
                  <a:srgbClr val="FFFFFF"/>
                </a:solidFill>
                <a:latin typeface="Arial"/>
                <a:ea typeface="Arial"/>
                <a:cs typeface="Arial"/>
              </a:defRPr>
            </a:lvl7pPr>
            <a:lvl8pPr algn="ctr">
              <a:defRPr sz="1950" b="1">
                <a:solidFill>
                  <a:srgbClr val="FFFFFF"/>
                </a:solidFill>
                <a:latin typeface="Arial"/>
                <a:ea typeface="Arial"/>
                <a:cs typeface="Arial"/>
              </a:defRPr>
            </a:lvl8pPr>
            <a:lvl9pPr algn="ctr">
              <a:defRPr sz="1950" b="1">
                <a:solidFill>
                  <a:srgbClr val="FFFFFF"/>
                </a:solidFill>
                <a:latin typeface="Arial"/>
                <a:ea typeface="Arial"/>
                <a:cs typeface="Arial"/>
              </a:defRPr>
            </a:lvl9pPr>
          </a:lstStyle>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Ready + suspect</a:t>
            </a:r>
          </a:p>
        </p:txBody>
      </p:sp>
      <p:sp>
        <p:nvSpPr>
          <p:cNvPr id="10" name="3">
            <a:extLst xmlns:a="http://schemas.openxmlformats.org/drawingml/2006/main">
              <a:ext uri="{FF2B5EF4-FFF2-40B4-BE49-F238E27FC236}">
                <a16:creationId xmlns:a16="http://schemas.microsoft.com/office/drawing/2014/main" id="{A7EFEE25-F009-4903-B45A-11C610197BDE}"/>
              </a:ext>
            </a:extLst>
          </p:cNvPr>
          <p:cNvSpPr>
            <a:spLocks xmlns:a="http://schemas.openxmlformats.org/drawingml/2006/main" noGrp="1"/>
          </p:cNvSpPr>
          <p:nvPr/>
        </p:nvSpPr>
        <p:spPr>
          <a:xfrm xmlns:a="http://schemas.openxmlformats.org/drawingml/2006/main">
            <a:off x="1000125" y="3295650"/>
            <a:ext cx="1714500" cy="1114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050" b="1">
                <a:solidFill>
                  <a:srgbClr val="37D5BE"/>
                </a:solidFill>
                <a:latin typeface="Arial"/>
                <a:ea typeface="Arial"/>
                <a:cs typeface="Arial"/>
              </a:defRPr>
            </a:defPPr>
            <a:lvl1pPr algn="l">
              <a:defRPr sz="7050" b="1">
                <a:solidFill>
                  <a:srgbClr val="37D5BE"/>
                </a:solidFill>
                <a:latin typeface="Arial"/>
                <a:ea typeface="Arial"/>
                <a:cs typeface="Arial"/>
              </a:defRPr>
            </a:lvl1pPr>
            <a:lvl2pPr algn="l">
              <a:defRPr sz="7050" b="1">
                <a:solidFill>
                  <a:srgbClr val="37D5BE"/>
                </a:solidFill>
                <a:latin typeface="Arial"/>
                <a:ea typeface="Arial"/>
                <a:cs typeface="Arial"/>
              </a:defRPr>
            </a:lvl2pPr>
            <a:lvl3pPr algn="l">
              <a:defRPr sz="7050" b="1">
                <a:solidFill>
                  <a:srgbClr val="37D5BE"/>
                </a:solidFill>
                <a:latin typeface="Arial"/>
                <a:ea typeface="Arial"/>
                <a:cs typeface="Arial"/>
              </a:defRPr>
            </a:lvl3pPr>
            <a:lvl4pPr algn="l">
              <a:defRPr sz="7050" b="1">
                <a:solidFill>
                  <a:srgbClr val="37D5BE"/>
                </a:solidFill>
                <a:latin typeface="Arial"/>
                <a:ea typeface="Arial"/>
                <a:cs typeface="Arial"/>
              </a:defRPr>
            </a:lvl4pPr>
            <a:lvl5pPr algn="l">
              <a:defRPr sz="7050" b="1">
                <a:solidFill>
                  <a:srgbClr val="37D5BE"/>
                </a:solidFill>
                <a:latin typeface="Arial"/>
                <a:ea typeface="Arial"/>
                <a:cs typeface="Arial"/>
              </a:defRPr>
            </a:lvl5pPr>
            <a:lvl6pPr algn="l">
              <a:defRPr sz="7050" b="1">
                <a:solidFill>
                  <a:srgbClr val="37D5BE"/>
                </a:solidFill>
                <a:latin typeface="Arial"/>
                <a:ea typeface="Arial"/>
                <a:cs typeface="Arial"/>
              </a:defRPr>
            </a:lvl6pPr>
            <a:lvl7pPr algn="l">
              <a:defRPr sz="7050" b="1">
                <a:solidFill>
                  <a:srgbClr val="37D5BE"/>
                </a:solidFill>
                <a:latin typeface="Arial"/>
                <a:ea typeface="Arial"/>
                <a:cs typeface="Arial"/>
              </a:defRPr>
            </a:lvl7pPr>
            <a:lvl8pPr algn="l">
              <a:defRPr sz="7050" b="1">
                <a:solidFill>
                  <a:srgbClr val="37D5BE"/>
                </a:solidFill>
                <a:latin typeface="Arial"/>
                <a:ea typeface="Arial"/>
                <a:cs typeface="Arial"/>
              </a:defRPr>
            </a:lvl8pPr>
            <a:lvl9pPr algn="l">
              <a:defRPr sz="7050" b="1">
                <a:solidFill>
                  <a:srgbClr val="37D5BE"/>
                </a:solidFill>
                <a:latin typeface="Arial"/>
                <a:ea typeface="Arial"/>
                <a:cs typeface="Arial"/>
              </a:defRPr>
            </a:lvl9pPr>
          </a:lstStyle>
          <a:p xmlns:a="http://schemas.openxmlformats.org/drawingml/2006/main">
            <a:pPr algn="l">
              <a:defRPr sz="7050" b="1">
                <a:solidFill>
                  <a:srgbClr val="37D5BE"/>
                </a:solidFill>
                <a:latin typeface="Arial"/>
                <a:ea typeface="Arial"/>
                <a:cs typeface="Arial"/>
              </a:defRPr>
            </a:pPr>
            <a:r>
              <a:rPr sz="7050" b="1">
                <a:solidFill>
                  <a:srgbClr val="37D5BE"/>
                </a:solidFill>
                <a:latin typeface="Arial"/>
                <a:ea typeface="Arial"/>
                <a:cs typeface="Arial"/>
              </a:rPr>
              <a:t>3</a:t>
            </a:r>
          </a:p>
        </p:txBody>
      </p:sp>
      <p:sp>
        <p:nvSpPr>
          <p:cNvPr id="11" name="→">
            <a:extLst xmlns:a="http://schemas.openxmlformats.org/drawingml/2006/main">
              <a:ext uri="{FF2B5EF4-FFF2-40B4-BE49-F238E27FC236}">
                <a16:creationId xmlns:a16="http://schemas.microsoft.com/office/drawing/2014/main" id="{C92D14F6-7CB9-4A38-918C-74AB3EF4FF82}"/>
              </a:ext>
            </a:extLst>
          </p:cNvPr>
          <p:cNvSpPr>
            <a:spLocks xmlns:a="http://schemas.openxmlformats.org/drawingml/2006/main" noGrp="1"/>
          </p:cNvSpPr>
          <p:nvPr/>
        </p:nvSpPr>
        <p:spPr>
          <a:xfrm xmlns:a="http://schemas.openxmlformats.org/drawingml/2006/main">
            <a:off x="2762250" y="3543300"/>
            <a:ext cx="838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850" b="1">
                <a:solidFill>
                  <a:srgbClr val="37D5BE"/>
                </a:solidFill>
                <a:latin typeface="Arial"/>
                <a:ea typeface="Arial"/>
                <a:cs typeface="Arial"/>
              </a:defRPr>
            </a:defPPr>
            <a:lvl1pPr algn="ctr">
              <a:defRPr sz="2850" b="1">
                <a:solidFill>
                  <a:srgbClr val="37D5BE"/>
                </a:solidFill>
                <a:latin typeface="Arial"/>
                <a:ea typeface="Arial"/>
                <a:cs typeface="Arial"/>
              </a:defRPr>
            </a:lvl1pPr>
            <a:lvl2pPr algn="ctr">
              <a:defRPr sz="2850" b="1">
                <a:solidFill>
                  <a:srgbClr val="37D5BE"/>
                </a:solidFill>
                <a:latin typeface="Arial"/>
                <a:ea typeface="Arial"/>
                <a:cs typeface="Arial"/>
              </a:defRPr>
            </a:lvl2pPr>
            <a:lvl3pPr algn="ctr">
              <a:defRPr sz="2850" b="1">
                <a:solidFill>
                  <a:srgbClr val="37D5BE"/>
                </a:solidFill>
                <a:latin typeface="Arial"/>
                <a:ea typeface="Arial"/>
                <a:cs typeface="Arial"/>
              </a:defRPr>
            </a:lvl3pPr>
            <a:lvl4pPr algn="ctr">
              <a:defRPr sz="2850" b="1">
                <a:solidFill>
                  <a:srgbClr val="37D5BE"/>
                </a:solidFill>
                <a:latin typeface="Arial"/>
                <a:ea typeface="Arial"/>
                <a:cs typeface="Arial"/>
              </a:defRPr>
            </a:lvl4pPr>
            <a:lvl5pPr algn="ctr">
              <a:defRPr sz="2850" b="1">
                <a:solidFill>
                  <a:srgbClr val="37D5BE"/>
                </a:solidFill>
                <a:latin typeface="Arial"/>
                <a:ea typeface="Arial"/>
                <a:cs typeface="Arial"/>
              </a:defRPr>
            </a:lvl5pPr>
            <a:lvl6pPr algn="ctr">
              <a:defRPr sz="2850" b="1">
                <a:solidFill>
                  <a:srgbClr val="37D5BE"/>
                </a:solidFill>
                <a:latin typeface="Arial"/>
                <a:ea typeface="Arial"/>
                <a:cs typeface="Arial"/>
              </a:defRPr>
            </a:lvl6pPr>
            <a:lvl7pPr algn="ctr">
              <a:defRPr sz="2850" b="1">
                <a:solidFill>
                  <a:srgbClr val="37D5BE"/>
                </a:solidFill>
                <a:latin typeface="Arial"/>
                <a:ea typeface="Arial"/>
                <a:cs typeface="Arial"/>
              </a:defRPr>
            </a:lvl7pPr>
            <a:lvl8pPr algn="ctr">
              <a:defRPr sz="2850" b="1">
                <a:solidFill>
                  <a:srgbClr val="37D5BE"/>
                </a:solidFill>
                <a:latin typeface="Arial"/>
                <a:ea typeface="Arial"/>
                <a:cs typeface="Arial"/>
              </a:defRPr>
            </a:lvl8pPr>
            <a:lvl9pPr algn="ctr">
              <a:defRPr sz="2850" b="1">
                <a:solidFill>
                  <a:srgbClr val="37D5BE"/>
                </a:solidFill>
                <a:latin typeface="Arial"/>
                <a:ea typeface="Arial"/>
                <a:cs typeface="Arial"/>
              </a:defRPr>
            </a:lvl9pPr>
          </a:lstStyle>
          <a:p xmlns:a="http://schemas.openxmlformats.org/drawingml/2006/main">
            <a:pPr algn="ctr">
              <a:defRPr sz="2850" b="1">
                <a:solidFill>
                  <a:srgbClr val="37D5BE"/>
                </a:solidFill>
                <a:latin typeface="Arial"/>
                <a:ea typeface="Arial"/>
                <a:cs typeface="Arial"/>
              </a:defRPr>
            </a:pPr>
            <a:r>
              <a:rPr sz="2850" b="1">
                <a:solidFill>
                  <a:srgbClr val="37D5BE"/>
                </a:solidFill>
                <a:latin typeface="Arial"/>
                <a:ea typeface="Arial"/>
                <a:cs typeface="Arial"/>
              </a:rPr>
              <a:t>→</a:t>
            </a:r>
          </a:p>
        </p:txBody>
      </p:sp>
      <p:sp>
        <p:nvSpPr>
          <p:cNvPr id="12" name="2">
            <a:extLst xmlns:a="http://schemas.openxmlformats.org/drawingml/2006/main">
              <a:ext uri="{FF2B5EF4-FFF2-40B4-BE49-F238E27FC236}">
                <a16:creationId xmlns:a16="http://schemas.microsoft.com/office/drawing/2014/main" id="{AD7971B1-624C-4AED-868A-4F11E7387690}"/>
              </a:ext>
            </a:extLst>
          </p:cNvPr>
          <p:cNvSpPr>
            <a:spLocks xmlns:a="http://schemas.openxmlformats.org/drawingml/2006/main" noGrp="1"/>
          </p:cNvSpPr>
          <p:nvPr/>
        </p:nvSpPr>
        <p:spPr>
          <a:xfrm xmlns:a="http://schemas.openxmlformats.org/drawingml/2006/main">
            <a:off x="3962400" y="3295650"/>
            <a:ext cx="1714500" cy="1114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050" b="1">
                <a:solidFill>
                  <a:srgbClr val="D99524"/>
                </a:solidFill>
                <a:latin typeface="Arial"/>
                <a:ea typeface="Arial"/>
                <a:cs typeface="Arial"/>
              </a:defRPr>
            </a:defPPr>
            <a:lvl1pPr algn="l">
              <a:defRPr sz="7050" b="1">
                <a:solidFill>
                  <a:srgbClr val="D99524"/>
                </a:solidFill>
                <a:latin typeface="Arial"/>
                <a:ea typeface="Arial"/>
                <a:cs typeface="Arial"/>
              </a:defRPr>
            </a:lvl1pPr>
            <a:lvl2pPr algn="l">
              <a:defRPr sz="7050" b="1">
                <a:solidFill>
                  <a:srgbClr val="D99524"/>
                </a:solidFill>
                <a:latin typeface="Arial"/>
                <a:ea typeface="Arial"/>
                <a:cs typeface="Arial"/>
              </a:defRPr>
            </a:lvl2pPr>
            <a:lvl3pPr algn="l">
              <a:defRPr sz="7050" b="1">
                <a:solidFill>
                  <a:srgbClr val="D99524"/>
                </a:solidFill>
                <a:latin typeface="Arial"/>
                <a:ea typeface="Arial"/>
                <a:cs typeface="Arial"/>
              </a:defRPr>
            </a:lvl3pPr>
            <a:lvl4pPr algn="l">
              <a:defRPr sz="7050" b="1">
                <a:solidFill>
                  <a:srgbClr val="D99524"/>
                </a:solidFill>
                <a:latin typeface="Arial"/>
                <a:ea typeface="Arial"/>
                <a:cs typeface="Arial"/>
              </a:defRPr>
            </a:lvl4pPr>
            <a:lvl5pPr algn="l">
              <a:defRPr sz="7050" b="1">
                <a:solidFill>
                  <a:srgbClr val="D99524"/>
                </a:solidFill>
                <a:latin typeface="Arial"/>
                <a:ea typeface="Arial"/>
                <a:cs typeface="Arial"/>
              </a:defRPr>
            </a:lvl5pPr>
            <a:lvl6pPr algn="l">
              <a:defRPr sz="7050" b="1">
                <a:solidFill>
                  <a:srgbClr val="D99524"/>
                </a:solidFill>
                <a:latin typeface="Arial"/>
                <a:ea typeface="Arial"/>
                <a:cs typeface="Arial"/>
              </a:defRPr>
            </a:lvl6pPr>
            <a:lvl7pPr algn="l">
              <a:defRPr sz="7050" b="1">
                <a:solidFill>
                  <a:srgbClr val="D99524"/>
                </a:solidFill>
                <a:latin typeface="Arial"/>
                <a:ea typeface="Arial"/>
                <a:cs typeface="Arial"/>
              </a:defRPr>
            </a:lvl7pPr>
            <a:lvl8pPr algn="l">
              <a:defRPr sz="7050" b="1">
                <a:solidFill>
                  <a:srgbClr val="D99524"/>
                </a:solidFill>
                <a:latin typeface="Arial"/>
                <a:ea typeface="Arial"/>
                <a:cs typeface="Arial"/>
              </a:defRPr>
            </a:lvl8pPr>
            <a:lvl9pPr algn="l">
              <a:defRPr sz="7050" b="1">
                <a:solidFill>
                  <a:srgbClr val="D99524"/>
                </a:solidFill>
                <a:latin typeface="Arial"/>
                <a:ea typeface="Arial"/>
                <a:cs typeface="Arial"/>
              </a:defRPr>
            </a:lvl9pPr>
          </a:lstStyle>
          <a:p xmlns:a="http://schemas.openxmlformats.org/drawingml/2006/main">
            <a:pPr algn="l">
              <a:defRPr sz="7050" b="1">
                <a:solidFill>
                  <a:srgbClr val="D99524"/>
                </a:solidFill>
                <a:latin typeface="Arial"/>
                <a:ea typeface="Arial"/>
                <a:cs typeface="Arial"/>
              </a:defRPr>
            </a:pPr>
            <a:r>
              <a:rPr sz="7050" b="1">
                <a:solidFill>
                  <a:srgbClr val="D99524"/>
                </a:solidFill>
                <a:latin typeface="Arial"/>
                <a:ea typeface="Arial"/>
                <a:cs typeface="Arial"/>
              </a:rPr>
              <a:t>2</a:t>
            </a:r>
          </a:p>
        </p:txBody>
      </p:sp>
      <p:sp>
        <p:nvSpPr>
          <p:cNvPr id="13" name="One eviction&#10;allowed">
            <a:extLst xmlns:a="http://schemas.openxmlformats.org/drawingml/2006/main">
              <a:ext uri="{FF2B5EF4-FFF2-40B4-BE49-F238E27FC236}">
                <a16:creationId xmlns:a16="http://schemas.microsoft.com/office/drawing/2014/main" id="{FEB302AD-0057-4877-8953-D0B1986D6D7B}"/>
              </a:ext>
            </a:extLst>
          </p:cNvPr>
          <p:cNvSpPr>
            <a:spLocks xmlns:a="http://schemas.openxmlformats.org/drawingml/2006/main" noGrp="1"/>
          </p:cNvSpPr>
          <p:nvPr/>
        </p:nvSpPr>
        <p:spPr>
          <a:xfrm xmlns:a="http://schemas.openxmlformats.org/drawingml/2006/main">
            <a:off x="895350" y="4543425"/>
            <a:ext cx="25812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FFFFFF"/>
                </a:solidFill>
                <a:latin typeface="Arial"/>
                <a:ea typeface="Arial"/>
                <a:cs typeface="Arial"/>
              </a:defRPr>
            </a:defPPr>
            <a:lvl1pPr algn="l">
              <a:defRPr sz="1875" b="0">
                <a:solidFill>
                  <a:srgbClr val="FFFFFF"/>
                </a:solidFill>
                <a:latin typeface="Arial"/>
                <a:ea typeface="Arial"/>
                <a:cs typeface="Arial"/>
              </a:defRPr>
            </a:lvl1pPr>
            <a:lvl2pPr algn="l">
              <a:defRPr sz="1875" b="0">
                <a:solidFill>
                  <a:srgbClr val="FFFFFF"/>
                </a:solidFill>
                <a:latin typeface="Arial"/>
                <a:ea typeface="Arial"/>
                <a:cs typeface="Arial"/>
              </a:defRPr>
            </a:lvl2pPr>
            <a:lvl3pPr algn="l">
              <a:defRPr sz="1875" b="0">
                <a:solidFill>
                  <a:srgbClr val="FFFFFF"/>
                </a:solidFill>
                <a:latin typeface="Arial"/>
                <a:ea typeface="Arial"/>
                <a:cs typeface="Arial"/>
              </a:defRPr>
            </a:lvl3pPr>
            <a:lvl4pPr algn="l">
              <a:defRPr sz="1875" b="0">
                <a:solidFill>
                  <a:srgbClr val="FFFFFF"/>
                </a:solidFill>
                <a:latin typeface="Arial"/>
                <a:ea typeface="Arial"/>
                <a:cs typeface="Arial"/>
              </a:defRPr>
            </a:lvl4pPr>
            <a:lvl5pPr algn="l">
              <a:defRPr sz="1875" b="0">
                <a:solidFill>
                  <a:srgbClr val="FFFFFF"/>
                </a:solidFill>
                <a:latin typeface="Arial"/>
                <a:ea typeface="Arial"/>
                <a:cs typeface="Arial"/>
              </a:defRPr>
            </a:lvl5pPr>
            <a:lvl6pPr algn="l">
              <a:defRPr sz="1875" b="0">
                <a:solidFill>
                  <a:srgbClr val="FFFFFF"/>
                </a:solidFill>
                <a:latin typeface="Arial"/>
                <a:ea typeface="Arial"/>
                <a:cs typeface="Arial"/>
              </a:defRPr>
            </a:lvl6pPr>
            <a:lvl7pPr algn="l">
              <a:defRPr sz="1875" b="0">
                <a:solidFill>
                  <a:srgbClr val="FFFFFF"/>
                </a:solidFill>
                <a:latin typeface="Arial"/>
                <a:ea typeface="Arial"/>
                <a:cs typeface="Arial"/>
              </a:defRPr>
            </a:lvl7pPr>
            <a:lvl8pPr algn="l">
              <a:defRPr sz="1875" b="0">
                <a:solidFill>
                  <a:srgbClr val="FFFFFF"/>
                </a:solidFill>
                <a:latin typeface="Arial"/>
                <a:ea typeface="Arial"/>
                <a:cs typeface="Arial"/>
              </a:defRPr>
            </a:lvl8pPr>
            <a:lvl9pPr algn="l">
              <a:defRPr sz="1875" b="0">
                <a:solidFill>
                  <a:srgbClr val="FFFFFF"/>
                </a:solidFill>
                <a:latin typeface="Arial"/>
                <a:ea typeface="Arial"/>
                <a:cs typeface="Arial"/>
              </a:defRPr>
            </a:lvl9pPr>
          </a:lstStyle>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One eviction</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allowed</a:t>
            </a:r>
          </a:p>
        </p:txBody>
      </p:sp>
      <p:sp>
        <p:nvSpPr>
          <p:cNvPr id="14" name="Q3 blocks&#10;replacement">
            <a:extLst xmlns:a="http://schemas.openxmlformats.org/drawingml/2006/main">
              <a:ext uri="{FF2B5EF4-FFF2-40B4-BE49-F238E27FC236}">
                <a16:creationId xmlns:a16="http://schemas.microsoft.com/office/drawing/2014/main" id="{A7F12B26-1B92-44DF-BD89-1A2B8890A0F7}"/>
              </a:ext>
            </a:extLst>
          </p:cNvPr>
          <p:cNvSpPr>
            <a:spLocks xmlns:a="http://schemas.openxmlformats.org/drawingml/2006/main" noGrp="1"/>
          </p:cNvSpPr>
          <p:nvPr/>
        </p:nvSpPr>
        <p:spPr>
          <a:xfrm xmlns:a="http://schemas.openxmlformats.org/drawingml/2006/main">
            <a:off x="3971925" y="4543425"/>
            <a:ext cx="28194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FFFFFF"/>
                </a:solidFill>
                <a:latin typeface="Arial"/>
                <a:ea typeface="Arial"/>
                <a:cs typeface="Arial"/>
              </a:defRPr>
            </a:defPPr>
            <a:lvl1pPr algn="l">
              <a:defRPr sz="1875" b="0">
                <a:solidFill>
                  <a:srgbClr val="FFFFFF"/>
                </a:solidFill>
                <a:latin typeface="Arial"/>
                <a:ea typeface="Arial"/>
                <a:cs typeface="Arial"/>
              </a:defRPr>
            </a:lvl1pPr>
            <a:lvl2pPr algn="l">
              <a:defRPr sz="1875" b="0">
                <a:solidFill>
                  <a:srgbClr val="FFFFFF"/>
                </a:solidFill>
                <a:latin typeface="Arial"/>
                <a:ea typeface="Arial"/>
                <a:cs typeface="Arial"/>
              </a:defRPr>
            </a:lvl2pPr>
            <a:lvl3pPr algn="l">
              <a:defRPr sz="1875" b="0">
                <a:solidFill>
                  <a:srgbClr val="FFFFFF"/>
                </a:solidFill>
                <a:latin typeface="Arial"/>
                <a:ea typeface="Arial"/>
                <a:cs typeface="Arial"/>
              </a:defRPr>
            </a:lvl3pPr>
            <a:lvl4pPr algn="l">
              <a:defRPr sz="1875" b="0">
                <a:solidFill>
                  <a:srgbClr val="FFFFFF"/>
                </a:solidFill>
                <a:latin typeface="Arial"/>
                <a:ea typeface="Arial"/>
                <a:cs typeface="Arial"/>
              </a:defRPr>
            </a:lvl4pPr>
            <a:lvl5pPr algn="l">
              <a:defRPr sz="1875" b="0">
                <a:solidFill>
                  <a:srgbClr val="FFFFFF"/>
                </a:solidFill>
                <a:latin typeface="Arial"/>
                <a:ea typeface="Arial"/>
                <a:cs typeface="Arial"/>
              </a:defRPr>
            </a:lvl5pPr>
            <a:lvl6pPr algn="l">
              <a:defRPr sz="1875" b="0">
                <a:solidFill>
                  <a:srgbClr val="FFFFFF"/>
                </a:solidFill>
                <a:latin typeface="Arial"/>
                <a:ea typeface="Arial"/>
                <a:cs typeface="Arial"/>
              </a:defRPr>
            </a:lvl6pPr>
            <a:lvl7pPr algn="l">
              <a:defRPr sz="1875" b="0">
                <a:solidFill>
                  <a:srgbClr val="FFFFFF"/>
                </a:solidFill>
                <a:latin typeface="Arial"/>
                <a:ea typeface="Arial"/>
                <a:cs typeface="Arial"/>
              </a:defRPr>
            </a:lvl7pPr>
            <a:lvl8pPr algn="l">
              <a:defRPr sz="1875" b="0">
                <a:solidFill>
                  <a:srgbClr val="FFFFFF"/>
                </a:solidFill>
                <a:latin typeface="Arial"/>
                <a:ea typeface="Arial"/>
                <a:cs typeface="Arial"/>
              </a:defRPr>
            </a:lvl8pPr>
            <a:lvl9pPr algn="l">
              <a:defRPr sz="1875" b="0">
                <a:solidFill>
                  <a:srgbClr val="FFFFFF"/>
                </a:solidFill>
                <a:latin typeface="Arial"/>
                <a:ea typeface="Arial"/>
                <a:cs typeface="Arial"/>
              </a:defRPr>
            </a:lvl9pPr>
          </a:lstStyle>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Q3 blocks</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replacement</a:t>
            </a:r>
          </a:p>
        </p:txBody>
      </p:sp>
      <p:sp>
        <p:nvSpPr>
          <p:cNvPr id="15" name="Next voluntary&#10;eviction denied">
            <a:extLst xmlns:a="http://schemas.openxmlformats.org/drawingml/2006/main">
              <a:ext uri="{FF2B5EF4-FFF2-40B4-BE49-F238E27FC236}">
                <a16:creationId xmlns:a16="http://schemas.microsoft.com/office/drawing/2014/main" id="{B0E510C0-2C1B-4F10-922C-8EE2630CECB9}"/>
              </a:ext>
            </a:extLst>
          </p:cNvPr>
          <p:cNvSpPr>
            <a:spLocks xmlns:a="http://schemas.openxmlformats.org/drawingml/2006/main" noGrp="1"/>
          </p:cNvSpPr>
          <p:nvPr/>
        </p:nvSpPr>
        <p:spPr>
          <a:xfrm xmlns:a="http://schemas.openxmlformats.org/drawingml/2006/main">
            <a:off x="7686675" y="3648075"/>
            <a:ext cx="3667125"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700" b="1">
                <a:solidFill>
                  <a:srgbClr val="F7785D"/>
                </a:solidFill>
                <a:latin typeface="Arial"/>
                <a:ea typeface="Arial"/>
                <a:cs typeface="Arial"/>
              </a:defRPr>
            </a:defPPr>
            <a:lvl1pPr algn="l">
              <a:defRPr sz="2700" b="1">
                <a:solidFill>
                  <a:srgbClr val="F7785D"/>
                </a:solidFill>
                <a:latin typeface="Arial"/>
                <a:ea typeface="Arial"/>
                <a:cs typeface="Arial"/>
              </a:defRPr>
            </a:lvl1pPr>
            <a:lvl2pPr algn="l">
              <a:defRPr sz="2700" b="1">
                <a:solidFill>
                  <a:srgbClr val="F7785D"/>
                </a:solidFill>
                <a:latin typeface="Arial"/>
                <a:ea typeface="Arial"/>
                <a:cs typeface="Arial"/>
              </a:defRPr>
            </a:lvl2pPr>
            <a:lvl3pPr algn="l">
              <a:defRPr sz="2700" b="1">
                <a:solidFill>
                  <a:srgbClr val="F7785D"/>
                </a:solidFill>
                <a:latin typeface="Arial"/>
                <a:ea typeface="Arial"/>
                <a:cs typeface="Arial"/>
              </a:defRPr>
            </a:lvl3pPr>
            <a:lvl4pPr algn="l">
              <a:defRPr sz="2700" b="1">
                <a:solidFill>
                  <a:srgbClr val="F7785D"/>
                </a:solidFill>
                <a:latin typeface="Arial"/>
                <a:ea typeface="Arial"/>
                <a:cs typeface="Arial"/>
              </a:defRPr>
            </a:lvl4pPr>
            <a:lvl5pPr algn="l">
              <a:defRPr sz="2700" b="1">
                <a:solidFill>
                  <a:srgbClr val="F7785D"/>
                </a:solidFill>
                <a:latin typeface="Arial"/>
                <a:ea typeface="Arial"/>
                <a:cs typeface="Arial"/>
              </a:defRPr>
            </a:lvl5pPr>
            <a:lvl6pPr algn="l">
              <a:defRPr sz="2700" b="1">
                <a:solidFill>
                  <a:srgbClr val="F7785D"/>
                </a:solidFill>
                <a:latin typeface="Arial"/>
                <a:ea typeface="Arial"/>
                <a:cs typeface="Arial"/>
              </a:defRPr>
            </a:lvl6pPr>
            <a:lvl7pPr algn="l">
              <a:defRPr sz="2700" b="1">
                <a:solidFill>
                  <a:srgbClr val="F7785D"/>
                </a:solidFill>
                <a:latin typeface="Arial"/>
                <a:ea typeface="Arial"/>
                <a:cs typeface="Arial"/>
              </a:defRPr>
            </a:lvl7pPr>
            <a:lvl8pPr algn="l">
              <a:defRPr sz="2700" b="1">
                <a:solidFill>
                  <a:srgbClr val="F7785D"/>
                </a:solidFill>
                <a:latin typeface="Arial"/>
                <a:ea typeface="Arial"/>
                <a:cs typeface="Arial"/>
              </a:defRPr>
            </a:lvl8pPr>
            <a:lvl9pPr algn="l">
              <a:defRPr sz="2700" b="1">
                <a:solidFill>
                  <a:srgbClr val="F7785D"/>
                </a:solidFill>
                <a:latin typeface="Arial"/>
                <a:ea typeface="Arial"/>
                <a:cs typeface="Arial"/>
              </a:defRPr>
            </a:lvl9pPr>
          </a:lstStyle>
          <a:p xmlns:a="http://schemas.openxmlformats.org/drawingml/2006/main">
            <a:pPr algn="l">
              <a:defRPr sz="2700" b="1">
                <a:solidFill>
                  <a:srgbClr val="F7785D"/>
                </a:solidFill>
                <a:latin typeface="Arial"/>
                <a:ea typeface="Arial"/>
                <a:cs typeface="Arial"/>
              </a:defRPr>
            </a:pPr>
            <a:r>
              <a:rPr sz="2700" b="1">
                <a:solidFill>
                  <a:srgbClr val="F7785D"/>
                </a:solidFill>
                <a:latin typeface="Arial"/>
                <a:ea typeface="Arial"/>
                <a:cs typeface="Arial"/>
              </a:rPr>
              <a:t>Next voluntary</a:t>
            </a:r>
          </a:p>
          <a:p xmlns:a="http://schemas.openxmlformats.org/drawingml/2006/main">
            <a:pPr algn="l">
              <a:defRPr sz="2700" b="1">
                <a:solidFill>
                  <a:srgbClr val="F7785D"/>
                </a:solidFill>
                <a:latin typeface="Arial"/>
                <a:ea typeface="Arial"/>
                <a:cs typeface="Arial"/>
              </a:defRPr>
            </a:pPr>
            <a:r>
              <a:rPr sz="2700" b="1">
                <a:solidFill>
                  <a:srgbClr val="F7785D"/>
                </a:solidFill>
                <a:latin typeface="Arial"/>
                <a:ea typeface="Arial"/>
                <a:cs typeface="Arial"/>
              </a:rPr>
              <a:t>eviction denied</a:t>
            </a:r>
          </a:p>
        </p:txBody>
      </p:sp>
      <p:sp>
        <p:nvSpPr>
          <p:cNvPr id="16" name="PDB minimum = 2 Ready. Readiness does not est">
            <a:extLst xmlns:a="http://schemas.openxmlformats.org/drawingml/2006/main">
              <a:ext uri="{FF2B5EF4-FFF2-40B4-BE49-F238E27FC236}">
                <a16:creationId xmlns:a16="http://schemas.microsoft.com/office/drawing/2014/main" id="{8153057C-E472-4E21-8807-CF5ADFA0F7D4}"/>
              </a:ext>
            </a:extLst>
          </p:cNvPr>
          <p:cNvSpPr>
            <a:spLocks xmlns:a="http://schemas.openxmlformats.org/drawingml/2006/main" noGrp="1"/>
          </p:cNvSpPr>
          <p:nvPr/>
        </p:nvSpPr>
        <p:spPr>
          <a:xfrm xmlns:a="http://schemas.openxmlformats.org/drawingml/2006/main">
            <a:off x="723900" y="5934075"/>
            <a:ext cx="1062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FFFFFF"/>
                </a:solidFill>
                <a:latin typeface="Arial"/>
                <a:ea typeface="Arial"/>
                <a:cs typeface="Arial"/>
              </a:defRPr>
            </a:defPPr>
            <a:lvl1pPr algn="l">
              <a:defRPr sz="1875" b="0">
                <a:solidFill>
                  <a:srgbClr val="FFFFFF"/>
                </a:solidFill>
                <a:latin typeface="Arial"/>
                <a:ea typeface="Arial"/>
                <a:cs typeface="Arial"/>
              </a:defRPr>
            </a:lvl1pPr>
            <a:lvl2pPr algn="l">
              <a:defRPr sz="1875" b="0">
                <a:solidFill>
                  <a:srgbClr val="FFFFFF"/>
                </a:solidFill>
                <a:latin typeface="Arial"/>
                <a:ea typeface="Arial"/>
                <a:cs typeface="Arial"/>
              </a:defRPr>
            </a:lvl2pPr>
            <a:lvl3pPr algn="l">
              <a:defRPr sz="1875" b="0">
                <a:solidFill>
                  <a:srgbClr val="FFFFFF"/>
                </a:solidFill>
                <a:latin typeface="Arial"/>
                <a:ea typeface="Arial"/>
                <a:cs typeface="Arial"/>
              </a:defRPr>
            </a:lvl3pPr>
            <a:lvl4pPr algn="l">
              <a:defRPr sz="1875" b="0">
                <a:solidFill>
                  <a:srgbClr val="FFFFFF"/>
                </a:solidFill>
                <a:latin typeface="Arial"/>
                <a:ea typeface="Arial"/>
                <a:cs typeface="Arial"/>
              </a:defRPr>
            </a:lvl4pPr>
            <a:lvl5pPr algn="l">
              <a:defRPr sz="1875" b="0">
                <a:solidFill>
                  <a:srgbClr val="FFFFFF"/>
                </a:solidFill>
                <a:latin typeface="Arial"/>
                <a:ea typeface="Arial"/>
                <a:cs typeface="Arial"/>
              </a:defRPr>
            </a:lvl5pPr>
            <a:lvl6pPr algn="l">
              <a:defRPr sz="1875" b="0">
                <a:solidFill>
                  <a:srgbClr val="FFFFFF"/>
                </a:solidFill>
                <a:latin typeface="Arial"/>
                <a:ea typeface="Arial"/>
                <a:cs typeface="Arial"/>
              </a:defRPr>
            </a:lvl6pPr>
            <a:lvl7pPr algn="l">
              <a:defRPr sz="1875" b="0">
                <a:solidFill>
                  <a:srgbClr val="FFFFFF"/>
                </a:solidFill>
                <a:latin typeface="Arial"/>
                <a:ea typeface="Arial"/>
                <a:cs typeface="Arial"/>
              </a:defRPr>
            </a:lvl7pPr>
            <a:lvl8pPr algn="l">
              <a:defRPr sz="1875" b="0">
                <a:solidFill>
                  <a:srgbClr val="FFFFFF"/>
                </a:solidFill>
                <a:latin typeface="Arial"/>
                <a:ea typeface="Arial"/>
                <a:cs typeface="Arial"/>
              </a:defRPr>
            </a:lvl8pPr>
            <a:lvl9pPr algn="l">
              <a:defRPr sz="1875" b="0">
                <a:solidFill>
                  <a:srgbClr val="FFFFFF"/>
                </a:solidFill>
                <a:latin typeface="Arial"/>
                <a:ea typeface="Arial"/>
                <a:cs typeface="Arial"/>
              </a:defRPr>
            </a:lvl9pPr>
          </a:lstStyle>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PDB minimum = 2 Ready. Readiness does not establish trust.</a:t>
            </a:r>
          </a:p>
        </p:txBody>
      </p:sp>
    </p:spTree>
    <p:extLst>
      <p:ext uri="{BB962C8B-B14F-4D97-AF65-F5344CB8AC3E}">
        <p14:creationId xmlns:p14="http://schemas.microsoft.com/office/powerpoint/2010/main" val="1039656275"/>
      </p:ext>
    </p:extLst>
  </p:cSld>
</p:sld>
</file>

<file path=ppt/slides/slide24.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11" name="slide-24-title">
            <a:extLst xmlns:a="http://schemas.openxmlformats.org/drawingml/2006/main">
              <a:ext uri="{FF2B5EF4-FFF2-40B4-BE49-F238E27FC236}">
                <a16:creationId xmlns:a16="http://schemas.microsoft.com/office/drawing/2014/main" id="{5B4AAE44-3B6C-4886-888F-E3ED163A03D8}"/>
              </a:ext>
            </a:extLst>
          </p:cNvPr>
          <p:cNvSpPr>
            <a:spLocks xmlns:a="http://schemas.openxmlformats.org/drawingml/2006/main" noGrp="1"/>
          </p:cNvSpPr>
          <p:nvPr/>
        </p:nvSpPr>
        <p:spPr>
          <a:xfrm xmlns:a="http://schemas.openxmlformats.org/drawingml/2006/main">
            <a:off x="609600" y="476250"/>
            <a:ext cx="10858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112B3A"/>
                </a:solidFill>
                <a:latin typeface="Arial"/>
                <a:ea typeface="Arial"/>
                <a:cs typeface="Arial"/>
              </a:defRPr>
            </a:defPPr>
            <a:lvl1pPr algn="l">
              <a:defRPr sz="3150" b="1">
                <a:solidFill>
                  <a:srgbClr val="112B3A"/>
                </a:solidFill>
                <a:latin typeface="Arial"/>
                <a:ea typeface="Arial"/>
                <a:cs typeface="Arial"/>
              </a:defRPr>
            </a:lvl1pPr>
            <a:lvl2pPr algn="l">
              <a:defRPr sz="3150" b="1">
                <a:solidFill>
                  <a:srgbClr val="112B3A"/>
                </a:solidFill>
                <a:latin typeface="Arial"/>
                <a:ea typeface="Arial"/>
                <a:cs typeface="Arial"/>
              </a:defRPr>
            </a:lvl2pPr>
            <a:lvl3pPr algn="l">
              <a:defRPr sz="3150" b="1">
                <a:solidFill>
                  <a:srgbClr val="112B3A"/>
                </a:solidFill>
                <a:latin typeface="Arial"/>
                <a:ea typeface="Arial"/>
                <a:cs typeface="Arial"/>
              </a:defRPr>
            </a:lvl3pPr>
            <a:lvl4pPr algn="l">
              <a:defRPr sz="3150" b="1">
                <a:solidFill>
                  <a:srgbClr val="112B3A"/>
                </a:solidFill>
                <a:latin typeface="Arial"/>
                <a:ea typeface="Arial"/>
                <a:cs typeface="Arial"/>
              </a:defRPr>
            </a:lvl4pPr>
            <a:lvl5pPr algn="l">
              <a:defRPr sz="3150" b="1">
                <a:solidFill>
                  <a:srgbClr val="112B3A"/>
                </a:solidFill>
                <a:latin typeface="Arial"/>
                <a:ea typeface="Arial"/>
                <a:cs typeface="Arial"/>
              </a:defRPr>
            </a:lvl5pPr>
            <a:lvl6pPr algn="l">
              <a:defRPr sz="3150" b="1">
                <a:solidFill>
                  <a:srgbClr val="112B3A"/>
                </a:solidFill>
                <a:latin typeface="Arial"/>
                <a:ea typeface="Arial"/>
                <a:cs typeface="Arial"/>
              </a:defRPr>
            </a:lvl6pPr>
            <a:lvl7pPr algn="l">
              <a:defRPr sz="3150" b="1">
                <a:solidFill>
                  <a:srgbClr val="112B3A"/>
                </a:solidFill>
                <a:latin typeface="Arial"/>
                <a:ea typeface="Arial"/>
                <a:cs typeface="Arial"/>
              </a:defRPr>
            </a:lvl7pPr>
            <a:lvl8pPr algn="l">
              <a:defRPr sz="3150" b="1">
                <a:solidFill>
                  <a:srgbClr val="112B3A"/>
                </a:solidFill>
                <a:latin typeface="Arial"/>
                <a:ea typeface="Arial"/>
                <a:cs typeface="Arial"/>
              </a:defRPr>
            </a:lvl8pPr>
            <a:lvl9pPr algn="l">
              <a:defRPr sz="3150" b="1">
                <a:solidFill>
                  <a:srgbClr val="112B3A"/>
                </a:solidFill>
                <a:latin typeface="Arial"/>
                <a:ea typeface="Arial"/>
                <a:cs typeface="Arial"/>
              </a:defRPr>
            </a:lvl9pPr>
          </a:lstStyle>
          <a:p xmlns:a="http://schemas.openxmlformats.org/drawingml/2006/main">
            <a:pPr algn="l">
              <a:defRPr sz="3150" b="1">
                <a:solidFill>
                  <a:srgbClr val="112B3A"/>
                </a:solidFill>
                <a:latin typeface="Arial"/>
                <a:ea typeface="Arial"/>
                <a:cs typeface="Arial"/>
              </a:defRPr>
            </a:pPr>
            <a:r>
              <a:rPr sz="3150" b="1">
                <a:solidFill>
                  <a:srgbClr val="112B3A"/>
                </a:solidFill>
                <a:latin typeface="Arial"/>
                <a:ea typeface="Arial"/>
                <a:cs typeface="Arial"/>
              </a:rPr>
              <a:t>Debugging crosses a different API path</a:t>
            </a:r>
          </a:p>
        </p:txBody>
      </p:sp>
      <p:sp>
        <p:nvSpPr>
          <p:cNvPr id="2" name="Recorded k3s observation">
            <a:extLst xmlns:a="http://schemas.openxmlformats.org/drawingml/2006/main">
              <a:ext uri="{FF2B5EF4-FFF2-40B4-BE49-F238E27FC236}">
                <a16:creationId xmlns:a16="http://schemas.microsoft.com/office/drawing/2014/main" id="{4FB34D13-FB88-4BE2-A12A-8648393C5760}"/>
              </a:ext>
            </a:extLst>
          </p:cNvPr>
          <p:cNvSpPr>
            <a:spLocks xmlns:a="http://schemas.openxmlformats.org/drawingml/2006/main" noGrp="1"/>
          </p:cNvSpPr>
          <p:nvPr/>
        </p:nvSpPr>
        <p:spPr>
          <a:xfrm xmlns:a="http://schemas.openxmlformats.org/drawingml/2006/main">
            <a:off x="647700" y="1257300"/>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a:solidFill>
                  <a:srgbClr val="526875"/>
                </a:solidFill>
                <a:latin typeface="Arial"/>
                <a:ea typeface="Arial"/>
                <a:cs typeface="Arial"/>
              </a:defRPr>
            </a:defPPr>
            <a:lvl1pPr algn="l">
              <a:defRPr sz="1500" b="0">
                <a:solidFill>
                  <a:srgbClr val="526875"/>
                </a:solidFill>
                <a:latin typeface="Arial"/>
                <a:ea typeface="Arial"/>
                <a:cs typeface="Arial"/>
              </a:defRPr>
            </a:lvl1pPr>
            <a:lvl2pPr algn="l">
              <a:defRPr sz="1500" b="0">
                <a:solidFill>
                  <a:srgbClr val="526875"/>
                </a:solidFill>
                <a:latin typeface="Arial"/>
                <a:ea typeface="Arial"/>
                <a:cs typeface="Arial"/>
              </a:defRPr>
            </a:lvl2pPr>
            <a:lvl3pPr algn="l">
              <a:defRPr sz="1500" b="0">
                <a:solidFill>
                  <a:srgbClr val="526875"/>
                </a:solidFill>
                <a:latin typeface="Arial"/>
                <a:ea typeface="Arial"/>
                <a:cs typeface="Arial"/>
              </a:defRPr>
            </a:lvl3pPr>
            <a:lvl4pPr algn="l">
              <a:defRPr sz="1500" b="0">
                <a:solidFill>
                  <a:srgbClr val="526875"/>
                </a:solidFill>
                <a:latin typeface="Arial"/>
                <a:ea typeface="Arial"/>
                <a:cs typeface="Arial"/>
              </a:defRPr>
            </a:lvl4pPr>
            <a:lvl5pPr algn="l">
              <a:defRPr sz="1500" b="0">
                <a:solidFill>
                  <a:srgbClr val="526875"/>
                </a:solidFill>
                <a:latin typeface="Arial"/>
                <a:ea typeface="Arial"/>
                <a:cs typeface="Arial"/>
              </a:defRPr>
            </a:lvl5pPr>
            <a:lvl6pPr algn="l">
              <a:defRPr sz="1500" b="0">
                <a:solidFill>
                  <a:srgbClr val="526875"/>
                </a:solidFill>
                <a:latin typeface="Arial"/>
                <a:ea typeface="Arial"/>
                <a:cs typeface="Arial"/>
              </a:defRPr>
            </a:lvl6pPr>
            <a:lvl7pPr algn="l">
              <a:defRPr sz="1500" b="0">
                <a:solidFill>
                  <a:srgbClr val="526875"/>
                </a:solidFill>
                <a:latin typeface="Arial"/>
                <a:ea typeface="Arial"/>
                <a:cs typeface="Arial"/>
              </a:defRPr>
            </a:lvl7pPr>
            <a:lvl8pPr algn="l">
              <a:defRPr sz="1500" b="0">
                <a:solidFill>
                  <a:srgbClr val="526875"/>
                </a:solidFill>
                <a:latin typeface="Arial"/>
                <a:ea typeface="Arial"/>
                <a:cs typeface="Arial"/>
              </a:defRPr>
            </a:lvl8pPr>
            <a:lvl9pPr algn="l">
              <a:defRPr sz="1500" b="0">
                <a:solidFill>
                  <a:srgbClr val="526875"/>
                </a:solidFill>
                <a:latin typeface="Arial"/>
                <a:ea typeface="Arial"/>
                <a:cs typeface="Arial"/>
              </a:defRPr>
            </a:lvl9pPr>
          </a:lstStyle>
          <a:p xmlns:a="http://schemas.openxmlformats.org/drawingml/2006/main">
            <a:pPr algn="l">
              <a:defRPr sz="1500" b="0">
                <a:solidFill>
                  <a:srgbClr val="526875"/>
                </a:solidFill>
                <a:latin typeface="Arial"/>
                <a:ea typeface="Arial"/>
                <a:cs typeface="Arial"/>
              </a:defRPr>
            </a:pPr>
            <a:r>
              <a:rPr sz="1500" b="0">
                <a:solidFill>
                  <a:srgbClr val="526875"/>
                </a:solidFill>
                <a:latin typeface="Arial"/>
                <a:ea typeface="Arial"/>
                <a:cs typeface="Arial"/>
              </a:rPr>
              <a:t>Recorded k3s observation</a:t>
            </a:r>
          </a:p>
        </p:txBody>
      </p:sp>
      <p:sp>
        <p:nvSpPr>
          <p:cNvPr id="3" name="24">
            <a:extLst xmlns:a="http://schemas.openxmlformats.org/drawingml/2006/main">
              <a:ext uri="{FF2B5EF4-FFF2-40B4-BE49-F238E27FC236}">
                <a16:creationId xmlns:a16="http://schemas.microsoft.com/office/drawing/2014/main" id="{E83AED5E-B940-4856-A025-06217681DAD5}"/>
              </a:ext>
            </a:extLst>
          </p:cNvPr>
          <p:cNvSpPr>
            <a:spLocks xmlns:a="http://schemas.openxmlformats.org/drawingml/2006/main" noGrp="1"/>
          </p:cNvSpPr>
          <p:nvPr/>
        </p:nvSpPr>
        <p:spPr>
          <a:xfrm xmlns:a="http://schemas.openxmlformats.org/drawingml/2006/main">
            <a:off x="11172825" y="641032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0">
                <a:solidFill>
                  <a:srgbClr val="526875"/>
                </a:solidFill>
                <a:latin typeface="Arial"/>
                <a:ea typeface="Arial"/>
                <a:cs typeface="Arial"/>
              </a:defRPr>
            </a:defPPr>
            <a:lvl1pPr algn="r">
              <a:defRPr sz="975" b="0">
                <a:solidFill>
                  <a:srgbClr val="526875"/>
                </a:solidFill>
                <a:latin typeface="Arial"/>
                <a:ea typeface="Arial"/>
                <a:cs typeface="Arial"/>
              </a:defRPr>
            </a:lvl1pPr>
            <a:lvl2pPr algn="r">
              <a:defRPr sz="975" b="0">
                <a:solidFill>
                  <a:srgbClr val="526875"/>
                </a:solidFill>
                <a:latin typeface="Arial"/>
                <a:ea typeface="Arial"/>
                <a:cs typeface="Arial"/>
              </a:defRPr>
            </a:lvl2pPr>
            <a:lvl3pPr algn="r">
              <a:defRPr sz="975" b="0">
                <a:solidFill>
                  <a:srgbClr val="526875"/>
                </a:solidFill>
                <a:latin typeface="Arial"/>
                <a:ea typeface="Arial"/>
                <a:cs typeface="Arial"/>
              </a:defRPr>
            </a:lvl3pPr>
            <a:lvl4pPr algn="r">
              <a:defRPr sz="975" b="0">
                <a:solidFill>
                  <a:srgbClr val="526875"/>
                </a:solidFill>
                <a:latin typeface="Arial"/>
                <a:ea typeface="Arial"/>
                <a:cs typeface="Arial"/>
              </a:defRPr>
            </a:lvl4pPr>
            <a:lvl5pPr algn="r">
              <a:defRPr sz="975" b="0">
                <a:solidFill>
                  <a:srgbClr val="526875"/>
                </a:solidFill>
                <a:latin typeface="Arial"/>
                <a:ea typeface="Arial"/>
                <a:cs typeface="Arial"/>
              </a:defRPr>
            </a:lvl5pPr>
            <a:lvl6pPr algn="r">
              <a:defRPr sz="975" b="0">
                <a:solidFill>
                  <a:srgbClr val="526875"/>
                </a:solidFill>
                <a:latin typeface="Arial"/>
                <a:ea typeface="Arial"/>
                <a:cs typeface="Arial"/>
              </a:defRPr>
            </a:lvl6pPr>
            <a:lvl7pPr algn="r">
              <a:defRPr sz="975" b="0">
                <a:solidFill>
                  <a:srgbClr val="526875"/>
                </a:solidFill>
                <a:latin typeface="Arial"/>
                <a:ea typeface="Arial"/>
                <a:cs typeface="Arial"/>
              </a:defRPr>
            </a:lvl7pPr>
            <a:lvl8pPr algn="r">
              <a:defRPr sz="975" b="0">
                <a:solidFill>
                  <a:srgbClr val="526875"/>
                </a:solidFill>
                <a:latin typeface="Arial"/>
                <a:ea typeface="Arial"/>
                <a:cs typeface="Arial"/>
              </a:defRPr>
            </a:lvl8pPr>
            <a:lvl9pPr algn="r">
              <a:defRPr sz="975" b="0">
                <a:solidFill>
                  <a:srgbClr val="526875"/>
                </a:solidFill>
                <a:latin typeface="Arial"/>
                <a:ea typeface="Arial"/>
                <a:cs typeface="Arial"/>
              </a:defRPr>
            </a:lvl9pPr>
          </a:lstStyle>
          <a:p xmlns:a="http://schemas.openxmlformats.org/drawingml/2006/main">
            <a:pPr algn="r">
              <a:defRPr sz="975" b="0">
                <a:solidFill>
                  <a:srgbClr val="526875"/>
                </a:solidFill>
                <a:latin typeface="Arial"/>
                <a:ea typeface="Arial"/>
                <a:cs typeface="Arial"/>
              </a:defRPr>
            </a:pPr>
            <a:r>
              <a:rPr sz="975" b="0">
                <a:solidFill>
                  <a:srgbClr val="526875"/>
                </a:solidFill>
                <a:latin typeface="Arial"/>
                <a:ea typeface="Arial"/>
                <a:cs typeface="Arial"/>
              </a:rPr>
              <a:t>24</a:t>
            </a:r>
          </a:p>
        </p:txBody>
      </p:sp>
      <p:sp>
        <p:nvSpPr>
          <p:cNvPr id="4" name="Pod CREATE">
            <a:extLst xmlns:a="http://schemas.openxmlformats.org/drawingml/2006/main">
              <a:ext uri="{FF2B5EF4-FFF2-40B4-BE49-F238E27FC236}">
                <a16:creationId xmlns:a16="http://schemas.microsoft.com/office/drawing/2014/main" id="{8C36843C-72F7-4870-9F53-EDF2AFB51E4F}"/>
              </a:ext>
            </a:extLst>
          </p:cNvPr>
          <p:cNvSpPr>
            <a:spLocks xmlns:a="http://schemas.openxmlformats.org/drawingml/2006/main" noGrp="1"/>
          </p:cNvSpPr>
          <p:nvPr/>
        </p:nvSpPr>
        <p:spPr>
          <a:xfrm xmlns:a="http://schemas.openxmlformats.org/drawingml/2006/main">
            <a:off x="714375" y="2124075"/>
            <a:ext cx="4857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850" b="1">
                <a:solidFill>
                  <a:srgbClr val="12846B"/>
                </a:solidFill>
                <a:latin typeface="Arial"/>
                <a:ea typeface="Arial"/>
                <a:cs typeface="Arial"/>
              </a:defRPr>
            </a:defPPr>
            <a:lvl1pPr algn="l">
              <a:defRPr sz="2850" b="1">
                <a:solidFill>
                  <a:srgbClr val="12846B"/>
                </a:solidFill>
                <a:latin typeface="Arial"/>
                <a:ea typeface="Arial"/>
                <a:cs typeface="Arial"/>
              </a:defRPr>
            </a:lvl1pPr>
            <a:lvl2pPr algn="l">
              <a:defRPr sz="2850" b="1">
                <a:solidFill>
                  <a:srgbClr val="12846B"/>
                </a:solidFill>
                <a:latin typeface="Arial"/>
                <a:ea typeface="Arial"/>
                <a:cs typeface="Arial"/>
              </a:defRPr>
            </a:lvl2pPr>
            <a:lvl3pPr algn="l">
              <a:defRPr sz="2850" b="1">
                <a:solidFill>
                  <a:srgbClr val="12846B"/>
                </a:solidFill>
                <a:latin typeface="Arial"/>
                <a:ea typeface="Arial"/>
                <a:cs typeface="Arial"/>
              </a:defRPr>
            </a:lvl3pPr>
            <a:lvl4pPr algn="l">
              <a:defRPr sz="2850" b="1">
                <a:solidFill>
                  <a:srgbClr val="12846B"/>
                </a:solidFill>
                <a:latin typeface="Arial"/>
                <a:ea typeface="Arial"/>
                <a:cs typeface="Arial"/>
              </a:defRPr>
            </a:lvl4pPr>
            <a:lvl5pPr algn="l">
              <a:defRPr sz="2850" b="1">
                <a:solidFill>
                  <a:srgbClr val="12846B"/>
                </a:solidFill>
                <a:latin typeface="Arial"/>
                <a:ea typeface="Arial"/>
                <a:cs typeface="Arial"/>
              </a:defRPr>
            </a:lvl5pPr>
            <a:lvl6pPr algn="l">
              <a:defRPr sz="2850" b="1">
                <a:solidFill>
                  <a:srgbClr val="12846B"/>
                </a:solidFill>
                <a:latin typeface="Arial"/>
                <a:ea typeface="Arial"/>
                <a:cs typeface="Arial"/>
              </a:defRPr>
            </a:lvl6pPr>
            <a:lvl7pPr algn="l">
              <a:defRPr sz="2850" b="1">
                <a:solidFill>
                  <a:srgbClr val="12846B"/>
                </a:solidFill>
                <a:latin typeface="Arial"/>
                <a:ea typeface="Arial"/>
                <a:cs typeface="Arial"/>
              </a:defRPr>
            </a:lvl7pPr>
            <a:lvl8pPr algn="l">
              <a:defRPr sz="2850" b="1">
                <a:solidFill>
                  <a:srgbClr val="12846B"/>
                </a:solidFill>
                <a:latin typeface="Arial"/>
                <a:ea typeface="Arial"/>
                <a:cs typeface="Arial"/>
              </a:defRPr>
            </a:lvl8pPr>
            <a:lvl9pPr algn="l">
              <a:defRPr sz="2850" b="1">
                <a:solidFill>
                  <a:srgbClr val="12846B"/>
                </a:solidFill>
                <a:latin typeface="Arial"/>
                <a:ea typeface="Arial"/>
                <a:cs typeface="Arial"/>
              </a:defRPr>
            </a:lvl9pPr>
          </a:lstStyle>
          <a:p xmlns:a="http://schemas.openxmlformats.org/drawingml/2006/main">
            <a:pPr algn="l">
              <a:defRPr sz="2850" b="1">
                <a:solidFill>
                  <a:srgbClr val="12846B"/>
                </a:solidFill>
                <a:latin typeface="Arial"/>
                <a:ea typeface="Arial"/>
                <a:cs typeface="Arial"/>
              </a:defRPr>
            </a:pPr>
            <a:r>
              <a:rPr sz="2850" b="1">
                <a:solidFill>
                  <a:srgbClr val="12846B"/>
                </a:solidFill>
                <a:latin typeface="Arial"/>
                <a:ea typeface="Arial"/>
                <a:cs typeface="Arial"/>
              </a:rPr>
              <a:t>Pod CREATE</a:t>
            </a:r>
          </a:p>
        </p:txBody>
      </p:sp>
      <p:sp>
        <p:nvSpPr>
          <p:cNvPr id="5" name="Image rule matches">
            <a:extLst xmlns:a="http://schemas.openxmlformats.org/drawingml/2006/main">
              <a:ext uri="{FF2B5EF4-FFF2-40B4-BE49-F238E27FC236}">
                <a16:creationId xmlns:a16="http://schemas.microsoft.com/office/drawing/2014/main" id="{AEBB7463-32BD-48E2-8F47-56DA883B6A5E}"/>
              </a:ext>
            </a:extLst>
          </p:cNvPr>
          <p:cNvSpPr>
            <a:spLocks xmlns:a="http://schemas.openxmlformats.org/drawingml/2006/main" noGrp="1"/>
          </p:cNvSpPr>
          <p:nvPr/>
        </p:nvSpPr>
        <p:spPr>
          <a:xfrm xmlns:a="http://schemas.openxmlformats.org/drawingml/2006/main">
            <a:off x="714375" y="2857500"/>
            <a:ext cx="49530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112B3A"/>
                </a:solidFill>
                <a:latin typeface="Arial"/>
                <a:ea typeface="Arial"/>
                <a:cs typeface="Arial"/>
              </a:defRPr>
            </a:defPPr>
            <a:lvl1pPr algn="l">
              <a:defRPr sz="2100" b="0">
                <a:solidFill>
                  <a:srgbClr val="112B3A"/>
                </a:solidFill>
                <a:latin typeface="Arial"/>
                <a:ea typeface="Arial"/>
                <a:cs typeface="Arial"/>
              </a:defRPr>
            </a:lvl1pPr>
            <a:lvl2pPr algn="l">
              <a:defRPr sz="2100" b="0">
                <a:solidFill>
                  <a:srgbClr val="112B3A"/>
                </a:solidFill>
                <a:latin typeface="Arial"/>
                <a:ea typeface="Arial"/>
                <a:cs typeface="Arial"/>
              </a:defRPr>
            </a:lvl2pPr>
            <a:lvl3pPr algn="l">
              <a:defRPr sz="2100" b="0">
                <a:solidFill>
                  <a:srgbClr val="112B3A"/>
                </a:solidFill>
                <a:latin typeface="Arial"/>
                <a:ea typeface="Arial"/>
                <a:cs typeface="Arial"/>
              </a:defRPr>
            </a:lvl3pPr>
            <a:lvl4pPr algn="l">
              <a:defRPr sz="2100" b="0">
                <a:solidFill>
                  <a:srgbClr val="112B3A"/>
                </a:solidFill>
                <a:latin typeface="Arial"/>
                <a:ea typeface="Arial"/>
                <a:cs typeface="Arial"/>
              </a:defRPr>
            </a:lvl4pPr>
            <a:lvl5pPr algn="l">
              <a:defRPr sz="2100" b="0">
                <a:solidFill>
                  <a:srgbClr val="112B3A"/>
                </a:solidFill>
                <a:latin typeface="Arial"/>
                <a:ea typeface="Arial"/>
                <a:cs typeface="Arial"/>
              </a:defRPr>
            </a:lvl5pPr>
            <a:lvl6pPr algn="l">
              <a:defRPr sz="2100" b="0">
                <a:solidFill>
                  <a:srgbClr val="112B3A"/>
                </a:solidFill>
                <a:latin typeface="Arial"/>
                <a:ea typeface="Arial"/>
                <a:cs typeface="Arial"/>
              </a:defRPr>
            </a:lvl6pPr>
            <a:lvl7pPr algn="l">
              <a:defRPr sz="2100" b="0">
                <a:solidFill>
                  <a:srgbClr val="112B3A"/>
                </a:solidFill>
                <a:latin typeface="Arial"/>
                <a:ea typeface="Arial"/>
                <a:cs typeface="Arial"/>
              </a:defRPr>
            </a:lvl7pPr>
            <a:lvl8pPr algn="l">
              <a:defRPr sz="2100" b="0">
                <a:solidFill>
                  <a:srgbClr val="112B3A"/>
                </a:solidFill>
                <a:latin typeface="Arial"/>
                <a:ea typeface="Arial"/>
                <a:cs typeface="Arial"/>
              </a:defRPr>
            </a:lvl8pPr>
            <a:lvl9pPr algn="l">
              <a:defRPr sz="2100" b="0">
                <a:solidFill>
                  <a:srgbClr val="112B3A"/>
                </a:solidFill>
                <a:latin typeface="Arial"/>
                <a:ea typeface="Arial"/>
                <a:cs typeface="Arial"/>
              </a:defRPr>
            </a:lvl9pPr>
          </a:lstStyle>
          <a:p xmlns:a="http://schemas.openxmlformats.org/drawingml/2006/main">
            <a:pPr algn="l">
              <a:defRPr sz="2100" b="0">
                <a:solidFill>
                  <a:srgbClr val="112B3A"/>
                </a:solidFill>
                <a:latin typeface="Arial"/>
                <a:ea typeface="Arial"/>
                <a:cs typeface="Arial"/>
              </a:defRPr>
            </a:pPr>
            <a:r>
              <a:rPr sz="2100" b="0">
                <a:solidFill>
                  <a:srgbClr val="112B3A"/>
                </a:solidFill>
                <a:latin typeface="Arial"/>
                <a:ea typeface="Arial"/>
                <a:cs typeface="Arial"/>
              </a:rPr>
              <a:t>Image rule matches</a:t>
            </a:r>
          </a:p>
        </p:txBody>
      </p:sp>
      <p:sp>
        <p:nvSpPr>
          <p:cNvPr id="6" name="diagram-boundary">
            <a:extLst xmlns:a="http://schemas.openxmlformats.org/drawingml/2006/main">
              <a:ext uri="{FF2B5EF4-FFF2-40B4-BE49-F238E27FC236}">
                <a16:creationId xmlns:a16="http://schemas.microsoft.com/office/drawing/2014/main" id="{F109D3FF-5D44-497B-AFC2-F8BDF44F9919}"/>
              </a:ext>
            </a:extLst>
          </p:cNvPr>
          <p:cNvSpPr>
            <a:spLocks xmlns:a="http://schemas.openxmlformats.org/drawingml/2006/main" noGrp="1"/>
          </p:cNvSpPr>
          <p:nvPr/>
        </p:nvSpPr>
        <p:spPr>
          <a:xfrm xmlns:a="http://schemas.openxmlformats.org/drawingml/2006/main">
            <a:off x="6067425" y="1990725"/>
            <a:ext cx="19050" cy="19050"/>
          </a:xfrm>
          <a:prstGeom xmlns:a="http://schemas.openxmlformats.org/drawingml/2006/main" prst="rect">
            <a:avLst/>
          </a:prstGeom>
          <a:solidFill xmlns:a="http://schemas.openxmlformats.org/drawingml/2006/main">
            <a:srgbClr val="D7DCD8"/>
          </a:solidFill>
          <a:ln xmlns:a="http://schemas.openxmlformats.org/drawingml/2006/main" w="0">
            <a:noFill/>
            <a:prstDash val="solid"/>
          </a:ln>
        </p:spPr>
      </p:sp>
      <p:sp>
        <p:nvSpPr>
          <p:cNvPr id="7" name="diagram-boundary">
            <a:extLst xmlns:a="http://schemas.openxmlformats.org/drawingml/2006/main">
              <a:ext uri="{FF2B5EF4-FFF2-40B4-BE49-F238E27FC236}">
                <a16:creationId xmlns:a16="http://schemas.microsoft.com/office/drawing/2014/main" id="{84F47E05-35F4-4344-8FA9-6CD76C8789A3}"/>
              </a:ext>
            </a:extLst>
          </p:cNvPr>
          <p:cNvSpPr>
            <a:spLocks xmlns:a="http://schemas.openxmlformats.org/drawingml/2006/main" noGrp="1"/>
          </p:cNvSpPr>
          <p:nvPr/>
        </p:nvSpPr>
        <p:spPr>
          <a:xfrm xmlns:a="http://schemas.openxmlformats.org/drawingml/2006/main">
            <a:off x="6067425" y="1990725"/>
            <a:ext cx="19050" cy="2619375"/>
          </a:xfrm>
          <a:prstGeom xmlns:a="http://schemas.openxmlformats.org/drawingml/2006/main" prst="rect">
            <a:avLst/>
          </a:prstGeom>
          <a:solidFill xmlns:a="http://schemas.openxmlformats.org/drawingml/2006/main">
            <a:srgbClr val="D7DCD8"/>
          </a:solidFill>
          <a:ln xmlns:a="http://schemas.openxmlformats.org/drawingml/2006/main" w="0">
            <a:noFill/>
            <a:prstDash val="solid"/>
          </a:ln>
        </p:spPr>
      </p:sp>
      <p:sp>
        <p:nvSpPr>
          <p:cNvPr id="8" name="pods/ephemeralcontainers">
            <a:extLst xmlns:a="http://schemas.openxmlformats.org/drawingml/2006/main">
              <a:ext uri="{FF2B5EF4-FFF2-40B4-BE49-F238E27FC236}">
                <a16:creationId xmlns:a16="http://schemas.microsoft.com/office/drawing/2014/main" id="{EBD1AC70-51EA-47F4-B291-116FEB63536D}"/>
              </a:ext>
            </a:extLst>
          </p:cNvPr>
          <p:cNvSpPr>
            <a:spLocks xmlns:a="http://schemas.openxmlformats.org/drawingml/2006/main" noGrp="1"/>
          </p:cNvSpPr>
          <p:nvPr/>
        </p:nvSpPr>
        <p:spPr>
          <a:xfrm xmlns:a="http://schemas.openxmlformats.org/drawingml/2006/main">
            <a:off x="6667500" y="2124075"/>
            <a:ext cx="483870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1">
                <a:solidFill>
                  <a:srgbClr val="F7785D"/>
                </a:solidFill>
                <a:latin typeface="Courier New"/>
                <a:ea typeface="Courier New"/>
                <a:cs typeface="Courier New"/>
              </a:defRPr>
            </a:defPPr>
            <a:lvl1pPr algn="l">
              <a:defRPr sz="2175" b="1">
                <a:solidFill>
                  <a:srgbClr val="F7785D"/>
                </a:solidFill>
                <a:latin typeface="Courier New"/>
                <a:ea typeface="Courier New"/>
                <a:cs typeface="Courier New"/>
              </a:defRPr>
            </a:lvl1pPr>
            <a:lvl2pPr algn="l">
              <a:defRPr sz="2175" b="1">
                <a:solidFill>
                  <a:srgbClr val="F7785D"/>
                </a:solidFill>
                <a:latin typeface="Courier New"/>
                <a:ea typeface="Courier New"/>
                <a:cs typeface="Courier New"/>
              </a:defRPr>
            </a:lvl2pPr>
            <a:lvl3pPr algn="l">
              <a:defRPr sz="2175" b="1">
                <a:solidFill>
                  <a:srgbClr val="F7785D"/>
                </a:solidFill>
                <a:latin typeface="Courier New"/>
                <a:ea typeface="Courier New"/>
                <a:cs typeface="Courier New"/>
              </a:defRPr>
            </a:lvl3pPr>
            <a:lvl4pPr algn="l">
              <a:defRPr sz="2175" b="1">
                <a:solidFill>
                  <a:srgbClr val="F7785D"/>
                </a:solidFill>
                <a:latin typeface="Courier New"/>
                <a:ea typeface="Courier New"/>
                <a:cs typeface="Courier New"/>
              </a:defRPr>
            </a:lvl4pPr>
            <a:lvl5pPr algn="l">
              <a:defRPr sz="2175" b="1">
                <a:solidFill>
                  <a:srgbClr val="F7785D"/>
                </a:solidFill>
                <a:latin typeface="Courier New"/>
                <a:ea typeface="Courier New"/>
                <a:cs typeface="Courier New"/>
              </a:defRPr>
            </a:lvl5pPr>
            <a:lvl6pPr algn="l">
              <a:defRPr sz="2175" b="1">
                <a:solidFill>
                  <a:srgbClr val="F7785D"/>
                </a:solidFill>
                <a:latin typeface="Courier New"/>
                <a:ea typeface="Courier New"/>
                <a:cs typeface="Courier New"/>
              </a:defRPr>
            </a:lvl6pPr>
            <a:lvl7pPr algn="l">
              <a:defRPr sz="2175" b="1">
                <a:solidFill>
                  <a:srgbClr val="F7785D"/>
                </a:solidFill>
                <a:latin typeface="Courier New"/>
                <a:ea typeface="Courier New"/>
                <a:cs typeface="Courier New"/>
              </a:defRPr>
            </a:lvl7pPr>
            <a:lvl8pPr algn="l">
              <a:defRPr sz="2175" b="1">
                <a:solidFill>
                  <a:srgbClr val="F7785D"/>
                </a:solidFill>
                <a:latin typeface="Courier New"/>
                <a:ea typeface="Courier New"/>
                <a:cs typeface="Courier New"/>
              </a:defRPr>
            </a:lvl8pPr>
            <a:lvl9pPr algn="l">
              <a:defRPr sz="2175" b="1">
                <a:solidFill>
                  <a:srgbClr val="F7785D"/>
                </a:solidFill>
                <a:latin typeface="Courier New"/>
                <a:ea typeface="Courier New"/>
                <a:cs typeface="Courier New"/>
              </a:defRPr>
            </a:lvl9pPr>
          </a:lstStyle>
          <a:p xmlns:a="http://schemas.openxmlformats.org/drawingml/2006/main">
            <a:pPr algn="l">
              <a:defRPr sz="2175" b="1">
                <a:solidFill>
                  <a:srgbClr val="F7785D"/>
                </a:solidFill>
                <a:latin typeface="Courier New"/>
                <a:ea typeface="Courier New"/>
                <a:cs typeface="Courier New"/>
              </a:defRPr>
            </a:pPr>
            <a:r>
              <a:rPr sz="2175" b="1">
                <a:solidFill>
                  <a:srgbClr val="F7785D"/>
                </a:solidFill>
                <a:latin typeface="Courier New"/>
                <a:ea typeface="Courier New"/>
                <a:cs typeface="Courier New"/>
              </a:rPr>
              <a:t>pods/ephemeralcontainers</a:t>
            </a:r>
          </a:p>
        </p:txBody>
      </p:sp>
      <p:sp>
        <p:nvSpPr>
          <p:cNvPr id="9" name="Debug attach subresource">
            <a:extLst xmlns:a="http://schemas.openxmlformats.org/drawingml/2006/main">
              <a:ext uri="{FF2B5EF4-FFF2-40B4-BE49-F238E27FC236}">
                <a16:creationId xmlns:a16="http://schemas.microsoft.com/office/drawing/2014/main" id="{4816ED2A-AC46-49AD-BFF2-880CCC7ED147}"/>
              </a:ext>
            </a:extLst>
          </p:cNvPr>
          <p:cNvSpPr>
            <a:spLocks xmlns:a="http://schemas.openxmlformats.org/drawingml/2006/main" noGrp="1"/>
          </p:cNvSpPr>
          <p:nvPr/>
        </p:nvSpPr>
        <p:spPr>
          <a:xfrm xmlns:a="http://schemas.openxmlformats.org/drawingml/2006/main">
            <a:off x="6667500" y="3000375"/>
            <a:ext cx="47625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112B3A"/>
                </a:solidFill>
                <a:latin typeface="Arial"/>
                <a:ea typeface="Arial"/>
                <a:cs typeface="Arial"/>
              </a:defRPr>
            </a:defPPr>
            <a:lvl1pPr algn="l">
              <a:defRPr sz="2175" b="0">
                <a:solidFill>
                  <a:srgbClr val="112B3A"/>
                </a:solidFill>
                <a:latin typeface="Arial"/>
                <a:ea typeface="Arial"/>
                <a:cs typeface="Arial"/>
              </a:defRPr>
            </a:lvl1pPr>
            <a:lvl2pPr algn="l">
              <a:defRPr sz="2175" b="0">
                <a:solidFill>
                  <a:srgbClr val="112B3A"/>
                </a:solidFill>
                <a:latin typeface="Arial"/>
                <a:ea typeface="Arial"/>
                <a:cs typeface="Arial"/>
              </a:defRPr>
            </a:lvl2pPr>
            <a:lvl3pPr algn="l">
              <a:defRPr sz="2175" b="0">
                <a:solidFill>
                  <a:srgbClr val="112B3A"/>
                </a:solidFill>
                <a:latin typeface="Arial"/>
                <a:ea typeface="Arial"/>
                <a:cs typeface="Arial"/>
              </a:defRPr>
            </a:lvl3pPr>
            <a:lvl4pPr algn="l">
              <a:defRPr sz="2175" b="0">
                <a:solidFill>
                  <a:srgbClr val="112B3A"/>
                </a:solidFill>
                <a:latin typeface="Arial"/>
                <a:ea typeface="Arial"/>
                <a:cs typeface="Arial"/>
              </a:defRPr>
            </a:lvl4pPr>
            <a:lvl5pPr algn="l">
              <a:defRPr sz="2175" b="0">
                <a:solidFill>
                  <a:srgbClr val="112B3A"/>
                </a:solidFill>
                <a:latin typeface="Arial"/>
                <a:ea typeface="Arial"/>
                <a:cs typeface="Arial"/>
              </a:defRPr>
            </a:lvl5pPr>
            <a:lvl6pPr algn="l">
              <a:defRPr sz="2175" b="0">
                <a:solidFill>
                  <a:srgbClr val="112B3A"/>
                </a:solidFill>
                <a:latin typeface="Arial"/>
                <a:ea typeface="Arial"/>
                <a:cs typeface="Arial"/>
              </a:defRPr>
            </a:lvl6pPr>
            <a:lvl7pPr algn="l">
              <a:defRPr sz="2175" b="0">
                <a:solidFill>
                  <a:srgbClr val="112B3A"/>
                </a:solidFill>
                <a:latin typeface="Arial"/>
                <a:ea typeface="Arial"/>
                <a:cs typeface="Arial"/>
              </a:defRPr>
            </a:lvl7pPr>
            <a:lvl8pPr algn="l">
              <a:defRPr sz="2175" b="0">
                <a:solidFill>
                  <a:srgbClr val="112B3A"/>
                </a:solidFill>
                <a:latin typeface="Arial"/>
                <a:ea typeface="Arial"/>
                <a:cs typeface="Arial"/>
              </a:defRPr>
            </a:lvl8pPr>
            <a:lvl9pPr algn="l">
              <a:defRPr sz="2175" b="0">
                <a:solidFill>
                  <a:srgbClr val="112B3A"/>
                </a:solidFill>
                <a:latin typeface="Arial"/>
                <a:ea typeface="Arial"/>
                <a:cs typeface="Arial"/>
              </a:defRPr>
            </a:lvl9pPr>
          </a:lstStyle>
          <a:p xmlns:a="http://schemas.openxmlformats.org/drawingml/2006/main">
            <a:pPr algn="l">
              <a:defRPr sz="2175" b="0">
                <a:solidFill>
                  <a:srgbClr val="112B3A"/>
                </a:solidFill>
                <a:latin typeface="Arial"/>
                <a:ea typeface="Arial"/>
                <a:cs typeface="Arial"/>
              </a:defRPr>
            </a:pPr>
            <a:r>
              <a:rPr sz="2175" b="0">
                <a:solidFill>
                  <a:srgbClr val="112B3A"/>
                </a:solidFill>
                <a:latin typeface="Arial"/>
                <a:ea typeface="Arial"/>
                <a:cs typeface="Arial"/>
              </a:rPr>
              <a:t>Debug attach subresource</a:t>
            </a:r>
          </a:p>
        </p:txBody>
      </p:sp>
      <p:sp>
        <p:nvSpPr>
          <p:cNvPr id="10" name="Test the subresource and approve a forensic i">
            <a:extLst xmlns:a="http://schemas.openxmlformats.org/drawingml/2006/main">
              <a:ext uri="{FF2B5EF4-FFF2-40B4-BE49-F238E27FC236}">
                <a16:creationId xmlns:a16="http://schemas.microsoft.com/office/drawing/2014/main" id="{B642DE5F-66C8-473B-BE3C-B8D905EDFDFD}"/>
              </a:ext>
            </a:extLst>
          </p:cNvPr>
          <p:cNvSpPr>
            <a:spLocks xmlns:a="http://schemas.openxmlformats.org/drawingml/2006/main" noGrp="1"/>
          </p:cNvSpPr>
          <p:nvPr/>
        </p:nvSpPr>
        <p:spPr>
          <a:xfrm xmlns:a="http://schemas.openxmlformats.org/drawingml/2006/main">
            <a:off x="714375" y="5076825"/>
            <a:ext cx="10572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550" b="1">
                <a:solidFill>
                  <a:srgbClr val="112B3A"/>
                </a:solidFill>
                <a:latin typeface="Arial"/>
                <a:ea typeface="Arial"/>
                <a:cs typeface="Arial"/>
              </a:defRPr>
            </a:defPPr>
            <a:lvl1pPr algn="l">
              <a:defRPr sz="2550" b="1">
                <a:solidFill>
                  <a:srgbClr val="112B3A"/>
                </a:solidFill>
                <a:latin typeface="Arial"/>
                <a:ea typeface="Arial"/>
                <a:cs typeface="Arial"/>
              </a:defRPr>
            </a:lvl1pPr>
            <a:lvl2pPr algn="l">
              <a:defRPr sz="2550" b="1">
                <a:solidFill>
                  <a:srgbClr val="112B3A"/>
                </a:solidFill>
                <a:latin typeface="Arial"/>
                <a:ea typeface="Arial"/>
                <a:cs typeface="Arial"/>
              </a:defRPr>
            </a:lvl2pPr>
            <a:lvl3pPr algn="l">
              <a:defRPr sz="2550" b="1">
                <a:solidFill>
                  <a:srgbClr val="112B3A"/>
                </a:solidFill>
                <a:latin typeface="Arial"/>
                <a:ea typeface="Arial"/>
                <a:cs typeface="Arial"/>
              </a:defRPr>
            </a:lvl3pPr>
            <a:lvl4pPr algn="l">
              <a:defRPr sz="2550" b="1">
                <a:solidFill>
                  <a:srgbClr val="112B3A"/>
                </a:solidFill>
                <a:latin typeface="Arial"/>
                <a:ea typeface="Arial"/>
                <a:cs typeface="Arial"/>
              </a:defRPr>
            </a:lvl4pPr>
            <a:lvl5pPr algn="l">
              <a:defRPr sz="2550" b="1">
                <a:solidFill>
                  <a:srgbClr val="112B3A"/>
                </a:solidFill>
                <a:latin typeface="Arial"/>
                <a:ea typeface="Arial"/>
                <a:cs typeface="Arial"/>
              </a:defRPr>
            </a:lvl5pPr>
            <a:lvl6pPr algn="l">
              <a:defRPr sz="2550" b="1">
                <a:solidFill>
                  <a:srgbClr val="112B3A"/>
                </a:solidFill>
                <a:latin typeface="Arial"/>
                <a:ea typeface="Arial"/>
                <a:cs typeface="Arial"/>
              </a:defRPr>
            </a:lvl6pPr>
            <a:lvl7pPr algn="l">
              <a:defRPr sz="2550" b="1">
                <a:solidFill>
                  <a:srgbClr val="112B3A"/>
                </a:solidFill>
                <a:latin typeface="Arial"/>
                <a:ea typeface="Arial"/>
                <a:cs typeface="Arial"/>
              </a:defRPr>
            </a:lvl7pPr>
            <a:lvl8pPr algn="l">
              <a:defRPr sz="2550" b="1">
                <a:solidFill>
                  <a:srgbClr val="112B3A"/>
                </a:solidFill>
                <a:latin typeface="Arial"/>
                <a:ea typeface="Arial"/>
                <a:cs typeface="Arial"/>
              </a:defRPr>
            </a:lvl8pPr>
            <a:lvl9pPr algn="l">
              <a:defRPr sz="2550" b="1">
                <a:solidFill>
                  <a:srgbClr val="112B3A"/>
                </a:solidFill>
                <a:latin typeface="Arial"/>
                <a:ea typeface="Arial"/>
                <a:cs typeface="Arial"/>
              </a:defRPr>
            </a:lvl9pPr>
          </a:lstStyle>
          <a:p xmlns:a="http://schemas.openxmlformats.org/drawingml/2006/main">
            <a:pPr algn="l">
              <a:defRPr sz="2550" b="1">
                <a:solidFill>
                  <a:srgbClr val="112B3A"/>
                </a:solidFill>
                <a:latin typeface="Arial"/>
                <a:ea typeface="Arial"/>
                <a:cs typeface="Arial"/>
              </a:defRPr>
            </a:pPr>
            <a:r>
              <a:rPr sz="2550" b="1">
                <a:solidFill>
                  <a:srgbClr val="112B3A"/>
                </a:solidFill>
                <a:latin typeface="Arial"/>
                <a:ea typeface="Arial"/>
                <a:cs typeface="Arial"/>
              </a:rPr>
              <a:t>Test the subresource and approve a forensic image</a:t>
            </a:r>
          </a:p>
        </p:txBody>
      </p:sp>
    </p:spTree>
    <p:extLst>
      <p:ext uri="{BB962C8B-B14F-4D97-AF65-F5344CB8AC3E}">
        <p14:creationId xmlns:p14="http://schemas.microsoft.com/office/powerpoint/2010/main" val="359260167"/>
      </p:ext>
    </p:extLst>
  </p:cSld>
</p:sld>
</file>

<file path=ppt/slides/slide25.xml><?xml version="1.0" encoding="utf-8"?>
<p:sld xmlns:p="http://schemas.openxmlformats.org/presentationml/2006/main">
  <p:cSld>
    <p:bg>
      <p:bgPr>
        <a:solidFill xmlns:a="http://schemas.openxmlformats.org/drawingml/2006/main">
          <a:srgbClr val="081A29"/>
        </a:solidFill>
      </p:bgPr>
    </p:bg>
    <p:spTree>
      <p:nvGrpSpPr>
        <p:cNvPr id="1" name=""/>
        <p:cNvGrpSpPr/>
        <p:nvPr/>
      </p:nvGrpSpPr>
      <p:grpSpPr>
        <a:xfrm xmlns:a="http://schemas.openxmlformats.org/drawingml/2006/main"/>
      </p:grpSpPr>
      <p:sp>
        <p:nvSpPr>
          <p:cNvPr id="14" name="slide-25-title">
            <a:extLst xmlns:a="http://schemas.openxmlformats.org/drawingml/2006/main">
              <a:ext uri="{FF2B5EF4-FFF2-40B4-BE49-F238E27FC236}">
                <a16:creationId xmlns:a16="http://schemas.microsoft.com/office/drawing/2014/main" id="{9B1F0224-D2B6-4479-8B8E-849AE7A1F9ED}"/>
              </a:ext>
            </a:extLst>
          </p:cNvPr>
          <p:cNvSpPr>
            <a:spLocks xmlns:a="http://schemas.openxmlformats.org/drawingml/2006/main" noGrp="1"/>
          </p:cNvSpPr>
          <p:nvPr/>
        </p:nvSpPr>
        <p:spPr>
          <a:xfrm xmlns:a="http://schemas.openxmlformats.org/drawingml/2006/main">
            <a:off x="609600" y="476250"/>
            <a:ext cx="10858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FFFFFF"/>
                </a:solidFill>
                <a:latin typeface="Arial"/>
                <a:ea typeface="Arial"/>
                <a:cs typeface="Arial"/>
              </a:defRPr>
            </a:defPPr>
            <a:lvl1pPr algn="l">
              <a:defRPr sz="3150" b="1">
                <a:solidFill>
                  <a:srgbClr val="FFFFFF"/>
                </a:solidFill>
                <a:latin typeface="Arial"/>
                <a:ea typeface="Arial"/>
                <a:cs typeface="Arial"/>
              </a:defRPr>
            </a:lvl1pPr>
            <a:lvl2pPr algn="l">
              <a:defRPr sz="3150" b="1">
                <a:solidFill>
                  <a:srgbClr val="FFFFFF"/>
                </a:solidFill>
                <a:latin typeface="Arial"/>
                <a:ea typeface="Arial"/>
                <a:cs typeface="Arial"/>
              </a:defRPr>
            </a:lvl2pPr>
            <a:lvl3pPr algn="l">
              <a:defRPr sz="3150" b="1">
                <a:solidFill>
                  <a:srgbClr val="FFFFFF"/>
                </a:solidFill>
                <a:latin typeface="Arial"/>
                <a:ea typeface="Arial"/>
                <a:cs typeface="Arial"/>
              </a:defRPr>
            </a:lvl3pPr>
            <a:lvl4pPr algn="l">
              <a:defRPr sz="3150" b="1">
                <a:solidFill>
                  <a:srgbClr val="FFFFFF"/>
                </a:solidFill>
                <a:latin typeface="Arial"/>
                <a:ea typeface="Arial"/>
                <a:cs typeface="Arial"/>
              </a:defRPr>
            </a:lvl4pPr>
            <a:lvl5pPr algn="l">
              <a:defRPr sz="3150" b="1">
                <a:solidFill>
                  <a:srgbClr val="FFFFFF"/>
                </a:solidFill>
                <a:latin typeface="Arial"/>
                <a:ea typeface="Arial"/>
                <a:cs typeface="Arial"/>
              </a:defRPr>
            </a:lvl5pPr>
            <a:lvl6pPr algn="l">
              <a:defRPr sz="3150" b="1">
                <a:solidFill>
                  <a:srgbClr val="FFFFFF"/>
                </a:solidFill>
                <a:latin typeface="Arial"/>
                <a:ea typeface="Arial"/>
                <a:cs typeface="Arial"/>
              </a:defRPr>
            </a:lvl6pPr>
            <a:lvl7pPr algn="l">
              <a:defRPr sz="3150" b="1">
                <a:solidFill>
                  <a:srgbClr val="FFFFFF"/>
                </a:solidFill>
                <a:latin typeface="Arial"/>
                <a:ea typeface="Arial"/>
                <a:cs typeface="Arial"/>
              </a:defRPr>
            </a:lvl7pPr>
            <a:lvl8pPr algn="l">
              <a:defRPr sz="3150" b="1">
                <a:solidFill>
                  <a:srgbClr val="FFFFFF"/>
                </a:solidFill>
                <a:latin typeface="Arial"/>
                <a:ea typeface="Arial"/>
                <a:cs typeface="Arial"/>
              </a:defRPr>
            </a:lvl8pPr>
            <a:lvl9pPr algn="l">
              <a:defRPr sz="3150" b="1">
                <a:solidFill>
                  <a:srgbClr val="FFFFFF"/>
                </a:solidFill>
                <a:latin typeface="Arial"/>
                <a:ea typeface="Arial"/>
                <a:cs typeface="Arial"/>
              </a:defRPr>
            </a:lvl9pPr>
          </a:lstStyle>
          <a:p xmlns:a="http://schemas.openxmlformats.org/drawingml/2006/main">
            <a:pPr algn="l">
              <a:defRPr sz="3150" b="1">
                <a:solidFill>
                  <a:srgbClr val="FFFFFF"/>
                </a:solidFill>
                <a:latin typeface="Arial"/>
                <a:ea typeface="Arial"/>
                <a:cs typeface="Arial"/>
              </a:defRPr>
            </a:pPr>
            <a:r>
              <a:rPr sz="3150" b="1">
                <a:solidFill>
                  <a:srgbClr val="FFFFFF"/>
                </a:solidFill>
                <a:latin typeface="Arial"/>
                <a:ea typeface="Arial"/>
                <a:cs typeface="Arial"/>
              </a:rPr>
              <a:t>Protecting the policy engine</a:t>
            </a:r>
          </a:p>
        </p:txBody>
      </p:sp>
      <p:sp>
        <p:nvSpPr>
          <p:cNvPr id="2" name="Recorded k3s gap and native Q1 guard">
            <a:extLst xmlns:a="http://schemas.openxmlformats.org/drawingml/2006/main">
              <a:ext uri="{FF2B5EF4-FFF2-40B4-BE49-F238E27FC236}">
                <a16:creationId xmlns:a16="http://schemas.microsoft.com/office/drawing/2014/main" id="{B3084ABB-AF72-4E91-BB04-B91A0AD512EF}"/>
              </a:ext>
            </a:extLst>
          </p:cNvPr>
          <p:cNvSpPr>
            <a:spLocks xmlns:a="http://schemas.openxmlformats.org/drawingml/2006/main" noGrp="1"/>
          </p:cNvSpPr>
          <p:nvPr/>
        </p:nvSpPr>
        <p:spPr>
          <a:xfrm xmlns:a="http://schemas.openxmlformats.org/drawingml/2006/main">
            <a:off x="647700" y="1257300"/>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a:solidFill>
                  <a:srgbClr val="37D5BE"/>
                </a:solidFill>
                <a:latin typeface="Arial"/>
                <a:ea typeface="Arial"/>
                <a:cs typeface="Arial"/>
              </a:defRPr>
            </a:defPPr>
            <a:lvl1pPr algn="l">
              <a:defRPr sz="1500" b="0">
                <a:solidFill>
                  <a:srgbClr val="37D5BE"/>
                </a:solidFill>
                <a:latin typeface="Arial"/>
                <a:ea typeface="Arial"/>
                <a:cs typeface="Arial"/>
              </a:defRPr>
            </a:lvl1pPr>
            <a:lvl2pPr algn="l">
              <a:defRPr sz="1500" b="0">
                <a:solidFill>
                  <a:srgbClr val="37D5BE"/>
                </a:solidFill>
                <a:latin typeface="Arial"/>
                <a:ea typeface="Arial"/>
                <a:cs typeface="Arial"/>
              </a:defRPr>
            </a:lvl2pPr>
            <a:lvl3pPr algn="l">
              <a:defRPr sz="1500" b="0">
                <a:solidFill>
                  <a:srgbClr val="37D5BE"/>
                </a:solidFill>
                <a:latin typeface="Arial"/>
                <a:ea typeface="Arial"/>
                <a:cs typeface="Arial"/>
              </a:defRPr>
            </a:lvl3pPr>
            <a:lvl4pPr algn="l">
              <a:defRPr sz="1500" b="0">
                <a:solidFill>
                  <a:srgbClr val="37D5BE"/>
                </a:solidFill>
                <a:latin typeface="Arial"/>
                <a:ea typeface="Arial"/>
                <a:cs typeface="Arial"/>
              </a:defRPr>
            </a:lvl4pPr>
            <a:lvl5pPr algn="l">
              <a:defRPr sz="1500" b="0">
                <a:solidFill>
                  <a:srgbClr val="37D5BE"/>
                </a:solidFill>
                <a:latin typeface="Arial"/>
                <a:ea typeface="Arial"/>
                <a:cs typeface="Arial"/>
              </a:defRPr>
            </a:lvl5pPr>
            <a:lvl6pPr algn="l">
              <a:defRPr sz="1500" b="0">
                <a:solidFill>
                  <a:srgbClr val="37D5BE"/>
                </a:solidFill>
                <a:latin typeface="Arial"/>
                <a:ea typeface="Arial"/>
                <a:cs typeface="Arial"/>
              </a:defRPr>
            </a:lvl6pPr>
            <a:lvl7pPr algn="l">
              <a:defRPr sz="1500" b="0">
                <a:solidFill>
                  <a:srgbClr val="37D5BE"/>
                </a:solidFill>
                <a:latin typeface="Arial"/>
                <a:ea typeface="Arial"/>
                <a:cs typeface="Arial"/>
              </a:defRPr>
            </a:lvl7pPr>
            <a:lvl8pPr algn="l">
              <a:defRPr sz="1500" b="0">
                <a:solidFill>
                  <a:srgbClr val="37D5BE"/>
                </a:solidFill>
                <a:latin typeface="Arial"/>
                <a:ea typeface="Arial"/>
                <a:cs typeface="Arial"/>
              </a:defRPr>
            </a:lvl8pPr>
            <a:lvl9pPr algn="l">
              <a:defRPr sz="1500" b="0">
                <a:solidFill>
                  <a:srgbClr val="37D5BE"/>
                </a:solidFill>
                <a:latin typeface="Arial"/>
                <a:ea typeface="Arial"/>
                <a:cs typeface="Arial"/>
              </a:defRPr>
            </a:lvl9pPr>
          </a:lstStyle>
          <a:p xmlns:a="http://schemas.openxmlformats.org/drawingml/2006/main">
            <a:pPr algn="l">
              <a:defRPr sz="1500" b="0">
                <a:solidFill>
                  <a:srgbClr val="37D5BE"/>
                </a:solidFill>
                <a:latin typeface="Arial"/>
                <a:ea typeface="Arial"/>
                <a:cs typeface="Arial"/>
              </a:defRPr>
            </a:pPr>
            <a:r>
              <a:rPr sz="1500" b="0">
                <a:solidFill>
                  <a:srgbClr val="37D5BE"/>
                </a:solidFill>
                <a:latin typeface="Arial"/>
                <a:ea typeface="Arial"/>
                <a:cs typeface="Arial"/>
              </a:rPr>
              <a:t>Recorded k3s gap and native Q1 guard</a:t>
            </a:r>
          </a:p>
        </p:txBody>
      </p:sp>
      <p:sp>
        <p:nvSpPr>
          <p:cNvPr id="3" name="25">
            <a:extLst xmlns:a="http://schemas.openxmlformats.org/drawingml/2006/main">
              <a:ext uri="{FF2B5EF4-FFF2-40B4-BE49-F238E27FC236}">
                <a16:creationId xmlns:a16="http://schemas.microsoft.com/office/drawing/2014/main" id="{3374027A-010D-420F-80C8-B8489C0D3B8A}"/>
              </a:ext>
            </a:extLst>
          </p:cNvPr>
          <p:cNvSpPr>
            <a:spLocks xmlns:a="http://schemas.openxmlformats.org/drawingml/2006/main" noGrp="1"/>
          </p:cNvSpPr>
          <p:nvPr/>
        </p:nvSpPr>
        <p:spPr>
          <a:xfrm xmlns:a="http://schemas.openxmlformats.org/drawingml/2006/main">
            <a:off x="11172825" y="641032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0">
                <a:solidFill>
                  <a:srgbClr val="A8C1CA"/>
                </a:solidFill>
                <a:latin typeface="Arial"/>
                <a:ea typeface="Arial"/>
                <a:cs typeface="Arial"/>
              </a:defRPr>
            </a:defPPr>
            <a:lvl1pPr algn="r">
              <a:defRPr sz="975" b="0">
                <a:solidFill>
                  <a:srgbClr val="A8C1CA"/>
                </a:solidFill>
                <a:latin typeface="Arial"/>
                <a:ea typeface="Arial"/>
                <a:cs typeface="Arial"/>
              </a:defRPr>
            </a:lvl1pPr>
            <a:lvl2pPr algn="r">
              <a:defRPr sz="975" b="0">
                <a:solidFill>
                  <a:srgbClr val="A8C1CA"/>
                </a:solidFill>
                <a:latin typeface="Arial"/>
                <a:ea typeface="Arial"/>
                <a:cs typeface="Arial"/>
              </a:defRPr>
            </a:lvl2pPr>
            <a:lvl3pPr algn="r">
              <a:defRPr sz="975" b="0">
                <a:solidFill>
                  <a:srgbClr val="A8C1CA"/>
                </a:solidFill>
                <a:latin typeface="Arial"/>
                <a:ea typeface="Arial"/>
                <a:cs typeface="Arial"/>
              </a:defRPr>
            </a:lvl3pPr>
            <a:lvl4pPr algn="r">
              <a:defRPr sz="975" b="0">
                <a:solidFill>
                  <a:srgbClr val="A8C1CA"/>
                </a:solidFill>
                <a:latin typeface="Arial"/>
                <a:ea typeface="Arial"/>
                <a:cs typeface="Arial"/>
              </a:defRPr>
            </a:lvl4pPr>
            <a:lvl5pPr algn="r">
              <a:defRPr sz="975" b="0">
                <a:solidFill>
                  <a:srgbClr val="A8C1CA"/>
                </a:solidFill>
                <a:latin typeface="Arial"/>
                <a:ea typeface="Arial"/>
                <a:cs typeface="Arial"/>
              </a:defRPr>
            </a:lvl5pPr>
            <a:lvl6pPr algn="r">
              <a:defRPr sz="975" b="0">
                <a:solidFill>
                  <a:srgbClr val="A8C1CA"/>
                </a:solidFill>
                <a:latin typeface="Arial"/>
                <a:ea typeface="Arial"/>
                <a:cs typeface="Arial"/>
              </a:defRPr>
            </a:lvl6pPr>
            <a:lvl7pPr algn="r">
              <a:defRPr sz="975" b="0">
                <a:solidFill>
                  <a:srgbClr val="A8C1CA"/>
                </a:solidFill>
                <a:latin typeface="Arial"/>
                <a:ea typeface="Arial"/>
                <a:cs typeface="Arial"/>
              </a:defRPr>
            </a:lvl7pPr>
            <a:lvl8pPr algn="r">
              <a:defRPr sz="975" b="0">
                <a:solidFill>
                  <a:srgbClr val="A8C1CA"/>
                </a:solidFill>
                <a:latin typeface="Arial"/>
                <a:ea typeface="Arial"/>
                <a:cs typeface="Arial"/>
              </a:defRPr>
            </a:lvl8pPr>
            <a:lvl9pPr algn="r">
              <a:defRPr sz="975" b="0">
                <a:solidFill>
                  <a:srgbClr val="A8C1CA"/>
                </a:solidFill>
                <a:latin typeface="Arial"/>
                <a:ea typeface="Arial"/>
                <a:cs typeface="Arial"/>
              </a:defRPr>
            </a:lvl9pPr>
          </a:lstStyle>
          <a:p xmlns:a="http://schemas.openxmlformats.org/drawingml/2006/main">
            <a:pPr algn="r">
              <a:defRPr sz="975" b="0">
                <a:solidFill>
                  <a:srgbClr val="A8C1CA"/>
                </a:solidFill>
                <a:latin typeface="Arial"/>
                <a:ea typeface="Arial"/>
                <a:cs typeface="Arial"/>
              </a:defRPr>
            </a:pPr>
            <a:r>
              <a:rPr sz="975" b="0">
                <a:solidFill>
                  <a:srgbClr val="A8C1CA"/>
                </a:solidFill>
                <a:latin typeface="Arial"/>
                <a:ea typeface="Arial"/>
                <a:cs typeface="Arial"/>
              </a:rPr>
              <a:t>25</a:t>
            </a:r>
          </a:p>
        </p:txBody>
      </p:sp>
      <p:sp>
        <p:nvSpPr>
          <p:cNvPr id="4" name="editable-diagram-node">
            <a:extLst xmlns:a="http://schemas.openxmlformats.org/drawingml/2006/main">
              <a:ext uri="{FF2B5EF4-FFF2-40B4-BE49-F238E27FC236}">
                <a16:creationId xmlns:a16="http://schemas.microsoft.com/office/drawing/2014/main" id="{0888EE35-7C4D-4FE9-BA2B-E606E22D43CC}"/>
              </a:ext>
            </a:extLst>
          </p:cNvPr>
          <p:cNvSpPr>
            <a:spLocks xmlns:a="http://schemas.openxmlformats.org/drawingml/2006/main" noGrp="1"/>
          </p:cNvSpPr>
          <p:nvPr/>
        </p:nvSpPr>
        <p:spPr>
          <a:xfrm xmlns:a="http://schemas.openxmlformats.org/drawingml/2006/main">
            <a:off x="714375" y="2276475"/>
            <a:ext cx="2628900" cy="857250"/>
          </a:xfrm>
          <a:prstGeom xmlns:a="http://schemas.openxmlformats.org/drawingml/2006/main" prst="rect">
            <a:avLst/>
          </a:prstGeom>
          <a:solidFill xmlns:a="http://schemas.openxmlformats.org/drawingml/2006/main">
            <a:srgbClr val="123148"/>
          </a:solidFill>
          <a:ln xmlns:a="http://schemas.openxmlformats.org/drawingml/2006/main" w="19050">
            <a:solidFill>
              <a:srgbClr val="F7785D"/>
            </a:solidFill>
            <a:prstDash val="solid"/>
          </a:ln>
        </p:spPr>
      </p:sp>
      <p:sp>
        <p:nvSpPr>
          <p:cNvPr id="5" name="Ops identity">
            <a:extLst xmlns:a="http://schemas.openxmlformats.org/drawingml/2006/main">
              <a:ext uri="{FF2B5EF4-FFF2-40B4-BE49-F238E27FC236}">
                <a16:creationId xmlns:a16="http://schemas.microsoft.com/office/drawing/2014/main" id="{6DA5933F-0B42-43B2-AE83-B536913F6065}"/>
              </a:ext>
            </a:extLst>
          </p:cNvPr>
          <p:cNvSpPr>
            <a:spLocks xmlns:a="http://schemas.openxmlformats.org/drawingml/2006/main" noGrp="1"/>
          </p:cNvSpPr>
          <p:nvPr/>
        </p:nvSpPr>
        <p:spPr>
          <a:xfrm xmlns:a="http://schemas.openxmlformats.org/drawingml/2006/main">
            <a:off x="828675" y="2438400"/>
            <a:ext cx="24003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Ops identity</a:t>
            </a:r>
          </a:p>
        </p:txBody>
      </p:sp>
      <p:sp>
        <p:nvSpPr>
          <p:cNvPr id="6" name="→">
            <a:extLst xmlns:a="http://schemas.openxmlformats.org/drawingml/2006/main">
              <a:ext uri="{FF2B5EF4-FFF2-40B4-BE49-F238E27FC236}">
                <a16:creationId xmlns:a16="http://schemas.microsoft.com/office/drawing/2014/main" id="{17F88E62-C8AF-40EC-8089-EDABF0EADEC4}"/>
              </a:ext>
            </a:extLst>
          </p:cNvPr>
          <p:cNvSpPr>
            <a:spLocks xmlns:a="http://schemas.openxmlformats.org/drawingml/2006/main" noGrp="1"/>
          </p:cNvSpPr>
          <p:nvPr/>
        </p:nvSpPr>
        <p:spPr>
          <a:xfrm xmlns:a="http://schemas.openxmlformats.org/drawingml/2006/main">
            <a:off x="3495675" y="2438400"/>
            <a:ext cx="781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850" b="1">
                <a:solidFill>
                  <a:srgbClr val="F7785D"/>
                </a:solidFill>
                <a:latin typeface="Arial"/>
                <a:ea typeface="Arial"/>
                <a:cs typeface="Arial"/>
              </a:defRPr>
            </a:defPPr>
            <a:lvl1pPr algn="ctr">
              <a:defRPr sz="2850" b="1">
                <a:solidFill>
                  <a:srgbClr val="F7785D"/>
                </a:solidFill>
                <a:latin typeface="Arial"/>
                <a:ea typeface="Arial"/>
                <a:cs typeface="Arial"/>
              </a:defRPr>
            </a:lvl1pPr>
            <a:lvl2pPr algn="ctr">
              <a:defRPr sz="2850" b="1">
                <a:solidFill>
                  <a:srgbClr val="F7785D"/>
                </a:solidFill>
                <a:latin typeface="Arial"/>
                <a:ea typeface="Arial"/>
                <a:cs typeface="Arial"/>
              </a:defRPr>
            </a:lvl2pPr>
            <a:lvl3pPr algn="ctr">
              <a:defRPr sz="2850" b="1">
                <a:solidFill>
                  <a:srgbClr val="F7785D"/>
                </a:solidFill>
                <a:latin typeface="Arial"/>
                <a:ea typeface="Arial"/>
                <a:cs typeface="Arial"/>
              </a:defRPr>
            </a:lvl3pPr>
            <a:lvl4pPr algn="ctr">
              <a:defRPr sz="2850" b="1">
                <a:solidFill>
                  <a:srgbClr val="F7785D"/>
                </a:solidFill>
                <a:latin typeface="Arial"/>
                <a:ea typeface="Arial"/>
                <a:cs typeface="Arial"/>
              </a:defRPr>
            </a:lvl4pPr>
            <a:lvl5pPr algn="ctr">
              <a:defRPr sz="2850" b="1">
                <a:solidFill>
                  <a:srgbClr val="F7785D"/>
                </a:solidFill>
                <a:latin typeface="Arial"/>
                <a:ea typeface="Arial"/>
                <a:cs typeface="Arial"/>
              </a:defRPr>
            </a:lvl5pPr>
            <a:lvl6pPr algn="ctr">
              <a:defRPr sz="2850" b="1">
                <a:solidFill>
                  <a:srgbClr val="F7785D"/>
                </a:solidFill>
                <a:latin typeface="Arial"/>
                <a:ea typeface="Arial"/>
                <a:cs typeface="Arial"/>
              </a:defRPr>
            </a:lvl6pPr>
            <a:lvl7pPr algn="ctr">
              <a:defRPr sz="2850" b="1">
                <a:solidFill>
                  <a:srgbClr val="F7785D"/>
                </a:solidFill>
                <a:latin typeface="Arial"/>
                <a:ea typeface="Arial"/>
                <a:cs typeface="Arial"/>
              </a:defRPr>
            </a:lvl7pPr>
            <a:lvl8pPr algn="ctr">
              <a:defRPr sz="2850" b="1">
                <a:solidFill>
                  <a:srgbClr val="F7785D"/>
                </a:solidFill>
                <a:latin typeface="Arial"/>
                <a:ea typeface="Arial"/>
                <a:cs typeface="Arial"/>
              </a:defRPr>
            </a:lvl8pPr>
            <a:lvl9pPr algn="ctr">
              <a:defRPr sz="2850" b="1">
                <a:solidFill>
                  <a:srgbClr val="F7785D"/>
                </a:solidFill>
                <a:latin typeface="Arial"/>
                <a:ea typeface="Arial"/>
                <a:cs typeface="Arial"/>
              </a:defRPr>
            </a:lvl9pPr>
          </a:lstStyle>
          <a:p xmlns:a="http://schemas.openxmlformats.org/drawingml/2006/main">
            <a:pPr algn="ctr">
              <a:defRPr sz="2850" b="1">
                <a:solidFill>
                  <a:srgbClr val="F7785D"/>
                </a:solidFill>
                <a:latin typeface="Arial"/>
                <a:ea typeface="Arial"/>
                <a:cs typeface="Arial"/>
              </a:defRPr>
            </a:pPr>
            <a:r>
              <a:rPr sz="2850" b="1">
                <a:solidFill>
                  <a:srgbClr val="F7785D"/>
                </a:solidFill>
                <a:latin typeface="Arial"/>
                <a:ea typeface="Arial"/>
                <a:cs typeface="Arial"/>
              </a:rPr>
              <a:t>→</a:t>
            </a:r>
          </a:p>
        </p:txBody>
      </p:sp>
      <p:sp>
        <p:nvSpPr>
          <p:cNvPr id="7" name="editable-diagram-node">
            <a:extLst xmlns:a="http://schemas.openxmlformats.org/drawingml/2006/main">
              <a:ext uri="{FF2B5EF4-FFF2-40B4-BE49-F238E27FC236}">
                <a16:creationId xmlns:a16="http://schemas.microsoft.com/office/drawing/2014/main" id="{9EF938E0-E867-45C5-8C22-7B49CFF9105C}"/>
              </a:ext>
            </a:extLst>
          </p:cNvPr>
          <p:cNvSpPr>
            <a:spLocks xmlns:a="http://schemas.openxmlformats.org/drawingml/2006/main" noGrp="1"/>
          </p:cNvSpPr>
          <p:nvPr/>
        </p:nvSpPr>
        <p:spPr>
          <a:xfrm xmlns:a="http://schemas.openxmlformats.org/drawingml/2006/main">
            <a:off x="4476750" y="2276475"/>
            <a:ext cx="3076575" cy="1095375"/>
          </a:xfrm>
          <a:prstGeom xmlns:a="http://schemas.openxmlformats.org/drawingml/2006/main" prst="rect">
            <a:avLst/>
          </a:prstGeom>
          <a:solidFill xmlns:a="http://schemas.openxmlformats.org/drawingml/2006/main">
            <a:srgbClr val="123148"/>
          </a:solidFill>
          <a:ln xmlns:a="http://schemas.openxmlformats.org/drawingml/2006/main" w="19050">
            <a:solidFill>
              <a:srgbClr val="F7785D"/>
            </a:solidFill>
            <a:prstDash val="solid"/>
          </a:ln>
        </p:spPr>
      </p:sp>
      <p:sp>
        <p:nvSpPr>
          <p:cNvPr id="8" name="Kyverno&#10;scaled to zero">
            <a:extLst xmlns:a="http://schemas.openxmlformats.org/drawingml/2006/main">
              <a:ext uri="{FF2B5EF4-FFF2-40B4-BE49-F238E27FC236}">
                <a16:creationId xmlns:a16="http://schemas.microsoft.com/office/drawing/2014/main" id="{56E987B2-B390-4B17-A15D-C64B0715E74D}"/>
              </a:ext>
            </a:extLst>
          </p:cNvPr>
          <p:cNvSpPr>
            <a:spLocks xmlns:a="http://schemas.openxmlformats.org/drawingml/2006/main" noGrp="1"/>
          </p:cNvSpPr>
          <p:nvPr/>
        </p:nvSpPr>
        <p:spPr>
          <a:xfrm xmlns:a="http://schemas.openxmlformats.org/drawingml/2006/main">
            <a:off x="4591050" y="2438400"/>
            <a:ext cx="2847975"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Kyverno</a:t>
            </a:r>
          </a:p>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scaled to zero</a:t>
            </a:r>
          </a:p>
        </p:txBody>
      </p:sp>
      <p:sp>
        <p:nvSpPr>
          <p:cNvPr id="9" name="→">
            <a:extLst xmlns:a="http://schemas.openxmlformats.org/drawingml/2006/main">
              <a:ext uri="{FF2B5EF4-FFF2-40B4-BE49-F238E27FC236}">
                <a16:creationId xmlns:a16="http://schemas.microsoft.com/office/drawing/2014/main" id="{6A59A9FF-A504-480D-BAD0-BBC2E8CD439A}"/>
              </a:ext>
            </a:extLst>
          </p:cNvPr>
          <p:cNvSpPr>
            <a:spLocks xmlns:a="http://schemas.openxmlformats.org/drawingml/2006/main" noGrp="1"/>
          </p:cNvSpPr>
          <p:nvPr/>
        </p:nvSpPr>
        <p:spPr>
          <a:xfrm xmlns:a="http://schemas.openxmlformats.org/drawingml/2006/main">
            <a:off x="7715250" y="2438400"/>
            <a:ext cx="781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850" b="1">
                <a:solidFill>
                  <a:srgbClr val="F7785D"/>
                </a:solidFill>
                <a:latin typeface="Arial"/>
                <a:ea typeface="Arial"/>
                <a:cs typeface="Arial"/>
              </a:defRPr>
            </a:defPPr>
            <a:lvl1pPr algn="ctr">
              <a:defRPr sz="2850" b="1">
                <a:solidFill>
                  <a:srgbClr val="F7785D"/>
                </a:solidFill>
                <a:latin typeface="Arial"/>
                <a:ea typeface="Arial"/>
                <a:cs typeface="Arial"/>
              </a:defRPr>
            </a:lvl1pPr>
            <a:lvl2pPr algn="ctr">
              <a:defRPr sz="2850" b="1">
                <a:solidFill>
                  <a:srgbClr val="F7785D"/>
                </a:solidFill>
                <a:latin typeface="Arial"/>
                <a:ea typeface="Arial"/>
                <a:cs typeface="Arial"/>
              </a:defRPr>
            </a:lvl2pPr>
            <a:lvl3pPr algn="ctr">
              <a:defRPr sz="2850" b="1">
                <a:solidFill>
                  <a:srgbClr val="F7785D"/>
                </a:solidFill>
                <a:latin typeface="Arial"/>
                <a:ea typeface="Arial"/>
                <a:cs typeface="Arial"/>
              </a:defRPr>
            </a:lvl3pPr>
            <a:lvl4pPr algn="ctr">
              <a:defRPr sz="2850" b="1">
                <a:solidFill>
                  <a:srgbClr val="F7785D"/>
                </a:solidFill>
                <a:latin typeface="Arial"/>
                <a:ea typeface="Arial"/>
                <a:cs typeface="Arial"/>
              </a:defRPr>
            </a:lvl4pPr>
            <a:lvl5pPr algn="ctr">
              <a:defRPr sz="2850" b="1">
                <a:solidFill>
                  <a:srgbClr val="F7785D"/>
                </a:solidFill>
                <a:latin typeface="Arial"/>
                <a:ea typeface="Arial"/>
                <a:cs typeface="Arial"/>
              </a:defRPr>
            </a:lvl5pPr>
            <a:lvl6pPr algn="ctr">
              <a:defRPr sz="2850" b="1">
                <a:solidFill>
                  <a:srgbClr val="F7785D"/>
                </a:solidFill>
                <a:latin typeface="Arial"/>
                <a:ea typeface="Arial"/>
                <a:cs typeface="Arial"/>
              </a:defRPr>
            </a:lvl6pPr>
            <a:lvl7pPr algn="ctr">
              <a:defRPr sz="2850" b="1">
                <a:solidFill>
                  <a:srgbClr val="F7785D"/>
                </a:solidFill>
                <a:latin typeface="Arial"/>
                <a:ea typeface="Arial"/>
                <a:cs typeface="Arial"/>
              </a:defRPr>
            </a:lvl7pPr>
            <a:lvl8pPr algn="ctr">
              <a:defRPr sz="2850" b="1">
                <a:solidFill>
                  <a:srgbClr val="F7785D"/>
                </a:solidFill>
                <a:latin typeface="Arial"/>
                <a:ea typeface="Arial"/>
                <a:cs typeface="Arial"/>
              </a:defRPr>
            </a:lvl8pPr>
            <a:lvl9pPr algn="ctr">
              <a:defRPr sz="2850" b="1">
                <a:solidFill>
                  <a:srgbClr val="F7785D"/>
                </a:solidFill>
                <a:latin typeface="Arial"/>
                <a:ea typeface="Arial"/>
                <a:cs typeface="Arial"/>
              </a:defRPr>
            </a:lvl9pPr>
          </a:lstStyle>
          <a:p xmlns:a="http://schemas.openxmlformats.org/drawingml/2006/main">
            <a:pPr algn="ctr">
              <a:defRPr sz="2850" b="1">
                <a:solidFill>
                  <a:srgbClr val="F7785D"/>
                </a:solidFill>
                <a:latin typeface="Arial"/>
                <a:ea typeface="Arial"/>
                <a:cs typeface="Arial"/>
              </a:defRPr>
            </a:pPr>
            <a:r>
              <a:rPr sz="2850" b="1">
                <a:solidFill>
                  <a:srgbClr val="F7785D"/>
                </a:solidFill>
                <a:latin typeface="Arial"/>
                <a:ea typeface="Arial"/>
                <a:cs typeface="Arial"/>
              </a:rPr>
              <a:t>→</a:t>
            </a:r>
          </a:p>
        </p:txBody>
      </p:sp>
      <p:sp>
        <p:nvSpPr>
          <p:cNvPr id="10" name="editable-diagram-node">
            <a:extLst xmlns:a="http://schemas.openxmlformats.org/drawingml/2006/main">
              <a:ext uri="{FF2B5EF4-FFF2-40B4-BE49-F238E27FC236}">
                <a16:creationId xmlns:a16="http://schemas.microsoft.com/office/drawing/2014/main" id="{D6BE5174-2667-461B-ADCD-528CAA875B32}"/>
              </a:ext>
            </a:extLst>
          </p:cNvPr>
          <p:cNvSpPr>
            <a:spLocks xmlns:a="http://schemas.openxmlformats.org/drawingml/2006/main" noGrp="1"/>
          </p:cNvSpPr>
          <p:nvPr/>
        </p:nvSpPr>
        <p:spPr>
          <a:xfrm xmlns:a="http://schemas.openxmlformats.org/drawingml/2006/main">
            <a:off x="8686800" y="2276475"/>
            <a:ext cx="2771775" cy="1095375"/>
          </a:xfrm>
          <a:prstGeom xmlns:a="http://schemas.openxmlformats.org/drawingml/2006/main" prst="rect">
            <a:avLst/>
          </a:prstGeom>
          <a:solidFill xmlns:a="http://schemas.openxmlformats.org/drawingml/2006/main">
            <a:srgbClr val="123148"/>
          </a:solidFill>
          <a:ln xmlns:a="http://schemas.openxmlformats.org/drawingml/2006/main" w="19050">
            <a:solidFill>
              <a:srgbClr val="F7785D"/>
            </a:solidFill>
            <a:prstDash val="solid"/>
          </a:ln>
        </p:spPr>
      </p:sp>
      <p:sp>
        <p:nvSpPr>
          <p:cNvPr id="11" name="Webhook&#10;unavailable">
            <a:extLst xmlns:a="http://schemas.openxmlformats.org/drawingml/2006/main">
              <a:ext uri="{FF2B5EF4-FFF2-40B4-BE49-F238E27FC236}">
                <a16:creationId xmlns:a16="http://schemas.microsoft.com/office/drawing/2014/main" id="{7EC12BA9-6477-4DE1-95C4-5C243883ED6D}"/>
              </a:ext>
            </a:extLst>
          </p:cNvPr>
          <p:cNvSpPr>
            <a:spLocks xmlns:a="http://schemas.openxmlformats.org/drawingml/2006/main" noGrp="1"/>
          </p:cNvSpPr>
          <p:nvPr/>
        </p:nvSpPr>
        <p:spPr>
          <a:xfrm xmlns:a="http://schemas.openxmlformats.org/drawingml/2006/main">
            <a:off x="8801100" y="2438400"/>
            <a:ext cx="2543175"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Webhook</a:t>
            </a:r>
          </a:p>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unavailable</a:t>
            </a:r>
          </a:p>
        </p:txBody>
      </p:sp>
      <p:sp>
        <p:nvSpPr>
          <p:cNvPr id="12" name="API-server native Q1 protects matched writes">
            <a:extLst xmlns:a="http://schemas.openxmlformats.org/drawingml/2006/main">
              <a:ext uri="{FF2B5EF4-FFF2-40B4-BE49-F238E27FC236}">
                <a16:creationId xmlns:a16="http://schemas.microsoft.com/office/drawing/2014/main" id="{9D2A2424-5D2E-4BB4-A360-CFD1041DD631}"/>
              </a:ext>
            </a:extLst>
          </p:cNvPr>
          <p:cNvSpPr>
            <a:spLocks xmlns:a="http://schemas.openxmlformats.org/drawingml/2006/main" noGrp="1"/>
          </p:cNvSpPr>
          <p:nvPr/>
        </p:nvSpPr>
        <p:spPr>
          <a:xfrm xmlns:a="http://schemas.openxmlformats.org/drawingml/2006/main">
            <a:off x="723900" y="4171950"/>
            <a:ext cx="1047750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700" b="1">
                <a:solidFill>
                  <a:srgbClr val="37D5BE"/>
                </a:solidFill>
                <a:latin typeface="Arial"/>
                <a:ea typeface="Arial"/>
                <a:cs typeface="Arial"/>
              </a:defRPr>
            </a:defPPr>
            <a:lvl1pPr algn="l">
              <a:defRPr sz="2700" b="1">
                <a:solidFill>
                  <a:srgbClr val="37D5BE"/>
                </a:solidFill>
                <a:latin typeface="Arial"/>
                <a:ea typeface="Arial"/>
                <a:cs typeface="Arial"/>
              </a:defRPr>
            </a:lvl1pPr>
            <a:lvl2pPr algn="l">
              <a:defRPr sz="2700" b="1">
                <a:solidFill>
                  <a:srgbClr val="37D5BE"/>
                </a:solidFill>
                <a:latin typeface="Arial"/>
                <a:ea typeface="Arial"/>
                <a:cs typeface="Arial"/>
              </a:defRPr>
            </a:lvl2pPr>
            <a:lvl3pPr algn="l">
              <a:defRPr sz="2700" b="1">
                <a:solidFill>
                  <a:srgbClr val="37D5BE"/>
                </a:solidFill>
                <a:latin typeface="Arial"/>
                <a:ea typeface="Arial"/>
                <a:cs typeface="Arial"/>
              </a:defRPr>
            </a:lvl3pPr>
            <a:lvl4pPr algn="l">
              <a:defRPr sz="2700" b="1">
                <a:solidFill>
                  <a:srgbClr val="37D5BE"/>
                </a:solidFill>
                <a:latin typeface="Arial"/>
                <a:ea typeface="Arial"/>
                <a:cs typeface="Arial"/>
              </a:defRPr>
            </a:lvl4pPr>
            <a:lvl5pPr algn="l">
              <a:defRPr sz="2700" b="1">
                <a:solidFill>
                  <a:srgbClr val="37D5BE"/>
                </a:solidFill>
                <a:latin typeface="Arial"/>
                <a:ea typeface="Arial"/>
                <a:cs typeface="Arial"/>
              </a:defRPr>
            </a:lvl5pPr>
            <a:lvl6pPr algn="l">
              <a:defRPr sz="2700" b="1">
                <a:solidFill>
                  <a:srgbClr val="37D5BE"/>
                </a:solidFill>
                <a:latin typeface="Arial"/>
                <a:ea typeface="Arial"/>
                <a:cs typeface="Arial"/>
              </a:defRPr>
            </a:lvl6pPr>
            <a:lvl7pPr algn="l">
              <a:defRPr sz="2700" b="1">
                <a:solidFill>
                  <a:srgbClr val="37D5BE"/>
                </a:solidFill>
                <a:latin typeface="Arial"/>
                <a:ea typeface="Arial"/>
                <a:cs typeface="Arial"/>
              </a:defRPr>
            </a:lvl7pPr>
            <a:lvl8pPr algn="l">
              <a:defRPr sz="2700" b="1">
                <a:solidFill>
                  <a:srgbClr val="37D5BE"/>
                </a:solidFill>
                <a:latin typeface="Arial"/>
                <a:ea typeface="Arial"/>
                <a:cs typeface="Arial"/>
              </a:defRPr>
            </a:lvl8pPr>
            <a:lvl9pPr algn="l">
              <a:defRPr sz="2700" b="1">
                <a:solidFill>
                  <a:srgbClr val="37D5BE"/>
                </a:solidFill>
                <a:latin typeface="Arial"/>
                <a:ea typeface="Arial"/>
                <a:cs typeface="Arial"/>
              </a:defRPr>
            </a:lvl9pPr>
          </a:lstStyle>
          <a:p xmlns:a="http://schemas.openxmlformats.org/drawingml/2006/main">
            <a:pPr algn="l">
              <a:defRPr sz="2700" b="1">
                <a:solidFill>
                  <a:srgbClr val="37D5BE"/>
                </a:solidFill>
                <a:latin typeface="Arial"/>
                <a:ea typeface="Arial"/>
                <a:cs typeface="Arial"/>
              </a:defRPr>
            </a:pPr>
            <a:r>
              <a:rPr sz="2700" b="1">
                <a:solidFill>
                  <a:srgbClr val="37D5BE"/>
                </a:solidFill>
                <a:latin typeface="Arial"/>
                <a:ea typeface="Arial"/>
                <a:cs typeface="Arial"/>
              </a:rPr>
              <a:t>API-server native Q1 protects matched writes</a:t>
            </a:r>
          </a:p>
        </p:txBody>
      </p:sp>
      <p:sp>
        <p:nvSpPr>
          <p:cNvPr id="13" name="Also narrow standing RBAC and verify the requ">
            <a:extLst xmlns:a="http://schemas.openxmlformats.org/drawingml/2006/main">
              <a:ext uri="{FF2B5EF4-FFF2-40B4-BE49-F238E27FC236}">
                <a16:creationId xmlns:a16="http://schemas.microsoft.com/office/drawing/2014/main" id="{A0A62BEC-C2D0-4C69-A080-BDDC67733639}"/>
              </a:ext>
            </a:extLst>
          </p:cNvPr>
          <p:cNvSpPr>
            <a:spLocks xmlns:a="http://schemas.openxmlformats.org/drawingml/2006/main" noGrp="1"/>
          </p:cNvSpPr>
          <p:nvPr/>
        </p:nvSpPr>
        <p:spPr>
          <a:xfrm xmlns:a="http://schemas.openxmlformats.org/drawingml/2006/main">
            <a:off x="723900" y="5410200"/>
            <a:ext cx="105727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FFFFFF"/>
                </a:solidFill>
                <a:latin typeface="Arial"/>
                <a:ea typeface="Arial"/>
                <a:cs typeface="Arial"/>
              </a:defRPr>
            </a:defPPr>
            <a:lvl1pPr algn="l">
              <a:defRPr sz="2100" b="0">
                <a:solidFill>
                  <a:srgbClr val="FFFFFF"/>
                </a:solidFill>
                <a:latin typeface="Arial"/>
                <a:ea typeface="Arial"/>
                <a:cs typeface="Arial"/>
              </a:defRPr>
            </a:lvl1pPr>
            <a:lvl2pPr algn="l">
              <a:defRPr sz="2100" b="0">
                <a:solidFill>
                  <a:srgbClr val="FFFFFF"/>
                </a:solidFill>
                <a:latin typeface="Arial"/>
                <a:ea typeface="Arial"/>
                <a:cs typeface="Arial"/>
              </a:defRPr>
            </a:lvl2pPr>
            <a:lvl3pPr algn="l">
              <a:defRPr sz="2100" b="0">
                <a:solidFill>
                  <a:srgbClr val="FFFFFF"/>
                </a:solidFill>
                <a:latin typeface="Arial"/>
                <a:ea typeface="Arial"/>
                <a:cs typeface="Arial"/>
              </a:defRPr>
            </a:lvl3pPr>
            <a:lvl4pPr algn="l">
              <a:defRPr sz="2100" b="0">
                <a:solidFill>
                  <a:srgbClr val="FFFFFF"/>
                </a:solidFill>
                <a:latin typeface="Arial"/>
                <a:ea typeface="Arial"/>
                <a:cs typeface="Arial"/>
              </a:defRPr>
            </a:lvl4pPr>
            <a:lvl5pPr algn="l">
              <a:defRPr sz="2100" b="0">
                <a:solidFill>
                  <a:srgbClr val="FFFFFF"/>
                </a:solidFill>
                <a:latin typeface="Arial"/>
                <a:ea typeface="Arial"/>
                <a:cs typeface="Arial"/>
              </a:defRPr>
            </a:lvl5pPr>
            <a:lvl6pPr algn="l">
              <a:defRPr sz="2100" b="0">
                <a:solidFill>
                  <a:srgbClr val="FFFFFF"/>
                </a:solidFill>
                <a:latin typeface="Arial"/>
                <a:ea typeface="Arial"/>
                <a:cs typeface="Arial"/>
              </a:defRPr>
            </a:lvl6pPr>
            <a:lvl7pPr algn="l">
              <a:defRPr sz="2100" b="0">
                <a:solidFill>
                  <a:srgbClr val="FFFFFF"/>
                </a:solidFill>
                <a:latin typeface="Arial"/>
                <a:ea typeface="Arial"/>
                <a:cs typeface="Arial"/>
              </a:defRPr>
            </a:lvl7pPr>
            <a:lvl8pPr algn="l">
              <a:defRPr sz="2100" b="0">
                <a:solidFill>
                  <a:srgbClr val="FFFFFF"/>
                </a:solidFill>
                <a:latin typeface="Arial"/>
                <a:ea typeface="Arial"/>
                <a:cs typeface="Arial"/>
              </a:defRPr>
            </a:lvl8pPr>
            <a:lvl9pPr algn="l">
              <a:defRPr sz="2100" b="0">
                <a:solidFill>
                  <a:srgbClr val="FFFFFF"/>
                </a:solidFill>
                <a:latin typeface="Arial"/>
                <a:ea typeface="Arial"/>
                <a:cs typeface="Arial"/>
              </a:defRPr>
            </a:lvl9pPr>
          </a:lstStyle>
          <a:p xmlns:a="http://schemas.openxmlformats.org/drawingml/2006/main">
            <a:pPr algn="l">
              <a:defRPr sz="2100" b="0">
                <a:solidFill>
                  <a:srgbClr val="FFFFFF"/>
                </a:solidFill>
                <a:latin typeface="Arial"/>
                <a:ea typeface="Arial"/>
                <a:cs typeface="Arial"/>
              </a:defRPr>
            </a:pPr>
            <a:r>
              <a:rPr sz="2100" b="0">
                <a:solidFill>
                  <a:srgbClr val="FFFFFF"/>
                </a:solidFill>
                <a:latin typeface="Arial"/>
                <a:ea typeface="Arial"/>
                <a:cs typeface="Arial"/>
              </a:rPr>
              <a:t>Also narrow standing RBAC and verify the requester</a:t>
            </a:r>
          </a:p>
        </p:txBody>
      </p:sp>
    </p:spTree>
    <p:extLst>
      <p:ext uri="{BB962C8B-B14F-4D97-AF65-F5344CB8AC3E}">
        <p14:creationId xmlns:p14="http://schemas.microsoft.com/office/powerpoint/2010/main" val="1455756796"/>
      </p:ext>
    </p:extLst>
  </p:cSld>
</p:sld>
</file>

<file path=ppt/slides/slide26.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17" name="slide-26-title">
            <a:extLst xmlns:a="http://schemas.openxmlformats.org/drawingml/2006/main">
              <a:ext uri="{FF2B5EF4-FFF2-40B4-BE49-F238E27FC236}">
                <a16:creationId xmlns:a16="http://schemas.microsoft.com/office/drawing/2014/main" id="{F8018BB0-3A37-43F2-AE9F-6BCCE598D0C6}"/>
              </a:ext>
            </a:extLst>
          </p:cNvPr>
          <p:cNvSpPr>
            <a:spLocks xmlns:a="http://schemas.openxmlformats.org/drawingml/2006/main" noGrp="1"/>
          </p:cNvSpPr>
          <p:nvPr/>
        </p:nvSpPr>
        <p:spPr>
          <a:xfrm xmlns:a="http://schemas.openxmlformats.org/drawingml/2006/main">
            <a:off x="609600" y="476250"/>
            <a:ext cx="10858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112B3A"/>
                </a:solidFill>
                <a:latin typeface="Arial"/>
                <a:ea typeface="Arial"/>
                <a:cs typeface="Arial"/>
              </a:defRPr>
            </a:defPPr>
            <a:lvl1pPr algn="l">
              <a:defRPr sz="3150" b="1">
                <a:solidFill>
                  <a:srgbClr val="112B3A"/>
                </a:solidFill>
                <a:latin typeface="Arial"/>
                <a:ea typeface="Arial"/>
                <a:cs typeface="Arial"/>
              </a:defRPr>
            </a:lvl1pPr>
            <a:lvl2pPr algn="l">
              <a:defRPr sz="3150" b="1">
                <a:solidFill>
                  <a:srgbClr val="112B3A"/>
                </a:solidFill>
                <a:latin typeface="Arial"/>
                <a:ea typeface="Arial"/>
                <a:cs typeface="Arial"/>
              </a:defRPr>
            </a:lvl2pPr>
            <a:lvl3pPr algn="l">
              <a:defRPr sz="3150" b="1">
                <a:solidFill>
                  <a:srgbClr val="112B3A"/>
                </a:solidFill>
                <a:latin typeface="Arial"/>
                <a:ea typeface="Arial"/>
                <a:cs typeface="Arial"/>
              </a:defRPr>
            </a:lvl3pPr>
            <a:lvl4pPr algn="l">
              <a:defRPr sz="3150" b="1">
                <a:solidFill>
                  <a:srgbClr val="112B3A"/>
                </a:solidFill>
                <a:latin typeface="Arial"/>
                <a:ea typeface="Arial"/>
                <a:cs typeface="Arial"/>
              </a:defRPr>
            </a:lvl4pPr>
            <a:lvl5pPr algn="l">
              <a:defRPr sz="3150" b="1">
                <a:solidFill>
                  <a:srgbClr val="112B3A"/>
                </a:solidFill>
                <a:latin typeface="Arial"/>
                <a:ea typeface="Arial"/>
                <a:cs typeface="Arial"/>
              </a:defRPr>
            </a:lvl5pPr>
            <a:lvl6pPr algn="l">
              <a:defRPr sz="3150" b="1">
                <a:solidFill>
                  <a:srgbClr val="112B3A"/>
                </a:solidFill>
                <a:latin typeface="Arial"/>
                <a:ea typeface="Arial"/>
                <a:cs typeface="Arial"/>
              </a:defRPr>
            </a:lvl6pPr>
            <a:lvl7pPr algn="l">
              <a:defRPr sz="3150" b="1">
                <a:solidFill>
                  <a:srgbClr val="112B3A"/>
                </a:solidFill>
                <a:latin typeface="Arial"/>
                <a:ea typeface="Arial"/>
                <a:cs typeface="Arial"/>
              </a:defRPr>
            </a:lvl7pPr>
            <a:lvl8pPr algn="l">
              <a:defRPr sz="3150" b="1">
                <a:solidFill>
                  <a:srgbClr val="112B3A"/>
                </a:solidFill>
                <a:latin typeface="Arial"/>
                <a:ea typeface="Arial"/>
                <a:cs typeface="Arial"/>
              </a:defRPr>
            </a:lvl8pPr>
            <a:lvl9pPr algn="l">
              <a:defRPr sz="3150" b="1">
                <a:solidFill>
                  <a:srgbClr val="112B3A"/>
                </a:solidFill>
                <a:latin typeface="Arial"/>
                <a:ea typeface="Arial"/>
                <a:cs typeface="Arial"/>
              </a:defRPr>
            </a:lvl9pPr>
          </a:lstStyle>
          <a:p xmlns:a="http://schemas.openxmlformats.org/drawingml/2006/main">
            <a:pPr algn="l">
              <a:defRPr sz="3150" b="1">
                <a:solidFill>
                  <a:srgbClr val="112B3A"/>
                </a:solidFill>
                <a:latin typeface="Arial"/>
                <a:ea typeface="Arial"/>
                <a:cs typeface="Arial"/>
              </a:defRPr>
            </a:pPr>
            <a:r>
              <a:rPr sz="3150" b="1">
                <a:solidFill>
                  <a:srgbClr val="112B3A"/>
                </a:solidFill>
                <a:latin typeface="Arial"/>
                <a:ea typeface="Arial"/>
                <a:cs typeface="Arial"/>
              </a:rPr>
              <a:t>A copied token outlives Pod isolation</a:t>
            </a:r>
          </a:p>
        </p:txBody>
      </p:sp>
      <p:sp>
        <p:nvSpPr>
          <p:cNvPr id="2" name="Secret GET/LIST · separate synthetic Case D l">
            <a:extLst xmlns:a="http://schemas.openxmlformats.org/drawingml/2006/main">
              <a:ext uri="{FF2B5EF4-FFF2-40B4-BE49-F238E27FC236}">
                <a16:creationId xmlns:a16="http://schemas.microsoft.com/office/drawing/2014/main" id="{81DE7C60-3936-42FE-9215-6CC64829DC56}"/>
              </a:ext>
            </a:extLst>
          </p:cNvPr>
          <p:cNvSpPr>
            <a:spLocks xmlns:a="http://schemas.openxmlformats.org/drawingml/2006/main" noGrp="1"/>
          </p:cNvSpPr>
          <p:nvPr/>
        </p:nvSpPr>
        <p:spPr>
          <a:xfrm xmlns:a="http://schemas.openxmlformats.org/drawingml/2006/main">
            <a:off x="647700" y="1257300"/>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a:solidFill>
                  <a:srgbClr val="526875"/>
                </a:solidFill>
                <a:latin typeface="Arial"/>
                <a:ea typeface="Arial"/>
                <a:cs typeface="Arial"/>
              </a:defRPr>
            </a:defPPr>
            <a:lvl1pPr algn="l">
              <a:defRPr sz="1500" b="0">
                <a:solidFill>
                  <a:srgbClr val="526875"/>
                </a:solidFill>
                <a:latin typeface="Arial"/>
                <a:ea typeface="Arial"/>
                <a:cs typeface="Arial"/>
              </a:defRPr>
            </a:lvl1pPr>
            <a:lvl2pPr algn="l">
              <a:defRPr sz="1500" b="0">
                <a:solidFill>
                  <a:srgbClr val="526875"/>
                </a:solidFill>
                <a:latin typeface="Arial"/>
                <a:ea typeface="Arial"/>
                <a:cs typeface="Arial"/>
              </a:defRPr>
            </a:lvl2pPr>
            <a:lvl3pPr algn="l">
              <a:defRPr sz="1500" b="0">
                <a:solidFill>
                  <a:srgbClr val="526875"/>
                </a:solidFill>
                <a:latin typeface="Arial"/>
                <a:ea typeface="Arial"/>
                <a:cs typeface="Arial"/>
              </a:defRPr>
            </a:lvl3pPr>
            <a:lvl4pPr algn="l">
              <a:defRPr sz="1500" b="0">
                <a:solidFill>
                  <a:srgbClr val="526875"/>
                </a:solidFill>
                <a:latin typeface="Arial"/>
                <a:ea typeface="Arial"/>
                <a:cs typeface="Arial"/>
              </a:defRPr>
            </a:lvl4pPr>
            <a:lvl5pPr algn="l">
              <a:defRPr sz="1500" b="0">
                <a:solidFill>
                  <a:srgbClr val="526875"/>
                </a:solidFill>
                <a:latin typeface="Arial"/>
                <a:ea typeface="Arial"/>
                <a:cs typeface="Arial"/>
              </a:defRPr>
            </a:lvl5pPr>
            <a:lvl6pPr algn="l">
              <a:defRPr sz="1500" b="0">
                <a:solidFill>
                  <a:srgbClr val="526875"/>
                </a:solidFill>
                <a:latin typeface="Arial"/>
                <a:ea typeface="Arial"/>
                <a:cs typeface="Arial"/>
              </a:defRPr>
            </a:lvl6pPr>
            <a:lvl7pPr algn="l">
              <a:defRPr sz="1500" b="0">
                <a:solidFill>
                  <a:srgbClr val="526875"/>
                </a:solidFill>
                <a:latin typeface="Arial"/>
                <a:ea typeface="Arial"/>
                <a:cs typeface="Arial"/>
              </a:defRPr>
            </a:lvl7pPr>
            <a:lvl8pPr algn="l">
              <a:defRPr sz="1500" b="0">
                <a:solidFill>
                  <a:srgbClr val="526875"/>
                </a:solidFill>
                <a:latin typeface="Arial"/>
                <a:ea typeface="Arial"/>
                <a:cs typeface="Arial"/>
              </a:defRPr>
            </a:lvl8pPr>
            <a:lvl9pPr algn="l">
              <a:defRPr sz="1500" b="0">
                <a:solidFill>
                  <a:srgbClr val="526875"/>
                </a:solidFill>
                <a:latin typeface="Arial"/>
                <a:ea typeface="Arial"/>
                <a:cs typeface="Arial"/>
              </a:defRPr>
            </a:lvl9pPr>
          </a:lstStyle>
          <a:p xmlns:a="http://schemas.openxmlformats.org/drawingml/2006/main">
            <a:pPr algn="l">
              <a:defRPr sz="1500" b="0">
                <a:solidFill>
                  <a:srgbClr val="526875"/>
                </a:solidFill>
                <a:latin typeface="Arial"/>
                <a:ea typeface="Arial"/>
                <a:cs typeface="Arial"/>
              </a:defRPr>
            </a:pPr>
            <a:r>
              <a:rPr sz="1500" b="0">
                <a:solidFill>
                  <a:srgbClr val="526875"/>
                </a:solidFill>
                <a:latin typeface="Arial"/>
                <a:ea typeface="Arial"/>
                <a:cs typeface="Arial"/>
              </a:rPr>
              <a:t>Secret GET/LIST · separate synthetic Case D lab, 13 October 2026</a:t>
            </a:r>
          </a:p>
        </p:txBody>
      </p:sp>
      <p:sp>
        <p:nvSpPr>
          <p:cNvPr id="3" name="26">
            <a:extLst xmlns:a="http://schemas.openxmlformats.org/drawingml/2006/main">
              <a:ext uri="{FF2B5EF4-FFF2-40B4-BE49-F238E27FC236}">
                <a16:creationId xmlns:a16="http://schemas.microsoft.com/office/drawing/2014/main" id="{ADC2A3EA-F461-4305-8407-2EAE40B93529}"/>
              </a:ext>
            </a:extLst>
          </p:cNvPr>
          <p:cNvSpPr>
            <a:spLocks xmlns:a="http://schemas.openxmlformats.org/drawingml/2006/main" noGrp="1"/>
          </p:cNvSpPr>
          <p:nvPr/>
        </p:nvSpPr>
        <p:spPr>
          <a:xfrm xmlns:a="http://schemas.openxmlformats.org/drawingml/2006/main">
            <a:off x="11172825" y="641032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0">
                <a:solidFill>
                  <a:srgbClr val="526875"/>
                </a:solidFill>
                <a:latin typeface="Arial"/>
                <a:ea typeface="Arial"/>
                <a:cs typeface="Arial"/>
              </a:defRPr>
            </a:defPPr>
            <a:lvl1pPr algn="r">
              <a:defRPr sz="975" b="0">
                <a:solidFill>
                  <a:srgbClr val="526875"/>
                </a:solidFill>
                <a:latin typeface="Arial"/>
                <a:ea typeface="Arial"/>
                <a:cs typeface="Arial"/>
              </a:defRPr>
            </a:lvl1pPr>
            <a:lvl2pPr algn="r">
              <a:defRPr sz="975" b="0">
                <a:solidFill>
                  <a:srgbClr val="526875"/>
                </a:solidFill>
                <a:latin typeface="Arial"/>
                <a:ea typeface="Arial"/>
                <a:cs typeface="Arial"/>
              </a:defRPr>
            </a:lvl2pPr>
            <a:lvl3pPr algn="r">
              <a:defRPr sz="975" b="0">
                <a:solidFill>
                  <a:srgbClr val="526875"/>
                </a:solidFill>
                <a:latin typeface="Arial"/>
                <a:ea typeface="Arial"/>
                <a:cs typeface="Arial"/>
              </a:defRPr>
            </a:lvl3pPr>
            <a:lvl4pPr algn="r">
              <a:defRPr sz="975" b="0">
                <a:solidFill>
                  <a:srgbClr val="526875"/>
                </a:solidFill>
                <a:latin typeface="Arial"/>
                <a:ea typeface="Arial"/>
                <a:cs typeface="Arial"/>
              </a:defRPr>
            </a:lvl4pPr>
            <a:lvl5pPr algn="r">
              <a:defRPr sz="975" b="0">
                <a:solidFill>
                  <a:srgbClr val="526875"/>
                </a:solidFill>
                <a:latin typeface="Arial"/>
                <a:ea typeface="Arial"/>
                <a:cs typeface="Arial"/>
              </a:defRPr>
            </a:lvl5pPr>
            <a:lvl6pPr algn="r">
              <a:defRPr sz="975" b="0">
                <a:solidFill>
                  <a:srgbClr val="526875"/>
                </a:solidFill>
                <a:latin typeface="Arial"/>
                <a:ea typeface="Arial"/>
                <a:cs typeface="Arial"/>
              </a:defRPr>
            </a:lvl6pPr>
            <a:lvl7pPr algn="r">
              <a:defRPr sz="975" b="0">
                <a:solidFill>
                  <a:srgbClr val="526875"/>
                </a:solidFill>
                <a:latin typeface="Arial"/>
                <a:ea typeface="Arial"/>
                <a:cs typeface="Arial"/>
              </a:defRPr>
            </a:lvl7pPr>
            <a:lvl8pPr algn="r">
              <a:defRPr sz="975" b="0">
                <a:solidFill>
                  <a:srgbClr val="526875"/>
                </a:solidFill>
                <a:latin typeface="Arial"/>
                <a:ea typeface="Arial"/>
                <a:cs typeface="Arial"/>
              </a:defRPr>
            </a:lvl8pPr>
            <a:lvl9pPr algn="r">
              <a:defRPr sz="975" b="0">
                <a:solidFill>
                  <a:srgbClr val="526875"/>
                </a:solidFill>
                <a:latin typeface="Arial"/>
                <a:ea typeface="Arial"/>
                <a:cs typeface="Arial"/>
              </a:defRPr>
            </a:lvl9pPr>
          </a:lstStyle>
          <a:p xmlns:a="http://schemas.openxmlformats.org/drawingml/2006/main">
            <a:pPr algn="r">
              <a:defRPr sz="975" b="0">
                <a:solidFill>
                  <a:srgbClr val="526875"/>
                </a:solidFill>
                <a:latin typeface="Arial"/>
                <a:ea typeface="Arial"/>
                <a:cs typeface="Arial"/>
              </a:defRPr>
            </a:pPr>
            <a:r>
              <a:rPr sz="975" b="0">
                <a:solidFill>
                  <a:srgbClr val="526875"/>
                </a:solidFill>
                <a:latin typeface="Arial"/>
                <a:ea typeface="Arial"/>
                <a:cs typeface="Arial"/>
              </a:rPr>
              <a:t>26</a:t>
            </a:r>
          </a:p>
        </p:txBody>
      </p:sp>
      <p:sp>
        <p:nvSpPr>
          <p:cNvPr id="4" name="200">
            <a:extLst xmlns:a="http://schemas.openxmlformats.org/drawingml/2006/main">
              <a:ext uri="{FF2B5EF4-FFF2-40B4-BE49-F238E27FC236}">
                <a16:creationId xmlns:a16="http://schemas.microsoft.com/office/drawing/2014/main" id="{32D5DF2E-9186-4E12-98CA-FE4B44C17D1E}"/>
              </a:ext>
            </a:extLst>
          </p:cNvPr>
          <p:cNvSpPr>
            <a:spLocks xmlns:a="http://schemas.openxmlformats.org/drawingml/2006/main" noGrp="1"/>
          </p:cNvSpPr>
          <p:nvPr/>
        </p:nvSpPr>
        <p:spPr>
          <a:xfrm xmlns:a="http://schemas.openxmlformats.org/drawingml/2006/main">
            <a:off x="714375" y="2409825"/>
            <a:ext cx="2571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6375" b="1">
                <a:solidFill>
                  <a:srgbClr val="F7785D"/>
                </a:solidFill>
                <a:latin typeface="Arial"/>
                <a:ea typeface="Arial"/>
                <a:cs typeface="Arial"/>
              </a:defRPr>
            </a:defPPr>
            <a:lvl1pPr algn="l">
              <a:defRPr sz="6375" b="1">
                <a:solidFill>
                  <a:srgbClr val="F7785D"/>
                </a:solidFill>
                <a:latin typeface="Arial"/>
                <a:ea typeface="Arial"/>
                <a:cs typeface="Arial"/>
              </a:defRPr>
            </a:lvl1pPr>
            <a:lvl2pPr algn="l">
              <a:defRPr sz="6375" b="1">
                <a:solidFill>
                  <a:srgbClr val="F7785D"/>
                </a:solidFill>
                <a:latin typeface="Arial"/>
                <a:ea typeface="Arial"/>
                <a:cs typeface="Arial"/>
              </a:defRPr>
            </a:lvl2pPr>
            <a:lvl3pPr algn="l">
              <a:defRPr sz="6375" b="1">
                <a:solidFill>
                  <a:srgbClr val="F7785D"/>
                </a:solidFill>
                <a:latin typeface="Arial"/>
                <a:ea typeface="Arial"/>
                <a:cs typeface="Arial"/>
              </a:defRPr>
            </a:lvl3pPr>
            <a:lvl4pPr algn="l">
              <a:defRPr sz="6375" b="1">
                <a:solidFill>
                  <a:srgbClr val="F7785D"/>
                </a:solidFill>
                <a:latin typeface="Arial"/>
                <a:ea typeface="Arial"/>
                <a:cs typeface="Arial"/>
              </a:defRPr>
            </a:lvl4pPr>
            <a:lvl5pPr algn="l">
              <a:defRPr sz="6375" b="1">
                <a:solidFill>
                  <a:srgbClr val="F7785D"/>
                </a:solidFill>
                <a:latin typeface="Arial"/>
                <a:ea typeface="Arial"/>
                <a:cs typeface="Arial"/>
              </a:defRPr>
            </a:lvl5pPr>
            <a:lvl6pPr algn="l">
              <a:defRPr sz="6375" b="1">
                <a:solidFill>
                  <a:srgbClr val="F7785D"/>
                </a:solidFill>
                <a:latin typeface="Arial"/>
                <a:ea typeface="Arial"/>
                <a:cs typeface="Arial"/>
              </a:defRPr>
            </a:lvl6pPr>
            <a:lvl7pPr algn="l">
              <a:defRPr sz="6375" b="1">
                <a:solidFill>
                  <a:srgbClr val="F7785D"/>
                </a:solidFill>
                <a:latin typeface="Arial"/>
                <a:ea typeface="Arial"/>
                <a:cs typeface="Arial"/>
              </a:defRPr>
            </a:lvl7pPr>
            <a:lvl8pPr algn="l">
              <a:defRPr sz="6375" b="1">
                <a:solidFill>
                  <a:srgbClr val="F7785D"/>
                </a:solidFill>
                <a:latin typeface="Arial"/>
                <a:ea typeface="Arial"/>
                <a:cs typeface="Arial"/>
              </a:defRPr>
            </a:lvl8pPr>
            <a:lvl9pPr algn="l">
              <a:defRPr sz="6375" b="1">
                <a:solidFill>
                  <a:srgbClr val="F7785D"/>
                </a:solidFill>
                <a:latin typeface="Arial"/>
                <a:ea typeface="Arial"/>
                <a:cs typeface="Arial"/>
              </a:defRPr>
            </a:lvl9pPr>
          </a:lstStyle>
          <a:p xmlns:a="http://schemas.openxmlformats.org/drawingml/2006/main">
            <a:pPr algn="l">
              <a:defRPr sz="6375" b="1">
                <a:solidFill>
                  <a:srgbClr val="F7785D"/>
                </a:solidFill>
                <a:latin typeface="Arial"/>
                <a:ea typeface="Arial"/>
                <a:cs typeface="Arial"/>
              </a:defRPr>
            </a:pPr>
            <a:r>
              <a:rPr sz="6375" b="1">
                <a:solidFill>
                  <a:srgbClr val="F7785D"/>
                </a:solidFill>
                <a:latin typeface="Arial"/>
                <a:ea typeface="Arial"/>
                <a:cs typeface="Arial"/>
              </a:rPr>
              <a:t>200</a:t>
            </a:r>
          </a:p>
        </p:txBody>
      </p:sp>
      <p:sp>
        <p:nvSpPr>
          <p:cNvPr id="5" name="Allowed">
            <a:extLst xmlns:a="http://schemas.openxmlformats.org/drawingml/2006/main">
              <a:ext uri="{FF2B5EF4-FFF2-40B4-BE49-F238E27FC236}">
                <a16:creationId xmlns:a16="http://schemas.microsoft.com/office/drawing/2014/main" id="{4C25FF5B-0F52-4795-926C-39C4C6766E7E}"/>
              </a:ext>
            </a:extLst>
          </p:cNvPr>
          <p:cNvSpPr>
            <a:spLocks xmlns:a="http://schemas.openxmlformats.org/drawingml/2006/main" noGrp="1"/>
          </p:cNvSpPr>
          <p:nvPr/>
        </p:nvSpPr>
        <p:spPr>
          <a:xfrm xmlns:a="http://schemas.openxmlformats.org/drawingml/2006/main">
            <a:off x="714375" y="3514725"/>
            <a:ext cx="25050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75" b="0">
                <a:solidFill>
                  <a:srgbClr val="526875"/>
                </a:solidFill>
                <a:latin typeface="Arial"/>
                <a:ea typeface="Arial"/>
                <a:cs typeface="Arial"/>
              </a:defRPr>
            </a:defPPr>
            <a:lvl1pPr algn="l">
              <a:defRPr sz="1575" b="0">
                <a:solidFill>
                  <a:srgbClr val="526875"/>
                </a:solidFill>
                <a:latin typeface="Arial"/>
                <a:ea typeface="Arial"/>
                <a:cs typeface="Arial"/>
              </a:defRPr>
            </a:lvl1pPr>
            <a:lvl2pPr algn="l">
              <a:defRPr sz="1575" b="0">
                <a:solidFill>
                  <a:srgbClr val="526875"/>
                </a:solidFill>
                <a:latin typeface="Arial"/>
                <a:ea typeface="Arial"/>
                <a:cs typeface="Arial"/>
              </a:defRPr>
            </a:lvl2pPr>
            <a:lvl3pPr algn="l">
              <a:defRPr sz="1575" b="0">
                <a:solidFill>
                  <a:srgbClr val="526875"/>
                </a:solidFill>
                <a:latin typeface="Arial"/>
                <a:ea typeface="Arial"/>
                <a:cs typeface="Arial"/>
              </a:defRPr>
            </a:lvl3pPr>
            <a:lvl4pPr algn="l">
              <a:defRPr sz="1575" b="0">
                <a:solidFill>
                  <a:srgbClr val="526875"/>
                </a:solidFill>
                <a:latin typeface="Arial"/>
                <a:ea typeface="Arial"/>
                <a:cs typeface="Arial"/>
              </a:defRPr>
            </a:lvl4pPr>
            <a:lvl5pPr algn="l">
              <a:defRPr sz="1575" b="0">
                <a:solidFill>
                  <a:srgbClr val="526875"/>
                </a:solidFill>
                <a:latin typeface="Arial"/>
                <a:ea typeface="Arial"/>
                <a:cs typeface="Arial"/>
              </a:defRPr>
            </a:lvl5pPr>
            <a:lvl6pPr algn="l">
              <a:defRPr sz="1575" b="0">
                <a:solidFill>
                  <a:srgbClr val="526875"/>
                </a:solidFill>
                <a:latin typeface="Arial"/>
                <a:ea typeface="Arial"/>
                <a:cs typeface="Arial"/>
              </a:defRPr>
            </a:lvl6pPr>
            <a:lvl7pPr algn="l">
              <a:defRPr sz="1575" b="0">
                <a:solidFill>
                  <a:srgbClr val="526875"/>
                </a:solidFill>
                <a:latin typeface="Arial"/>
                <a:ea typeface="Arial"/>
                <a:cs typeface="Arial"/>
              </a:defRPr>
            </a:lvl7pPr>
            <a:lvl8pPr algn="l">
              <a:defRPr sz="1575" b="0">
                <a:solidFill>
                  <a:srgbClr val="526875"/>
                </a:solidFill>
                <a:latin typeface="Arial"/>
                <a:ea typeface="Arial"/>
                <a:cs typeface="Arial"/>
              </a:defRPr>
            </a:lvl8pPr>
            <a:lvl9pPr algn="l">
              <a:defRPr sz="1575" b="0">
                <a:solidFill>
                  <a:srgbClr val="526875"/>
                </a:solidFill>
                <a:latin typeface="Arial"/>
                <a:ea typeface="Arial"/>
                <a:cs typeface="Arial"/>
              </a:defRPr>
            </a:lvl9pPr>
          </a:lstStyle>
          <a:p xmlns:a="http://schemas.openxmlformats.org/drawingml/2006/main">
            <a:pPr algn="l">
              <a:defRPr sz="1575" b="0">
                <a:solidFill>
                  <a:srgbClr val="526875"/>
                </a:solidFill>
                <a:latin typeface="Arial"/>
                <a:ea typeface="Arial"/>
                <a:cs typeface="Arial"/>
              </a:defRPr>
            </a:pPr>
            <a:r>
              <a:rPr sz="1575" b="0">
                <a:solidFill>
                  <a:srgbClr val="526875"/>
                </a:solidFill>
                <a:latin typeface="Arial"/>
                <a:ea typeface="Arial"/>
                <a:cs typeface="Arial"/>
              </a:rPr>
              <a:t>Allowed</a:t>
            </a:r>
          </a:p>
        </p:txBody>
      </p:sp>
      <p:sp>
        <p:nvSpPr>
          <p:cNvPr id="6" name="Broad binding">
            <a:extLst xmlns:a="http://schemas.openxmlformats.org/drawingml/2006/main">
              <a:ext uri="{FF2B5EF4-FFF2-40B4-BE49-F238E27FC236}">
                <a16:creationId xmlns:a16="http://schemas.microsoft.com/office/drawing/2014/main" id="{1BBDA7C0-1D16-4B52-A42E-F5B3BD8F5551}"/>
              </a:ext>
            </a:extLst>
          </p:cNvPr>
          <p:cNvSpPr>
            <a:spLocks xmlns:a="http://schemas.openxmlformats.org/drawingml/2006/main" noGrp="1"/>
          </p:cNvSpPr>
          <p:nvPr/>
        </p:nvSpPr>
        <p:spPr>
          <a:xfrm xmlns:a="http://schemas.openxmlformats.org/drawingml/2006/main">
            <a:off x="714375" y="4143375"/>
            <a:ext cx="2476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1">
                <a:solidFill>
                  <a:srgbClr val="112B3A"/>
                </a:solidFill>
                <a:latin typeface="Arial"/>
                <a:ea typeface="Arial"/>
                <a:cs typeface="Arial"/>
              </a:defRPr>
            </a:defPPr>
            <a:lvl1pPr algn="l">
              <a:defRPr sz="2100" b="1">
                <a:solidFill>
                  <a:srgbClr val="112B3A"/>
                </a:solidFill>
                <a:latin typeface="Arial"/>
                <a:ea typeface="Arial"/>
                <a:cs typeface="Arial"/>
              </a:defRPr>
            </a:lvl1pPr>
            <a:lvl2pPr algn="l">
              <a:defRPr sz="2100" b="1">
                <a:solidFill>
                  <a:srgbClr val="112B3A"/>
                </a:solidFill>
                <a:latin typeface="Arial"/>
                <a:ea typeface="Arial"/>
                <a:cs typeface="Arial"/>
              </a:defRPr>
            </a:lvl2pPr>
            <a:lvl3pPr algn="l">
              <a:defRPr sz="2100" b="1">
                <a:solidFill>
                  <a:srgbClr val="112B3A"/>
                </a:solidFill>
                <a:latin typeface="Arial"/>
                <a:ea typeface="Arial"/>
                <a:cs typeface="Arial"/>
              </a:defRPr>
            </a:lvl3pPr>
            <a:lvl4pPr algn="l">
              <a:defRPr sz="2100" b="1">
                <a:solidFill>
                  <a:srgbClr val="112B3A"/>
                </a:solidFill>
                <a:latin typeface="Arial"/>
                <a:ea typeface="Arial"/>
                <a:cs typeface="Arial"/>
              </a:defRPr>
            </a:lvl4pPr>
            <a:lvl5pPr algn="l">
              <a:defRPr sz="2100" b="1">
                <a:solidFill>
                  <a:srgbClr val="112B3A"/>
                </a:solidFill>
                <a:latin typeface="Arial"/>
                <a:ea typeface="Arial"/>
                <a:cs typeface="Arial"/>
              </a:defRPr>
            </a:lvl5pPr>
            <a:lvl6pPr algn="l">
              <a:defRPr sz="2100" b="1">
                <a:solidFill>
                  <a:srgbClr val="112B3A"/>
                </a:solidFill>
                <a:latin typeface="Arial"/>
                <a:ea typeface="Arial"/>
                <a:cs typeface="Arial"/>
              </a:defRPr>
            </a:lvl6pPr>
            <a:lvl7pPr algn="l">
              <a:defRPr sz="2100" b="1">
                <a:solidFill>
                  <a:srgbClr val="112B3A"/>
                </a:solidFill>
                <a:latin typeface="Arial"/>
                <a:ea typeface="Arial"/>
                <a:cs typeface="Arial"/>
              </a:defRPr>
            </a:lvl7pPr>
            <a:lvl8pPr algn="l">
              <a:defRPr sz="2100" b="1">
                <a:solidFill>
                  <a:srgbClr val="112B3A"/>
                </a:solidFill>
                <a:latin typeface="Arial"/>
                <a:ea typeface="Arial"/>
                <a:cs typeface="Arial"/>
              </a:defRPr>
            </a:lvl8pPr>
            <a:lvl9pPr algn="l">
              <a:defRPr sz="2100" b="1">
                <a:solidFill>
                  <a:srgbClr val="112B3A"/>
                </a:solidFill>
                <a:latin typeface="Arial"/>
                <a:ea typeface="Arial"/>
                <a:cs typeface="Arial"/>
              </a:defRPr>
            </a:lvl9pPr>
          </a:lstStyle>
          <a:p xmlns:a="http://schemas.openxmlformats.org/drawingml/2006/main">
            <a:pPr algn="l">
              <a:defRPr sz="2100" b="1">
                <a:solidFill>
                  <a:srgbClr val="112B3A"/>
                </a:solidFill>
                <a:latin typeface="Arial"/>
                <a:ea typeface="Arial"/>
                <a:cs typeface="Arial"/>
              </a:defRPr>
            </a:pPr>
            <a:r>
              <a:rPr sz="2100" b="1">
                <a:solidFill>
                  <a:srgbClr val="112B3A"/>
                </a:solidFill>
                <a:latin typeface="Arial"/>
                <a:ea typeface="Arial"/>
                <a:cs typeface="Arial"/>
              </a:rPr>
              <a:t>Broad binding</a:t>
            </a:r>
          </a:p>
        </p:txBody>
      </p:sp>
      <p:sp>
        <p:nvSpPr>
          <p:cNvPr id="7" name="200">
            <a:extLst xmlns:a="http://schemas.openxmlformats.org/drawingml/2006/main">
              <a:ext uri="{FF2B5EF4-FFF2-40B4-BE49-F238E27FC236}">
                <a16:creationId xmlns:a16="http://schemas.microsoft.com/office/drawing/2014/main" id="{0C0F1799-C1C9-42B0-B57B-48CB56D8FD12}"/>
              </a:ext>
            </a:extLst>
          </p:cNvPr>
          <p:cNvSpPr>
            <a:spLocks xmlns:a="http://schemas.openxmlformats.org/drawingml/2006/main" noGrp="1"/>
          </p:cNvSpPr>
          <p:nvPr/>
        </p:nvSpPr>
        <p:spPr>
          <a:xfrm xmlns:a="http://schemas.openxmlformats.org/drawingml/2006/main">
            <a:off x="3524250" y="2409825"/>
            <a:ext cx="2571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6375" b="1">
                <a:solidFill>
                  <a:srgbClr val="F7785D"/>
                </a:solidFill>
                <a:latin typeface="Arial"/>
                <a:ea typeface="Arial"/>
                <a:cs typeface="Arial"/>
              </a:defRPr>
            </a:defPPr>
            <a:lvl1pPr algn="l">
              <a:defRPr sz="6375" b="1">
                <a:solidFill>
                  <a:srgbClr val="F7785D"/>
                </a:solidFill>
                <a:latin typeface="Arial"/>
                <a:ea typeface="Arial"/>
                <a:cs typeface="Arial"/>
              </a:defRPr>
            </a:lvl1pPr>
            <a:lvl2pPr algn="l">
              <a:defRPr sz="6375" b="1">
                <a:solidFill>
                  <a:srgbClr val="F7785D"/>
                </a:solidFill>
                <a:latin typeface="Arial"/>
                <a:ea typeface="Arial"/>
                <a:cs typeface="Arial"/>
              </a:defRPr>
            </a:lvl2pPr>
            <a:lvl3pPr algn="l">
              <a:defRPr sz="6375" b="1">
                <a:solidFill>
                  <a:srgbClr val="F7785D"/>
                </a:solidFill>
                <a:latin typeface="Arial"/>
                <a:ea typeface="Arial"/>
                <a:cs typeface="Arial"/>
              </a:defRPr>
            </a:lvl3pPr>
            <a:lvl4pPr algn="l">
              <a:defRPr sz="6375" b="1">
                <a:solidFill>
                  <a:srgbClr val="F7785D"/>
                </a:solidFill>
                <a:latin typeface="Arial"/>
                <a:ea typeface="Arial"/>
                <a:cs typeface="Arial"/>
              </a:defRPr>
            </a:lvl4pPr>
            <a:lvl5pPr algn="l">
              <a:defRPr sz="6375" b="1">
                <a:solidFill>
                  <a:srgbClr val="F7785D"/>
                </a:solidFill>
                <a:latin typeface="Arial"/>
                <a:ea typeface="Arial"/>
                <a:cs typeface="Arial"/>
              </a:defRPr>
            </a:lvl5pPr>
            <a:lvl6pPr algn="l">
              <a:defRPr sz="6375" b="1">
                <a:solidFill>
                  <a:srgbClr val="F7785D"/>
                </a:solidFill>
                <a:latin typeface="Arial"/>
                <a:ea typeface="Arial"/>
                <a:cs typeface="Arial"/>
              </a:defRPr>
            </a:lvl6pPr>
            <a:lvl7pPr algn="l">
              <a:defRPr sz="6375" b="1">
                <a:solidFill>
                  <a:srgbClr val="F7785D"/>
                </a:solidFill>
                <a:latin typeface="Arial"/>
                <a:ea typeface="Arial"/>
                <a:cs typeface="Arial"/>
              </a:defRPr>
            </a:lvl7pPr>
            <a:lvl8pPr algn="l">
              <a:defRPr sz="6375" b="1">
                <a:solidFill>
                  <a:srgbClr val="F7785D"/>
                </a:solidFill>
                <a:latin typeface="Arial"/>
                <a:ea typeface="Arial"/>
                <a:cs typeface="Arial"/>
              </a:defRPr>
            </a:lvl8pPr>
            <a:lvl9pPr algn="l">
              <a:defRPr sz="6375" b="1">
                <a:solidFill>
                  <a:srgbClr val="F7785D"/>
                </a:solidFill>
                <a:latin typeface="Arial"/>
                <a:ea typeface="Arial"/>
                <a:cs typeface="Arial"/>
              </a:defRPr>
            </a:lvl9pPr>
          </a:lstStyle>
          <a:p xmlns:a="http://schemas.openxmlformats.org/drawingml/2006/main">
            <a:pPr algn="l">
              <a:defRPr sz="6375" b="1">
                <a:solidFill>
                  <a:srgbClr val="F7785D"/>
                </a:solidFill>
                <a:latin typeface="Arial"/>
                <a:ea typeface="Arial"/>
                <a:cs typeface="Arial"/>
              </a:defRPr>
            </a:pPr>
            <a:r>
              <a:rPr sz="6375" b="1">
                <a:solidFill>
                  <a:srgbClr val="F7785D"/>
                </a:solidFill>
                <a:latin typeface="Arial"/>
                <a:ea typeface="Arial"/>
                <a:cs typeface="Arial"/>
              </a:rPr>
              <a:t>200</a:t>
            </a:r>
          </a:p>
        </p:txBody>
      </p:sp>
      <p:sp>
        <p:nvSpPr>
          <p:cNvPr id="8" name="Allowed">
            <a:extLst xmlns:a="http://schemas.openxmlformats.org/drawingml/2006/main">
              <a:ext uri="{FF2B5EF4-FFF2-40B4-BE49-F238E27FC236}">
                <a16:creationId xmlns:a16="http://schemas.microsoft.com/office/drawing/2014/main" id="{ABC977A4-63AB-4102-9A27-193C3AB4A574}"/>
              </a:ext>
            </a:extLst>
          </p:cNvPr>
          <p:cNvSpPr>
            <a:spLocks xmlns:a="http://schemas.openxmlformats.org/drawingml/2006/main" noGrp="1"/>
          </p:cNvSpPr>
          <p:nvPr/>
        </p:nvSpPr>
        <p:spPr>
          <a:xfrm xmlns:a="http://schemas.openxmlformats.org/drawingml/2006/main">
            <a:off x="3524250" y="3514725"/>
            <a:ext cx="25050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75" b="0">
                <a:solidFill>
                  <a:srgbClr val="526875"/>
                </a:solidFill>
                <a:latin typeface="Arial"/>
                <a:ea typeface="Arial"/>
                <a:cs typeface="Arial"/>
              </a:defRPr>
            </a:defPPr>
            <a:lvl1pPr algn="l">
              <a:defRPr sz="1575" b="0">
                <a:solidFill>
                  <a:srgbClr val="526875"/>
                </a:solidFill>
                <a:latin typeface="Arial"/>
                <a:ea typeface="Arial"/>
                <a:cs typeface="Arial"/>
              </a:defRPr>
            </a:lvl1pPr>
            <a:lvl2pPr algn="l">
              <a:defRPr sz="1575" b="0">
                <a:solidFill>
                  <a:srgbClr val="526875"/>
                </a:solidFill>
                <a:latin typeface="Arial"/>
                <a:ea typeface="Arial"/>
                <a:cs typeface="Arial"/>
              </a:defRPr>
            </a:lvl2pPr>
            <a:lvl3pPr algn="l">
              <a:defRPr sz="1575" b="0">
                <a:solidFill>
                  <a:srgbClr val="526875"/>
                </a:solidFill>
                <a:latin typeface="Arial"/>
                <a:ea typeface="Arial"/>
                <a:cs typeface="Arial"/>
              </a:defRPr>
            </a:lvl3pPr>
            <a:lvl4pPr algn="l">
              <a:defRPr sz="1575" b="0">
                <a:solidFill>
                  <a:srgbClr val="526875"/>
                </a:solidFill>
                <a:latin typeface="Arial"/>
                <a:ea typeface="Arial"/>
                <a:cs typeface="Arial"/>
              </a:defRPr>
            </a:lvl4pPr>
            <a:lvl5pPr algn="l">
              <a:defRPr sz="1575" b="0">
                <a:solidFill>
                  <a:srgbClr val="526875"/>
                </a:solidFill>
                <a:latin typeface="Arial"/>
                <a:ea typeface="Arial"/>
                <a:cs typeface="Arial"/>
              </a:defRPr>
            </a:lvl5pPr>
            <a:lvl6pPr algn="l">
              <a:defRPr sz="1575" b="0">
                <a:solidFill>
                  <a:srgbClr val="526875"/>
                </a:solidFill>
                <a:latin typeface="Arial"/>
                <a:ea typeface="Arial"/>
                <a:cs typeface="Arial"/>
              </a:defRPr>
            </a:lvl6pPr>
            <a:lvl7pPr algn="l">
              <a:defRPr sz="1575" b="0">
                <a:solidFill>
                  <a:srgbClr val="526875"/>
                </a:solidFill>
                <a:latin typeface="Arial"/>
                <a:ea typeface="Arial"/>
                <a:cs typeface="Arial"/>
              </a:defRPr>
            </a:lvl7pPr>
            <a:lvl8pPr algn="l">
              <a:defRPr sz="1575" b="0">
                <a:solidFill>
                  <a:srgbClr val="526875"/>
                </a:solidFill>
                <a:latin typeface="Arial"/>
                <a:ea typeface="Arial"/>
                <a:cs typeface="Arial"/>
              </a:defRPr>
            </a:lvl8pPr>
            <a:lvl9pPr algn="l">
              <a:defRPr sz="1575" b="0">
                <a:solidFill>
                  <a:srgbClr val="526875"/>
                </a:solidFill>
                <a:latin typeface="Arial"/>
                <a:ea typeface="Arial"/>
                <a:cs typeface="Arial"/>
              </a:defRPr>
            </a:lvl9pPr>
          </a:lstStyle>
          <a:p xmlns:a="http://schemas.openxmlformats.org/drawingml/2006/main">
            <a:pPr algn="l">
              <a:defRPr sz="1575" b="0">
                <a:solidFill>
                  <a:srgbClr val="526875"/>
                </a:solidFill>
                <a:latin typeface="Arial"/>
                <a:ea typeface="Arial"/>
                <a:cs typeface="Arial"/>
              </a:defRPr>
            </a:pPr>
            <a:r>
              <a:rPr sz="1575" b="0">
                <a:solidFill>
                  <a:srgbClr val="526875"/>
                </a:solidFill>
                <a:latin typeface="Arial"/>
                <a:ea typeface="Arial"/>
                <a:cs typeface="Arial"/>
              </a:rPr>
              <a:t>Allowed</a:t>
            </a:r>
          </a:p>
        </p:txBody>
      </p:sp>
      <p:sp>
        <p:nvSpPr>
          <p:cNvPr id="9" name="Pod quarantined">
            <a:extLst xmlns:a="http://schemas.openxmlformats.org/drawingml/2006/main">
              <a:ext uri="{FF2B5EF4-FFF2-40B4-BE49-F238E27FC236}">
                <a16:creationId xmlns:a16="http://schemas.microsoft.com/office/drawing/2014/main" id="{97555F01-EDEC-4983-9C6F-3AA0C7F3997D}"/>
              </a:ext>
            </a:extLst>
          </p:cNvPr>
          <p:cNvSpPr>
            <a:spLocks xmlns:a="http://schemas.openxmlformats.org/drawingml/2006/main" noGrp="1"/>
          </p:cNvSpPr>
          <p:nvPr/>
        </p:nvSpPr>
        <p:spPr>
          <a:xfrm xmlns:a="http://schemas.openxmlformats.org/drawingml/2006/main">
            <a:off x="3524250" y="4143375"/>
            <a:ext cx="2476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1">
                <a:solidFill>
                  <a:srgbClr val="112B3A"/>
                </a:solidFill>
                <a:latin typeface="Arial"/>
                <a:ea typeface="Arial"/>
                <a:cs typeface="Arial"/>
              </a:defRPr>
            </a:defPPr>
            <a:lvl1pPr algn="l">
              <a:defRPr sz="2100" b="1">
                <a:solidFill>
                  <a:srgbClr val="112B3A"/>
                </a:solidFill>
                <a:latin typeface="Arial"/>
                <a:ea typeface="Arial"/>
                <a:cs typeface="Arial"/>
              </a:defRPr>
            </a:lvl1pPr>
            <a:lvl2pPr algn="l">
              <a:defRPr sz="2100" b="1">
                <a:solidFill>
                  <a:srgbClr val="112B3A"/>
                </a:solidFill>
                <a:latin typeface="Arial"/>
                <a:ea typeface="Arial"/>
                <a:cs typeface="Arial"/>
              </a:defRPr>
            </a:lvl2pPr>
            <a:lvl3pPr algn="l">
              <a:defRPr sz="2100" b="1">
                <a:solidFill>
                  <a:srgbClr val="112B3A"/>
                </a:solidFill>
                <a:latin typeface="Arial"/>
                <a:ea typeface="Arial"/>
                <a:cs typeface="Arial"/>
              </a:defRPr>
            </a:lvl3pPr>
            <a:lvl4pPr algn="l">
              <a:defRPr sz="2100" b="1">
                <a:solidFill>
                  <a:srgbClr val="112B3A"/>
                </a:solidFill>
                <a:latin typeface="Arial"/>
                <a:ea typeface="Arial"/>
                <a:cs typeface="Arial"/>
              </a:defRPr>
            </a:lvl4pPr>
            <a:lvl5pPr algn="l">
              <a:defRPr sz="2100" b="1">
                <a:solidFill>
                  <a:srgbClr val="112B3A"/>
                </a:solidFill>
                <a:latin typeface="Arial"/>
                <a:ea typeface="Arial"/>
                <a:cs typeface="Arial"/>
              </a:defRPr>
            </a:lvl5pPr>
            <a:lvl6pPr algn="l">
              <a:defRPr sz="2100" b="1">
                <a:solidFill>
                  <a:srgbClr val="112B3A"/>
                </a:solidFill>
                <a:latin typeface="Arial"/>
                <a:ea typeface="Arial"/>
                <a:cs typeface="Arial"/>
              </a:defRPr>
            </a:lvl6pPr>
            <a:lvl7pPr algn="l">
              <a:defRPr sz="2100" b="1">
                <a:solidFill>
                  <a:srgbClr val="112B3A"/>
                </a:solidFill>
                <a:latin typeface="Arial"/>
                <a:ea typeface="Arial"/>
                <a:cs typeface="Arial"/>
              </a:defRPr>
            </a:lvl7pPr>
            <a:lvl8pPr algn="l">
              <a:defRPr sz="2100" b="1">
                <a:solidFill>
                  <a:srgbClr val="112B3A"/>
                </a:solidFill>
                <a:latin typeface="Arial"/>
                <a:ea typeface="Arial"/>
                <a:cs typeface="Arial"/>
              </a:defRPr>
            </a:lvl8pPr>
            <a:lvl9pPr algn="l">
              <a:defRPr sz="2100" b="1">
                <a:solidFill>
                  <a:srgbClr val="112B3A"/>
                </a:solidFill>
                <a:latin typeface="Arial"/>
                <a:ea typeface="Arial"/>
                <a:cs typeface="Arial"/>
              </a:defRPr>
            </a:lvl9pPr>
          </a:lstStyle>
          <a:p xmlns:a="http://schemas.openxmlformats.org/drawingml/2006/main">
            <a:pPr algn="l">
              <a:defRPr sz="2100" b="1">
                <a:solidFill>
                  <a:srgbClr val="112B3A"/>
                </a:solidFill>
                <a:latin typeface="Arial"/>
                <a:ea typeface="Arial"/>
                <a:cs typeface="Arial"/>
              </a:defRPr>
            </a:pPr>
            <a:r>
              <a:rPr sz="2100" b="1">
                <a:solidFill>
                  <a:srgbClr val="112B3A"/>
                </a:solidFill>
                <a:latin typeface="Arial"/>
                <a:ea typeface="Arial"/>
                <a:cs typeface="Arial"/>
              </a:rPr>
              <a:t>Pod quarantined</a:t>
            </a:r>
          </a:p>
        </p:txBody>
      </p:sp>
      <p:sp>
        <p:nvSpPr>
          <p:cNvPr id="10" name="403">
            <a:extLst xmlns:a="http://schemas.openxmlformats.org/drawingml/2006/main">
              <a:ext uri="{FF2B5EF4-FFF2-40B4-BE49-F238E27FC236}">
                <a16:creationId xmlns:a16="http://schemas.microsoft.com/office/drawing/2014/main" id="{DD18F93F-BC43-4B00-B6BD-496C7AD16E8D}"/>
              </a:ext>
            </a:extLst>
          </p:cNvPr>
          <p:cNvSpPr>
            <a:spLocks xmlns:a="http://schemas.openxmlformats.org/drawingml/2006/main" noGrp="1"/>
          </p:cNvSpPr>
          <p:nvPr/>
        </p:nvSpPr>
        <p:spPr>
          <a:xfrm xmlns:a="http://schemas.openxmlformats.org/drawingml/2006/main">
            <a:off x="6334125" y="2409825"/>
            <a:ext cx="2571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6375" b="1">
                <a:solidFill>
                  <a:srgbClr val="12846B"/>
                </a:solidFill>
                <a:latin typeface="Arial"/>
                <a:ea typeface="Arial"/>
                <a:cs typeface="Arial"/>
              </a:defRPr>
            </a:defPPr>
            <a:lvl1pPr algn="l">
              <a:defRPr sz="6375" b="1">
                <a:solidFill>
                  <a:srgbClr val="12846B"/>
                </a:solidFill>
                <a:latin typeface="Arial"/>
                <a:ea typeface="Arial"/>
                <a:cs typeface="Arial"/>
              </a:defRPr>
            </a:lvl1pPr>
            <a:lvl2pPr algn="l">
              <a:defRPr sz="6375" b="1">
                <a:solidFill>
                  <a:srgbClr val="12846B"/>
                </a:solidFill>
                <a:latin typeface="Arial"/>
                <a:ea typeface="Arial"/>
                <a:cs typeface="Arial"/>
              </a:defRPr>
            </a:lvl2pPr>
            <a:lvl3pPr algn="l">
              <a:defRPr sz="6375" b="1">
                <a:solidFill>
                  <a:srgbClr val="12846B"/>
                </a:solidFill>
                <a:latin typeface="Arial"/>
                <a:ea typeface="Arial"/>
                <a:cs typeface="Arial"/>
              </a:defRPr>
            </a:lvl3pPr>
            <a:lvl4pPr algn="l">
              <a:defRPr sz="6375" b="1">
                <a:solidFill>
                  <a:srgbClr val="12846B"/>
                </a:solidFill>
                <a:latin typeface="Arial"/>
                <a:ea typeface="Arial"/>
                <a:cs typeface="Arial"/>
              </a:defRPr>
            </a:lvl4pPr>
            <a:lvl5pPr algn="l">
              <a:defRPr sz="6375" b="1">
                <a:solidFill>
                  <a:srgbClr val="12846B"/>
                </a:solidFill>
                <a:latin typeface="Arial"/>
                <a:ea typeface="Arial"/>
                <a:cs typeface="Arial"/>
              </a:defRPr>
            </a:lvl5pPr>
            <a:lvl6pPr algn="l">
              <a:defRPr sz="6375" b="1">
                <a:solidFill>
                  <a:srgbClr val="12846B"/>
                </a:solidFill>
                <a:latin typeface="Arial"/>
                <a:ea typeface="Arial"/>
                <a:cs typeface="Arial"/>
              </a:defRPr>
            </a:lvl6pPr>
            <a:lvl7pPr algn="l">
              <a:defRPr sz="6375" b="1">
                <a:solidFill>
                  <a:srgbClr val="12846B"/>
                </a:solidFill>
                <a:latin typeface="Arial"/>
                <a:ea typeface="Arial"/>
                <a:cs typeface="Arial"/>
              </a:defRPr>
            </a:lvl7pPr>
            <a:lvl8pPr algn="l">
              <a:defRPr sz="6375" b="1">
                <a:solidFill>
                  <a:srgbClr val="12846B"/>
                </a:solidFill>
                <a:latin typeface="Arial"/>
                <a:ea typeface="Arial"/>
                <a:cs typeface="Arial"/>
              </a:defRPr>
            </a:lvl8pPr>
            <a:lvl9pPr algn="l">
              <a:defRPr sz="6375" b="1">
                <a:solidFill>
                  <a:srgbClr val="12846B"/>
                </a:solidFill>
                <a:latin typeface="Arial"/>
                <a:ea typeface="Arial"/>
                <a:cs typeface="Arial"/>
              </a:defRPr>
            </a:lvl9pPr>
          </a:lstStyle>
          <a:p xmlns:a="http://schemas.openxmlformats.org/drawingml/2006/main">
            <a:pPr algn="l">
              <a:defRPr sz="6375" b="1">
                <a:solidFill>
                  <a:srgbClr val="12846B"/>
                </a:solidFill>
                <a:latin typeface="Arial"/>
                <a:ea typeface="Arial"/>
                <a:cs typeface="Arial"/>
              </a:defRPr>
            </a:pPr>
            <a:r>
              <a:rPr sz="6375" b="1">
                <a:solidFill>
                  <a:srgbClr val="12846B"/>
                </a:solidFill>
                <a:latin typeface="Arial"/>
                <a:ea typeface="Arial"/>
                <a:cs typeface="Arial"/>
              </a:rPr>
              <a:t>403</a:t>
            </a:r>
          </a:p>
        </p:txBody>
      </p:sp>
      <p:sp>
        <p:nvSpPr>
          <p:cNvPr id="11" name="Denied">
            <a:extLst xmlns:a="http://schemas.openxmlformats.org/drawingml/2006/main">
              <a:ext uri="{FF2B5EF4-FFF2-40B4-BE49-F238E27FC236}">
                <a16:creationId xmlns:a16="http://schemas.microsoft.com/office/drawing/2014/main" id="{DE9211F2-7AA4-4B31-A570-9FC97A6A1333}"/>
              </a:ext>
            </a:extLst>
          </p:cNvPr>
          <p:cNvSpPr>
            <a:spLocks xmlns:a="http://schemas.openxmlformats.org/drawingml/2006/main" noGrp="1"/>
          </p:cNvSpPr>
          <p:nvPr/>
        </p:nvSpPr>
        <p:spPr>
          <a:xfrm xmlns:a="http://schemas.openxmlformats.org/drawingml/2006/main">
            <a:off x="6334125" y="3514725"/>
            <a:ext cx="25050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75" b="0">
                <a:solidFill>
                  <a:srgbClr val="526875"/>
                </a:solidFill>
                <a:latin typeface="Arial"/>
                <a:ea typeface="Arial"/>
                <a:cs typeface="Arial"/>
              </a:defRPr>
            </a:defPPr>
            <a:lvl1pPr algn="l">
              <a:defRPr sz="1575" b="0">
                <a:solidFill>
                  <a:srgbClr val="526875"/>
                </a:solidFill>
                <a:latin typeface="Arial"/>
                <a:ea typeface="Arial"/>
                <a:cs typeface="Arial"/>
              </a:defRPr>
            </a:lvl1pPr>
            <a:lvl2pPr algn="l">
              <a:defRPr sz="1575" b="0">
                <a:solidFill>
                  <a:srgbClr val="526875"/>
                </a:solidFill>
                <a:latin typeface="Arial"/>
                <a:ea typeface="Arial"/>
                <a:cs typeface="Arial"/>
              </a:defRPr>
            </a:lvl2pPr>
            <a:lvl3pPr algn="l">
              <a:defRPr sz="1575" b="0">
                <a:solidFill>
                  <a:srgbClr val="526875"/>
                </a:solidFill>
                <a:latin typeface="Arial"/>
                <a:ea typeface="Arial"/>
                <a:cs typeface="Arial"/>
              </a:defRPr>
            </a:lvl3pPr>
            <a:lvl4pPr algn="l">
              <a:defRPr sz="1575" b="0">
                <a:solidFill>
                  <a:srgbClr val="526875"/>
                </a:solidFill>
                <a:latin typeface="Arial"/>
                <a:ea typeface="Arial"/>
                <a:cs typeface="Arial"/>
              </a:defRPr>
            </a:lvl4pPr>
            <a:lvl5pPr algn="l">
              <a:defRPr sz="1575" b="0">
                <a:solidFill>
                  <a:srgbClr val="526875"/>
                </a:solidFill>
                <a:latin typeface="Arial"/>
                <a:ea typeface="Arial"/>
                <a:cs typeface="Arial"/>
              </a:defRPr>
            </a:lvl5pPr>
            <a:lvl6pPr algn="l">
              <a:defRPr sz="1575" b="0">
                <a:solidFill>
                  <a:srgbClr val="526875"/>
                </a:solidFill>
                <a:latin typeface="Arial"/>
                <a:ea typeface="Arial"/>
                <a:cs typeface="Arial"/>
              </a:defRPr>
            </a:lvl6pPr>
            <a:lvl7pPr algn="l">
              <a:defRPr sz="1575" b="0">
                <a:solidFill>
                  <a:srgbClr val="526875"/>
                </a:solidFill>
                <a:latin typeface="Arial"/>
                <a:ea typeface="Arial"/>
                <a:cs typeface="Arial"/>
              </a:defRPr>
            </a:lvl7pPr>
            <a:lvl8pPr algn="l">
              <a:defRPr sz="1575" b="0">
                <a:solidFill>
                  <a:srgbClr val="526875"/>
                </a:solidFill>
                <a:latin typeface="Arial"/>
                <a:ea typeface="Arial"/>
                <a:cs typeface="Arial"/>
              </a:defRPr>
            </a:lvl8pPr>
            <a:lvl9pPr algn="l">
              <a:defRPr sz="1575" b="0">
                <a:solidFill>
                  <a:srgbClr val="526875"/>
                </a:solidFill>
                <a:latin typeface="Arial"/>
                <a:ea typeface="Arial"/>
                <a:cs typeface="Arial"/>
              </a:defRPr>
            </a:lvl9pPr>
          </a:lstStyle>
          <a:p xmlns:a="http://schemas.openxmlformats.org/drawingml/2006/main">
            <a:pPr algn="l">
              <a:defRPr sz="1575" b="0">
                <a:solidFill>
                  <a:srgbClr val="526875"/>
                </a:solidFill>
                <a:latin typeface="Arial"/>
                <a:ea typeface="Arial"/>
                <a:cs typeface="Arial"/>
              </a:defRPr>
            </a:pPr>
            <a:r>
              <a:rPr sz="1575" b="0">
                <a:solidFill>
                  <a:srgbClr val="526875"/>
                </a:solidFill>
                <a:latin typeface="Arial"/>
                <a:ea typeface="Arial"/>
                <a:cs typeface="Arial"/>
              </a:rPr>
              <a:t>Denied</a:t>
            </a:r>
          </a:p>
        </p:txBody>
      </p:sp>
      <p:sp>
        <p:nvSpPr>
          <p:cNvPr id="12" name="RBAC narrowed">
            <a:extLst xmlns:a="http://schemas.openxmlformats.org/drawingml/2006/main">
              <a:ext uri="{FF2B5EF4-FFF2-40B4-BE49-F238E27FC236}">
                <a16:creationId xmlns:a16="http://schemas.microsoft.com/office/drawing/2014/main" id="{3E22F21F-DFD3-48E6-B911-94B3E50F8CF6}"/>
              </a:ext>
            </a:extLst>
          </p:cNvPr>
          <p:cNvSpPr>
            <a:spLocks xmlns:a="http://schemas.openxmlformats.org/drawingml/2006/main" noGrp="1"/>
          </p:cNvSpPr>
          <p:nvPr/>
        </p:nvSpPr>
        <p:spPr>
          <a:xfrm xmlns:a="http://schemas.openxmlformats.org/drawingml/2006/main">
            <a:off x="6334125" y="4143375"/>
            <a:ext cx="2476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1">
                <a:solidFill>
                  <a:srgbClr val="112B3A"/>
                </a:solidFill>
                <a:latin typeface="Arial"/>
                <a:ea typeface="Arial"/>
                <a:cs typeface="Arial"/>
              </a:defRPr>
            </a:defPPr>
            <a:lvl1pPr algn="l">
              <a:defRPr sz="2100" b="1">
                <a:solidFill>
                  <a:srgbClr val="112B3A"/>
                </a:solidFill>
                <a:latin typeface="Arial"/>
                <a:ea typeface="Arial"/>
                <a:cs typeface="Arial"/>
              </a:defRPr>
            </a:lvl1pPr>
            <a:lvl2pPr algn="l">
              <a:defRPr sz="2100" b="1">
                <a:solidFill>
                  <a:srgbClr val="112B3A"/>
                </a:solidFill>
                <a:latin typeface="Arial"/>
                <a:ea typeface="Arial"/>
                <a:cs typeface="Arial"/>
              </a:defRPr>
            </a:lvl2pPr>
            <a:lvl3pPr algn="l">
              <a:defRPr sz="2100" b="1">
                <a:solidFill>
                  <a:srgbClr val="112B3A"/>
                </a:solidFill>
                <a:latin typeface="Arial"/>
                <a:ea typeface="Arial"/>
                <a:cs typeface="Arial"/>
              </a:defRPr>
            </a:lvl3pPr>
            <a:lvl4pPr algn="l">
              <a:defRPr sz="2100" b="1">
                <a:solidFill>
                  <a:srgbClr val="112B3A"/>
                </a:solidFill>
                <a:latin typeface="Arial"/>
                <a:ea typeface="Arial"/>
                <a:cs typeface="Arial"/>
              </a:defRPr>
            </a:lvl4pPr>
            <a:lvl5pPr algn="l">
              <a:defRPr sz="2100" b="1">
                <a:solidFill>
                  <a:srgbClr val="112B3A"/>
                </a:solidFill>
                <a:latin typeface="Arial"/>
                <a:ea typeface="Arial"/>
                <a:cs typeface="Arial"/>
              </a:defRPr>
            </a:lvl5pPr>
            <a:lvl6pPr algn="l">
              <a:defRPr sz="2100" b="1">
                <a:solidFill>
                  <a:srgbClr val="112B3A"/>
                </a:solidFill>
                <a:latin typeface="Arial"/>
                <a:ea typeface="Arial"/>
                <a:cs typeface="Arial"/>
              </a:defRPr>
            </a:lvl6pPr>
            <a:lvl7pPr algn="l">
              <a:defRPr sz="2100" b="1">
                <a:solidFill>
                  <a:srgbClr val="112B3A"/>
                </a:solidFill>
                <a:latin typeface="Arial"/>
                <a:ea typeface="Arial"/>
                <a:cs typeface="Arial"/>
              </a:defRPr>
            </a:lvl7pPr>
            <a:lvl8pPr algn="l">
              <a:defRPr sz="2100" b="1">
                <a:solidFill>
                  <a:srgbClr val="112B3A"/>
                </a:solidFill>
                <a:latin typeface="Arial"/>
                <a:ea typeface="Arial"/>
                <a:cs typeface="Arial"/>
              </a:defRPr>
            </a:lvl8pPr>
            <a:lvl9pPr algn="l">
              <a:defRPr sz="2100" b="1">
                <a:solidFill>
                  <a:srgbClr val="112B3A"/>
                </a:solidFill>
                <a:latin typeface="Arial"/>
                <a:ea typeface="Arial"/>
                <a:cs typeface="Arial"/>
              </a:defRPr>
            </a:lvl9pPr>
          </a:lstStyle>
          <a:p xmlns:a="http://schemas.openxmlformats.org/drawingml/2006/main">
            <a:pPr algn="l">
              <a:defRPr sz="2100" b="1">
                <a:solidFill>
                  <a:srgbClr val="112B3A"/>
                </a:solidFill>
                <a:latin typeface="Arial"/>
                <a:ea typeface="Arial"/>
                <a:cs typeface="Arial"/>
              </a:defRPr>
            </a:pPr>
            <a:r>
              <a:rPr sz="2100" b="1">
                <a:solidFill>
                  <a:srgbClr val="112B3A"/>
                </a:solidFill>
                <a:latin typeface="Arial"/>
                <a:ea typeface="Arial"/>
                <a:cs typeface="Arial"/>
              </a:rPr>
              <a:t>RBAC narrowed</a:t>
            </a:r>
          </a:p>
        </p:txBody>
      </p:sp>
      <p:sp>
        <p:nvSpPr>
          <p:cNvPr id="13" name="401">
            <a:extLst xmlns:a="http://schemas.openxmlformats.org/drawingml/2006/main">
              <a:ext uri="{FF2B5EF4-FFF2-40B4-BE49-F238E27FC236}">
                <a16:creationId xmlns:a16="http://schemas.microsoft.com/office/drawing/2014/main" id="{7202ACAF-6062-4A6F-9E33-1589201C810B}"/>
              </a:ext>
            </a:extLst>
          </p:cNvPr>
          <p:cNvSpPr>
            <a:spLocks xmlns:a="http://schemas.openxmlformats.org/drawingml/2006/main" noGrp="1"/>
          </p:cNvSpPr>
          <p:nvPr/>
        </p:nvSpPr>
        <p:spPr>
          <a:xfrm xmlns:a="http://schemas.openxmlformats.org/drawingml/2006/main">
            <a:off x="9144000" y="2409825"/>
            <a:ext cx="2571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6375" b="1">
                <a:solidFill>
                  <a:srgbClr val="12846B"/>
                </a:solidFill>
                <a:latin typeface="Arial"/>
                <a:ea typeface="Arial"/>
                <a:cs typeface="Arial"/>
              </a:defRPr>
            </a:defPPr>
            <a:lvl1pPr algn="l">
              <a:defRPr sz="6375" b="1">
                <a:solidFill>
                  <a:srgbClr val="12846B"/>
                </a:solidFill>
                <a:latin typeface="Arial"/>
                <a:ea typeface="Arial"/>
                <a:cs typeface="Arial"/>
              </a:defRPr>
            </a:lvl1pPr>
            <a:lvl2pPr algn="l">
              <a:defRPr sz="6375" b="1">
                <a:solidFill>
                  <a:srgbClr val="12846B"/>
                </a:solidFill>
                <a:latin typeface="Arial"/>
                <a:ea typeface="Arial"/>
                <a:cs typeface="Arial"/>
              </a:defRPr>
            </a:lvl2pPr>
            <a:lvl3pPr algn="l">
              <a:defRPr sz="6375" b="1">
                <a:solidFill>
                  <a:srgbClr val="12846B"/>
                </a:solidFill>
                <a:latin typeface="Arial"/>
                <a:ea typeface="Arial"/>
                <a:cs typeface="Arial"/>
              </a:defRPr>
            </a:lvl3pPr>
            <a:lvl4pPr algn="l">
              <a:defRPr sz="6375" b="1">
                <a:solidFill>
                  <a:srgbClr val="12846B"/>
                </a:solidFill>
                <a:latin typeface="Arial"/>
                <a:ea typeface="Arial"/>
                <a:cs typeface="Arial"/>
              </a:defRPr>
            </a:lvl4pPr>
            <a:lvl5pPr algn="l">
              <a:defRPr sz="6375" b="1">
                <a:solidFill>
                  <a:srgbClr val="12846B"/>
                </a:solidFill>
                <a:latin typeface="Arial"/>
                <a:ea typeface="Arial"/>
                <a:cs typeface="Arial"/>
              </a:defRPr>
            </a:lvl5pPr>
            <a:lvl6pPr algn="l">
              <a:defRPr sz="6375" b="1">
                <a:solidFill>
                  <a:srgbClr val="12846B"/>
                </a:solidFill>
                <a:latin typeface="Arial"/>
                <a:ea typeface="Arial"/>
                <a:cs typeface="Arial"/>
              </a:defRPr>
            </a:lvl6pPr>
            <a:lvl7pPr algn="l">
              <a:defRPr sz="6375" b="1">
                <a:solidFill>
                  <a:srgbClr val="12846B"/>
                </a:solidFill>
                <a:latin typeface="Arial"/>
                <a:ea typeface="Arial"/>
                <a:cs typeface="Arial"/>
              </a:defRPr>
            </a:lvl7pPr>
            <a:lvl8pPr algn="l">
              <a:defRPr sz="6375" b="1">
                <a:solidFill>
                  <a:srgbClr val="12846B"/>
                </a:solidFill>
                <a:latin typeface="Arial"/>
                <a:ea typeface="Arial"/>
                <a:cs typeface="Arial"/>
              </a:defRPr>
            </a:lvl8pPr>
            <a:lvl9pPr algn="l">
              <a:defRPr sz="6375" b="1">
                <a:solidFill>
                  <a:srgbClr val="12846B"/>
                </a:solidFill>
                <a:latin typeface="Arial"/>
                <a:ea typeface="Arial"/>
                <a:cs typeface="Arial"/>
              </a:defRPr>
            </a:lvl9pPr>
          </a:lstStyle>
          <a:p xmlns:a="http://schemas.openxmlformats.org/drawingml/2006/main">
            <a:pPr algn="l">
              <a:defRPr sz="6375" b="1">
                <a:solidFill>
                  <a:srgbClr val="12846B"/>
                </a:solidFill>
                <a:latin typeface="Arial"/>
                <a:ea typeface="Arial"/>
                <a:cs typeface="Arial"/>
              </a:defRPr>
            </a:pPr>
            <a:r>
              <a:rPr sz="6375" b="1">
                <a:solidFill>
                  <a:srgbClr val="12846B"/>
                </a:solidFill>
                <a:latin typeface="Arial"/>
                <a:ea typeface="Arial"/>
                <a:cs typeface="Arial"/>
              </a:rPr>
              <a:t>401</a:t>
            </a:r>
          </a:p>
        </p:txBody>
      </p:sp>
      <p:sp>
        <p:nvSpPr>
          <p:cNvPr id="14" name="Token invalid">
            <a:extLst xmlns:a="http://schemas.openxmlformats.org/drawingml/2006/main">
              <a:ext uri="{FF2B5EF4-FFF2-40B4-BE49-F238E27FC236}">
                <a16:creationId xmlns:a16="http://schemas.microsoft.com/office/drawing/2014/main" id="{2354F2BE-D22A-42CF-BB1B-D07F63B35F41}"/>
              </a:ext>
            </a:extLst>
          </p:cNvPr>
          <p:cNvSpPr>
            <a:spLocks xmlns:a="http://schemas.openxmlformats.org/drawingml/2006/main" noGrp="1"/>
          </p:cNvSpPr>
          <p:nvPr/>
        </p:nvSpPr>
        <p:spPr>
          <a:xfrm xmlns:a="http://schemas.openxmlformats.org/drawingml/2006/main">
            <a:off x="9144000" y="3514725"/>
            <a:ext cx="25050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75" b="0">
                <a:solidFill>
                  <a:srgbClr val="526875"/>
                </a:solidFill>
                <a:latin typeface="Arial"/>
                <a:ea typeface="Arial"/>
                <a:cs typeface="Arial"/>
              </a:defRPr>
            </a:defPPr>
            <a:lvl1pPr algn="l">
              <a:defRPr sz="1575" b="0">
                <a:solidFill>
                  <a:srgbClr val="526875"/>
                </a:solidFill>
                <a:latin typeface="Arial"/>
                <a:ea typeface="Arial"/>
                <a:cs typeface="Arial"/>
              </a:defRPr>
            </a:lvl1pPr>
            <a:lvl2pPr algn="l">
              <a:defRPr sz="1575" b="0">
                <a:solidFill>
                  <a:srgbClr val="526875"/>
                </a:solidFill>
                <a:latin typeface="Arial"/>
                <a:ea typeface="Arial"/>
                <a:cs typeface="Arial"/>
              </a:defRPr>
            </a:lvl2pPr>
            <a:lvl3pPr algn="l">
              <a:defRPr sz="1575" b="0">
                <a:solidFill>
                  <a:srgbClr val="526875"/>
                </a:solidFill>
                <a:latin typeface="Arial"/>
                <a:ea typeface="Arial"/>
                <a:cs typeface="Arial"/>
              </a:defRPr>
            </a:lvl3pPr>
            <a:lvl4pPr algn="l">
              <a:defRPr sz="1575" b="0">
                <a:solidFill>
                  <a:srgbClr val="526875"/>
                </a:solidFill>
                <a:latin typeface="Arial"/>
                <a:ea typeface="Arial"/>
                <a:cs typeface="Arial"/>
              </a:defRPr>
            </a:lvl4pPr>
            <a:lvl5pPr algn="l">
              <a:defRPr sz="1575" b="0">
                <a:solidFill>
                  <a:srgbClr val="526875"/>
                </a:solidFill>
                <a:latin typeface="Arial"/>
                <a:ea typeface="Arial"/>
                <a:cs typeface="Arial"/>
              </a:defRPr>
            </a:lvl5pPr>
            <a:lvl6pPr algn="l">
              <a:defRPr sz="1575" b="0">
                <a:solidFill>
                  <a:srgbClr val="526875"/>
                </a:solidFill>
                <a:latin typeface="Arial"/>
                <a:ea typeface="Arial"/>
                <a:cs typeface="Arial"/>
              </a:defRPr>
            </a:lvl6pPr>
            <a:lvl7pPr algn="l">
              <a:defRPr sz="1575" b="0">
                <a:solidFill>
                  <a:srgbClr val="526875"/>
                </a:solidFill>
                <a:latin typeface="Arial"/>
                <a:ea typeface="Arial"/>
                <a:cs typeface="Arial"/>
              </a:defRPr>
            </a:lvl7pPr>
            <a:lvl8pPr algn="l">
              <a:defRPr sz="1575" b="0">
                <a:solidFill>
                  <a:srgbClr val="526875"/>
                </a:solidFill>
                <a:latin typeface="Arial"/>
                <a:ea typeface="Arial"/>
                <a:cs typeface="Arial"/>
              </a:defRPr>
            </a:lvl8pPr>
            <a:lvl9pPr algn="l">
              <a:defRPr sz="1575" b="0">
                <a:solidFill>
                  <a:srgbClr val="526875"/>
                </a:solidFill>
                <a:latin typeface="Arial"/>
                <a:ea typeface="Arial"/>
                <a:cs typeface="Arial"/>
              </a:defRPr>
            </a:lvl9pPr>
          </a:lstStyle>
          <a:p xmlns:a="http://schemas.openxmlformats.org/drawingml/2006/main">
            <a:pPr algn="l">
              <a:defRPr sz="1575" b="0">
                <a:solidFill>
                  <a:srgbClr val="526875"/>
                </a:solidFill>
                <a:latin typeface="Arial"/>
                <a:ea typeface="Arial"/>
                <a:cs typeface="Arial"/>
              </a:defRPr>
            </a:pPr>
            <a:r>
              <a:rPr sz="1575" b="0">
                <a:solidFill>
                  <a:srgbClr val="526875"/>
                </a:solidFill>
                <a:latin typeface="Arial"/>
                <a:ea typeface="Arial"/>
                <a:cs typeface="Arial"/>
              </a:rPr>
              <a:t>Token invalid</a:t>
            </a:r>
          </a:p>
        </p:txBody>
      </p:sp>
      <p:sp>
        <p:nvSpPr>
          <p:cNvPr id="15" name="Old bound Pod deleted">
            <a:extLst xmlns:a="http://schemas.openxmlformats.org/drawingml/2006/main">
              <a:ext uri="{FF2B5EF4-FFF2-40B4-BE49-F238E27FC236}">
                <a16:creationId xmlns:a16="http://schemas.microsoft.com/office/drawing/2014/main" id="{6361B789-1E91-41F6-8662-AF3E831D5D30}"/>
              </a:ext>
            </a:extLst>
          </p:cNvPr>
          <p:cNvSpPr>
            <a:spLocks xmlns:a="http://schemas.openxmlformats.org/drawingml/2006/main" noGrp="1"/>
          </p:cNvSpPr>
          <p:nvPr/>
        </p:nvSpPr>
        <p:spPr>
          <a:xfrm xmlns:a="http://schemas.openxmlformats.org/drawingml/2006/main">
            <a:off x="9144000" y="4143375"/>
            <a:ext cx="2476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1">
                <a:solidFill>
                  <a:srgbClr val="112B3A"/>
                </a:solidFill>
                <a:latin typeface="Arial"/>
                <a:ea typeface="Arial"/>
                <a:cs typeface="Arial"/>
              </a:defRPr>
            </a:defPPr>
            <a:lvl1pPr algn="l">
              <a:defRPr sz="2100" b="1">
                <a:solidFill>
                  <a:srgbClr val="112B3A"/>
                </a:solidFill>
                <a:latin typeface="Arial"/>
                <a:ea typeface="Arial"/>
                <a:cs typeface="Arial"/>
              </a:defRPr>
            </a:lvl1pPr>
            <a:lvl2pPr algn="l">
              <a:defRPr sz="2100" b="1">
                <a:solidFill>
                  <a:srgbClr val="112B3A"/>
                </a:solidFill>
                <a:latin typeface="Arial"/>
                <a:ea typeface="Arial"/>
                <a:cs typeface="Arial"/>
              </a:defRPr>
            </a:lvl2pPr>
            <a:lvl3pPr algn="l">
              <a:defRPr sz="2100" b="1">
                <a:solidFill>
                  <a:srgbClr val="112B3A"/>
                </a:solidFill>
                <a:latin typeface="Arial"/>
                <a:ea typeface="Arial"/>
                <a:cs typeface="Arial"/>
              </a:defRPr>
            </a:lvl3pPr>
            <a:lvl4pPr algn="l">
              <a:defRPr sz="2100" b="1">
                <a:solidFill>
                  <a:srgbClr val="112B3A"/>
                </a:solidFill>
                <a:latin typeface="Arial"/>
                <a:ea typeface="Arial"/>
                <a:cs typeface="Arial"/>
              </a:defRPr>
            </a:lvl4pPr>
            <a:lvl5pPr algn="l">
              <a:defRPr sz="2100" b="1">
                <a:solidFill>
                  <a:srgbClr val="112B3A"/>
                </a:solidFill>
                <a:latin typeface="Arial"/>
                <a:ea typeface="Arial"/>
                <a:cs typeface="Arial"/>
              </a:defRPr>
            </a:lvl5pPr>
            <a:lvl6pPr algn="l">
              <a:defRPr sz="2100" b="1">
                <a:solidFill>
                  <a:srgbClr val="112B3A"/>
                </a:solidFill>
                <a:latin typeface="Arial"/>
                <a:ea typeface="Arial"/>
                <a:cs typeface="Arial"/>
              </a:defRPr>
            </a:lvl6pPr>
            <a:lvl7pPr algn="l">
              <a:defRPr sz="2100" b="1">
                <a:solidFill>
                  <a:srgbClr val="112B3A"/>
                </a:solidFill>
                <a:latin typeface="Arial"/>
                <a:ea typeface="Arial"/>
                <a:cs typeface="Arial"/>
              </a:defRPr>
            </a:lvl7pPr>
            <a:lvl8pPr algn="l">
              <a:defRPr sz="2100" b="1">
                <a:solidFill>
                  <a:srgbClr val="112B3A"/>
                </a:solidFill>
                <a:latin typeface="Arial"/>
                <a:ea typeface="Arial"/>
                <a:cs typeface="Arial"/>
              </a:defRPr>
            </a:lvl8pPr>
            <a:lvl9pPr algn="l">
              <a:defRPr sz="2100" b="1">
                <a:solidFill>
                  <a:srgbClr val="112B3A"/>
                </a:solidFill>
                <a:latin typeface="Arial"/>
                <a:ea typeface="Arial"/>
                <a:cs typeface="Arial"/>
              </a:defRPr>
            </a:lvl9pPr>
          </a:lstStyle>
          <a:p xmlns:a="http://schemas.openxmlformats.org/drawingml/2006/main">
            <a:pPr algn="l">
              <a:defRPr sz="2100" b="1">
                <a:solidFill>
                  <a:srgbClr val="112B3A"/>
                </a:solidFill>
                <a:latin typeface="Arial"/>
                <a:ea typeface="Arial"/>
                <a:cs typeface="Arial"/>
              </a:defRPr>
            </a:pPr>
            <a:r>
              <a:rPr sz="2100" b="1">
                <a:solidFill>
                  <a:srgbClr val="112B3A"/>
                </a:solidFill>
                <a:latin typeface="Arial"/>
                <a:ea typeface="Arial"/>
                <a:cs typeface="Arial"/>
              </a:rPr>
              <a:t>Old bound Pod deleted</a:t>
            </a:r>
          </a:p>
        </p:txBody>
      </p:sp>
      <p:sp>
        <p:nvSpPr>
          <p:cNvPr id="16" name="Preserved dependencies pass. Application-key ">
            <a:extLst xmlns:a="http://schemas.openxmlformats.org/drawingml/2006/main">
              <a:ext uri="{FF2B5EF4-FFF2-40B4-BE49-F238E27FC236}">
                <a16:creationId xmlns:a16="http://schemas.microsoft.com/office/drawing/2014/main" id="{11F775FE-093B-4933-83CA-AB14EC6ABE20}"/>
              </a:ext>
            </a:extLst>
          </p:cNvPr>
          <p:cNvSpPr>
            <a:spLocks xmlns:a="http://schemas.openxmlformats.org/drawingml/2006/main" noGrp="1"/>
          </p:cNvSpPr>
          <p:nvPr/>
        </p:nvSpPr>
        <p:spPr>
          <a:xfrm xmlns:a="http://schemas.openxmlformats.org/drawingml/2006/main">
            <a:off x="714375" y="570547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112B3A"/>
                </a:solidFill>
                <a:latin typeface="Arial"/>
                <a:ea typeface="Arial"/>
                <a:cs typeface="Arial"/>
              </a:defRPr>
            </a:defPPr>
            <a:lvl1pPr algn="l">
              <a:defRPr sz="1875" b="0">
                <a:solidFill>
                  <a:srgbClr val="112B3A"/>
                </a:solidFill>
                <a:latin typeface="Arial"/>
                <a:ea typeface="Arial"/>
                <a:cs typeface="Arial"/>
              </a:defRPr>
            </a:lvl1pPr>
            <a:lvl2pPr algn="l">
              <a:defRPr sz="1875" b="0">
                <a:solidFill>
                  <a:srgbClr val="112B3A"/>
                </a:solidFill>
                <a:latin typeface="Arial"/>
                <a:ea typeface="Arial"/>
                <a:cs typeface="Arial"/>
              </a:defRPr>
            </a:lvl2pPr>
            <a:lvl3pPr algn="l">
              <a:defRPr sz="1875" b="0">
                <a:solidFill>
                  <a:srgbClr val="112B3A"/>
                </a:solidFill>
                <a:latin typeface="Arial"/>
                <a:ea typeface="Arial"/>
                <a:cs typeface="Arial"/>
              </a:defRPr>
            </a:lvl3pPr>
            <a:lvl4pPr algn="l">
              <a:defRPr sz="1875" b="0">
                <a:solidFill>
                  <a:srgbClr val="112B3A"/>
                </a:solidFill>
                <a:latin typeface="Arial"/>
                <a:ea typeface="Arial"/>
                <a:cs typeface="Arial"/>
              </a:defRPr>
            </a:lvl4pPr>
            <a:lvl5pPr algn="l">
              <a:defRPr sz="1875" b="0">
                <a:solidFill>
                  <a:srgbClr val="112B3A"/>
                </a:solidFill>
                <a:latin typeface="Arial"/>
                <a:ea typeface="Arial"/>
                <a:cs typeface="Arial"/>
              </a:defRPr>
            </a:lvl5pPr>
            <a:lvl6pPr algn="l">
              <a:defRPr sz="1875" b="0">
                <a:solidFill>
                  <a:srgbClr val="112B3A"/>
                </a:solidFill>
                <a:latin typeface="Arial"/>
                <a:ea typeface="Arial"/>
                <a:cs typeface="Arial"/>
              </a:defRPr>
            </a:lvl6pPr>
            <a:lvl7pPr algn="l">
              <a:defRPr sz="1875" b="0">
                <a:solidFill>
                  <a:srgbClr val="112B3A"/>
                </a:solidFill>
                <a:latin typeface="Arial"/>
                <a:ea typeface="Arial"/>
                <a:cs typeface="Arial"/>
              </a:defRPr>
            </a:lvl7pPr>
            <a:lvl8pPr algn="l">
              <a:defRPr sz="1875" b="0">
                <a:solidFill>
                  <a:srgbClr val="112B3A"/>
                </a:solidFill>
                <a:latin typeface="Arial"/>
                <a:ea typeface="Arial"/>
                <a:cs typeface="Arial"/>
              </a:defRPr>
            </a:lvl8pPr>
            <a:lvl9pPr algn="l">
              <a:defRPr sz="1875" b="0">
                <a:solidFill>
                  <a:srgbClr val="112B3A"/>
                </a:solidFill>
                <a:latin typeface="Arial"/>
                <a:ea typeface="Arial"/>
                <a:cs typeface="Arial"/>
              </a:defRPr>
            </a:lvl9pPr>
          </a:lstStyle>
          <a:p xmlns:a="http://schemas.openxmlformats.org/drawingml/2006/main">
            <a:pPr algn="l">
              <a:defRPr sz="1875" b="0">
                <a:solidFill>
                  <a:srgbClr val="112B3A"/>
                </a:solidFill>
                <a:latin typeface="Arial"/>
                <a:ea typeface="Arial"/>
                <a:cs typeface="Arial"/>
              </a:defRPr>
            </a:pPr>
            <a:r>
              <a:rPr sz="1875" b="0">
                <a:solidFill>
                  <a:srgbClr val="112B3A"/>
                </a:solidFill>
                <a:latin typeface="Arial"/>
                <a:ea typeface="Arial"/>
                <a:cs typeface="Arial"/>
              </a:rPr>
              <a:t>Preserved dependencies pass. Application-key rotation remains separate.</a:t>
            </a:r>
          </a:p>
        </p:txBody>
      </p:sp>
    </p:spTree>
    <p:extLst>
      <p:ext uri="{BB962C8B-B14F-4D97-AF65-F5344CB8AC3E}">
        <p14:creationId xmlns:p14="http://schemas.microsoft.com/office/powerpoint/2010/main" val="612542414"/>
      </p:ext>
    </p:extLst>
  </p:cSld>
</p:sld>
</file>

<file path=ppt/slides/slide27.xml><?xml version="1.0" encoding="utf-8"?>
<p:sld xmlns:p="http://schemas.openxmlformats.org/presentationml/2006/main">
  <p:cSld>
    <p:bg>
      <p:bgPr>
        <a:solidFill xmlns:a="http://schemas.openxmlformats.org/drawingml/2006/main">
          <a:srgbClr val="081A29"/>
        </a:solidFill>
      </p:bgPr>
    </p:bg>
    <p:spTree>
      <p:nvGrpSpPr>
        <p:cNvPr id="1" name=""/>
        <p:cNvGrpSpPr/>
        <p:nvPr/>
      </p:nvGrpSpPr>
      <p:grpSpPr>
        <a:xfrm xmlns:a="http://schemas.openxmlformats.org/drawingml/2006/main"/>
      </p:grpSpPr>
      <p:sp>
        <p:nvSpPr>
          <p:cNvPr id="10" name="slide-27-title">
            <a:extLst xmlns:a="http://schemas.openxmlformats.org/drawingml/2006/main">
              <a:ext uri="{FF2B5EF4-FFF2-40B4-BE49-F238E27FC236}">
                <a16:creationId xmlns:a16="http://schemas.microsoft.com/office/drawing/2014/main" id="{F0903E1F-978D-4AF7-A6A7-49C88B6A81CA}"/>
              </a:ext>
            </a:extLst>
          </p:cNvPr>
          <p:cNvSpPr>
            <a:spLocks xmlns:a="http://schemas.openxmlformats.org/drawingml/2006/main" noGrp="1"/>
          </p:cNvSpPr>
          <p:nvPr/>
        </p:nvSpPr>
        <p:spPr>
          <a:xfrm xmlns:a="http://schemas.openxmlformats.org/drawingml/2006/main">
            <a:off x="609600" y="476250"/>
            <a:ext cx="10858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FFFFFF"/>
                </a:solidFill>
                <a:latin typeface="Arial"/>
                <a:ea typeface="Arial"/>
                <a:cs typeface="Arial"/>
              </a:defRPr>
            </a:defPPr>
            <a:lvl1pPr algn="l">
              <a:defRPr sz="3150" b="1">
                <a:solidFill>
                  <a:srgbClr val="FFFFFF"/>
                </a:solidFill>
                <a:latin typeface="Arial"/>
                <a:ea typeface="Arial"/>
                <a:cs typeface="Arial"/>
              </a:defRPr>
            </a:lvl1pPr>
            <a:lvl2pPr algn="l">
              <a:defRPr sz="3150" b="1">
                <a:solidFill>
                  <a:srgbClr val="FFFFFF"/>
                </a:solidFill>
                <a:latin typeface="Arial"/>
                <a:ea typeface="Arial"/>
                <a:cs typeface="Arial"/>
              </a:defRPr>
            </a:lvl2pPr>
            <a:lvl3pPr algn="l">
              <a:defRPr sz="3150" b="1">
                <a:solidFill>
                  <a:srgbClr val="FFFFFF"/>
                </a:solidFill>
                <a:latin typeface="Arial"/>
                <a:ea typeface="Arial"/>
                <a:cs typeface="Arial"/>
              </a:defRPr>
            </a:lvl3pPr>
            <a:lvl4pPr algn="l">
              <a:defRPr sz="3150" b="1">
                <a:solidFill>
                  <a:srgbClr val="FFFFFF"/>
                </a:solidFill>
                <a:latin typeface="Arial"/>
                <a:ea typeface="Arial"/>
                <a:cs typeface="Arial"/>
              </a:defRPr>
            </a:lvl4pPr>
            <a:lvl5pPr algn="l">
              <a:defRPr sz="3150" b="1">
                <a:solidFill>
                  <a:srgbClr val="FFFFFF"/>
                </a:solidFill>
                <a:latin typeface="Arial"/>
                <a:ea typeface="Arial"/>
                <a:cs typeface="Arial"/>
              </a:defRPr>
            </a:lvl5pPr>
            <a:lvl6pPr algn="l">
              <a:defRPr sz="3150" b="1">
                <a:solidFill>
                  <a:srgbClr val="FFFFFF"/>
                </a:solidFill>
                <a:latin typeface="Arial"/>
                <a:ea typeface="Arial"/>
                <a:cs typeface="Arial"/>
              </a:defRPr>
            </a:lvl6pPr>
            <a:lvl7pPr algn="l">
              <a:defRPr sz="3150" b="1">
                <a:solidFill>
                  <a:srgbClr val="FFFFFF"/>
                </a:solidFill>
                <a:latin typeface="Arial"/>
                <a:ea typeface="Arial"/>
                <a:cs typeface="Arial"/>
              </a:defRPr>
            </a:lvl7pPr>
            <a:lvl8pPr algn="l">
              <a:defRPr sz="3150" b="1">
                <a:solidFill>
                  <a:srgbClr val="FFFFFF"/>
                </a:solidFill>
                <a:latin typeface="Arial"/>
                <a:ea typeface="Arial"/>
                <a:cs typeface="Arial"/>
              </a:defRPr>
            </a:lvl8pPr>
            <a:lvl9pPr algn="l">
              <a:defRPr sz="3150" b="1">
                <a:solidFill>
                  <a:srgbClr val="FFFFFF"/>
                </a:solidFill>
                <a:latin typeface="Arial"/>
                <a:ea typeface="Arial"/>
                <a:cs typeface="Arial"/>
              </a:defRPr>
            </a:lvl9pPr>
          </a:lstStyle>
          <a:p xmlns:a="http://schemas.openxmlformats.org/drawingml/2006/main">
            <a:pPr algn="l">
              <a:defRPr sz="3150" b="1">
                <a:solidFill>
                  <a:srgbClr val="FFFFFF"/>
                </a:solidFill>
                <a:latin typeface="Arial"/>
                <a:ea typeface="Arial"/>
                <a:cs typeface="Arial"/>
              </a:defRPr>
            </a:pPr>
            <a:r>
              <a:rPr sz="3150" b="1">
                <a:solidFill>
                  <a:srgbClr val="FFFFFF"/>
                </a:solidFill>
                <a:latin typeface="Arial"/>
                <a:ea typeface="Arial"/>
                <a:cs typeface="Arial"/>
              </a:rPr>
              <a:t>Independent review of the trained proposal</a:t>
            </a:r>
          </a:p>
        </p:txBody>
      </p:sp>
      <p:sp>
        <p:nvSpPr>
          <p:cNvPr id="2" name="46–49 minutes. Keep the findings folded.">
            <a:extLst xmlns:a="http://schemas.openxmlformats.org/drawingml/2006/main">
              <a:ext uri="{FF2B5EF4-FFF2-40B4-BE49-F238E27FC236}">
                <a16:creationId xmlns:a16="http://schemas.microsoft.com/office/drawing/2014/main" id="{C70110A6-96A4-4D93-9BDA-8B1206830D26}"/>
              </a:ext>
            </a:extLst>
          </p:cNvPr>
          <p:cNvSpPr>
            <a:spLocks xmlns:a="http://schemas.openxmlformats.org/drawingml/2006/main" noGrp="1"/>
          </p:cNvSpPr>
          <p:nvPr/>
        </p:nvSpPr>
        <p:spPr>
          <a:xfrm xmlns:a="http://schemas.openxmlformats.org/drawingml/2006/main">
            <a:off x="647700" y="1257300"/>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a:solidFill>
                  <a:srgbClr val="37D5BE"/>
                </a:solidFill>
                <a:latin typeface="Arial"/>
                <a:ea typeface="Arial"/>
                <a:cs typeface="Arial"/>
              </a:defRPr>
            </a:defPPr>
            <a:lvl1pPr algn="l">
              <a:defRPr sz="1500" b="0">
                <a:solidFill>
                  <a:srgbClr val="37D5BE"/>
                </a:solidFill>
                <a:latin typeface="Arial"/>
                <a:ea typeface="Arial"/>
                <a:cs typeface="Arial"/>
              </a:defRPr>
            </a:lvl1pPr>
            <a:lvl2pPr algn="l">
              <a:defRPr sz="1500" b="0">
                <a:solidFill>
                  <a:srgbClr val="37D5BE"/>
                </a:solidFill>
                <a:latin typeface="Arial"/>
                <a:ea typeface="Arial"/>
                <a:cs typeface="Arial"/>
              </a:defRPr>
            </a:lvl2pPr>
            <a:lvl3pPr algn="l">
              <a:defRPr sz="1500" b="0">
                <a:solidFill>
                  <a:srgbClr val="37D5BE"/>
                </a:solidFill>
                <a:latin typeface="Arial"/>
                <a:ea typeface="Arial"/>
                <a:cs typeface="Arial"/>
              </a:defRPr>
            </a:lvl3pPr>
            <a:lvl4pPr algn="l">
              <a:defRPr sz="1500" b="0">
                <a:solidFill>
                  <a:srgbClr val="37D5BE"/>
                </a:solidFill>
                <a:latin typeface="Arial"/>
                <a:ea typeface="Arial"/>
                <a:cs typeface="Arial"/>
              </a:defRPr>
            </a:lvl4pPr>
            <a:lvl5pPr algn="l">
              <a:defRPr sz="1500" b="0">
                <a:solidFill>
                  <a:srgbClr val="37D5BE"/>
                </a:solidFill>
                <a:latin typeface="Arial"/>
                <a:ea typeface="Arial"/>
                <a:cs typeface="Arial"/>
              </a:defRPr>
            </a:lvl5pPr>
            <a:lvl6pPr algn="l">
              <a:defRPr sz="1500" b="0">
                <a:solidFill>
                  <a:srgbClr val="37D5BE"/>
                </a:solidFill>
                <a:latin typeface="Arial"/>
                <a:ea typeface="Arial"/>
                <a:cs typeface="Arial"/>
              </a:defRPr>
            </a:lvl6pPr>
            <a:lvl7pPr algn="l">
              <a:defRPr sz="1500" b="0">
                <a:solidFill>
                  <a:srgbClr val="37D5BE"/>
                </a:solidFill>
                <a:latin typeface="Arial"/>
                <a:ea typeface="Arial"/>
                <a:cs typeface="Arial"/>
              </a:defRPr>
            </a:lvl7pPr>
            <a:lvl8pPr algn="l">
              <a:defRPr sz="1500" b="0">
                <a:solidFill>
                  <a:srgbClr val="37D5BE"/>
                </a:solidFill>
                <a:latin typeface="Arial"/>
                <a:ea typeface="Arial"/>
                <a:cs typeface="Arial"/>
              </a:defRPr>
            </a:lvl8pPr>
            <a:lvl9pPr algn="l">
              <a:defRPr sz="1500" b="0">
                <a:solidFill>
                  <a:srgbClr val="37D5BE"/>
                </a:solidFill>
                <a:latin typeface="Arial"/>
                <a:ea typeface="Arial"/>
                <a:cs typeface="Arial"/>
              </a:defRPr>
            </a:lvl9pPr>
          </a:lstStyle>
          <a:p xmlns:a="http://schemas.openxmlformats.org/drawingml/2006/main">
            <a:pPr algn="l">
              <a:defRPr sz="1500" b="0">
                <a:solidFill>
                  <a:srgbClr val="37D5BE"/>
                </a:solidFill>
                <a:latin typeface="Arial"/>
                <a:ea typeface="Arial"/>
                <a:cs typeface="Arial"/>
              </a:defRPr>
            </a:pPr>
            <a:r>
              <a:rPr sz="1500" b="0">
                <a:solidFill>
                  <a:srgbClr val="37D5BE"/>
                </a:solidFill>
                <a:latin typeface="Arial"/>
                <a:ea typeface="Arial"/>
                <a:cs typeface="Arial"/>
              </a:rPr>
              <a:t>46–49 minutes. Keep the findings folded.</a:t>
            </a:r>
          </a:p>
        </p:txBody>
      </p:sp>
      <p:sp>
        <p:nvSpPr>
          <p:cNvPr id="3" name="27">
            <a:extLst xmlns:a="http://schemas.openxmlformats.org/drawingml/2006/main">
              <a:ext uri="{FF2B5EF4-FFF2-40B4-BE49-F238E27FC236}">
                <a16:creationId xmlns:a16="http://schemas.microsoft.com/office/drawing/2014/main" id="{E0D49061-E608-464A-B27F-AE92199F20B3}"/>
              </a:ext>
            </a:extLst>
          </p:cNvPr>
          <p:cNvSpPr>
            <a:spLocks xmlns:a="http://schemas.openxmlformats.org/drawingml/2006/main" noGrp="1"/>
          </p:cNvSpPr>
          <p:nvPr/>
        </p:nvSpPr>
        <p:spPr>
          <a:xfrm xmlns:a="http://schemas.openxmlformats.org/drawingml/2006/main">
            <a:off x="11172825" y="641032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0">
                <a:solidFill>
                  <a:srgbClr val="A8C1CA"/>
                </a:solidFill>
                <a:latin typeface="Arial"/>
                <a:ea typeface="Arial"/>
                <a:cs typeface="Arial"/>
              </a:defRPr>
            </a:defPPr>
            <a:lvl1pPr algn="r">
              <a:defRPr sz="975" b="0">
                <a:solidFill>
                  <a:srgbClr val="A8C1CA"/>
                </a:solidFill>
                <a:latin typeface="Arial"/>
                <a:ea typeface="Arial"/>
                <a:cs typeface="Arial"/>
              </a:defRPr>
            </a:lvl1pPr>
            <a:lvl2pPr algn="r">
              <a:defRPr sz="975" b="0">
                <a:solidFill>
                  <a:srgbClr val="A8C1CA"/>
                </a:solidFill>
                <a:latin typeface="Arial"/>
                <a:ea typeface="Arial"/>
                <a:cs typeface="Arial"/>
              </a:defRPr>
            </a:lvl2pPr>
            <a:lvl3pPr algn="r">
              <a:defRPr sz="975" b="0">
                <a:solidFill>
                  <a:srgbClr val="A8C1CA"/>
                </a:solidFill>
                <a:latin typeface="Arial"/>
                <a:ea typeface="Arial"/>
                <a:cs typeface="Arial"/>
              </a:defRPr>
            </a:lvl3pPr>
            <a:lvl4pPr algn="r">
              <a:defRPr sz="975" b="0">
                <a:solidFill>
                  <a:srgbClr val="A8C1CA"/>
                </a:solidFill>
                <a:latin typeface="Arial"/>
                <a:ea typeface="Arial"/>
                <a:cs typeface="Arial"/>
              </a:defRPr>
            </a:lvl4pPr>
            <a:lvl5pPr algn="r">
              <a:defRPr sz="975" b="0">
                <a:solidFill>
                  <a:srgbClr val="A8C1CA"/>
                </a:solidFill>
                <a:latin typeface="Arial"/>
                <a:ea typeface="Arial"/>
                <a:cs typeface="Arial"/>
              </a:defRPr>
            </a:lvl5pPr>
            <a:lvl6pPr algn="r">
              <a:defRPr sz="975" b="0">
                <a:solidFill>
                  <a:srgbClr val="A8C1CA"/>
                </a:solidFill>
                <a:latin typeface="Arial"/>
                <a:ea typeface="Arial"/>
                <a:cs typeface="Arial"/>
              </a:defRPr>
            </a:lvl6pPr>
            <a:lvl7pPr algn="r">
              <a:defRPr sz="975" b="0">
                <a:solidFill>
                  <a:srgbClr val="A8C1CA"/>
                </a:solidFill>
                <a:latin typeface="Arial"/>
                <a:ea typeface="Arial"/>
                <a:cs typeface="Arial"/>
              </a:defRPr>
            </a:lvl7pPr>
            <a:lvl8pPr algn="r">
              <a:defRPr sz="975" b="0">
                <a:solidFill>
                  <a:srgbClr val="A8C1CA"/>
                </a:solidFill>
                <a:latin typeface="Arial"/>
                <a:ea typeface="Arial"/>
                <a:cs typeface="Arial"/>
              </a:defRPr>
            </a:lvl8pPr>
            <a:lvl9pPr algn="r">
              <a:defRPr sz="975" b="0">
                <a:solidFill>
                  <a:srgbClr val="A8C1CA"/>
                </a:solidFill>
                <a:latin typeface="Arial"/>
                <a:ea typeface="Arial"/>
                <a:cs typeface="Arial"/>
              </a:defRPr>
            </a:lvl9pPr>
          </a:lstStyle>
          <a:p xmlns:a="http://schemas.openxmlformats.org/drawingml/2006/main">
            <a:pPr algn="r">
              <a:defRPr sz="975" b="0">
                <a:solidFill>
                  <a:srgbClr val="A8C1CA"/>
                </a:solidFill>
                <a:latin typeface="Arial"/>
                <a:ea typeface="Arial"/>
                <a:cs typeface="Arial"/>
              </a:defRPr>
            </a:pPr>
            <a:r>
              <a:rPr sz="975" b="0">
                <a:solidFill>
                  <a:srgbClr val="A8C1CA"/>
                </a:solidFill>
                <a:latin typeface="Arial"/>
                <a:ea typeface="Arial"/>
                <a:cs typeface="Arial"/>
              </a:rPr>
              <a:t>27</a:t>
            </a:r>
          </a:p>
        </p:txBody>
      </p:sp>
      <p:sp>
        <p:nvSpPr>
          <p:cNvPr id="4" name="6/6">
            <a:extLst xmlns:a="http://schemas.openxmlformats.org/drawingml/2006/main">
              <a:ext uri="{FF2B5EF4-FFF2-40B4-BE49-F238E27FC236}">
                <a16:creationId xmlns:a16="http://schemas.microsoft.com/office/drawing/2014/main" id="{5E4B8B5F-6A28-4F85-ADBC-117CE9CDBFBB}"/>
              </a:ext>
            </a:extLst>
          </p:cNvPr>
          <p:cNvSpPr>
            <a:spLocks xmlns:a="http://schemas.openxmlformats.org/drawingml/2006/main" noGrp="1"/>
          </p:cNvSpPr>
          <p:nvPr/>
        </p:nvSpPr>
        <p:spPr>
          <a:xfrm xmlns:a="http://schemas.openxmlformats.org/drawingml/2006/main">
            <a:off x="714375" y="2143125"/>
            <a:ext cx="4476750"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350" b="1">
                <a:solidFill>
                  <a:srgbClr val="37D5BE"/>
                </a:solidFill>
                <a:latin typeface="Arial"/>
                <a:ea typeface="Arial"/>
                <a:cs typeface="Arial"/>
              </a:defRPr>
            </a:defPPr>
            <a:lvl1pPr algn="l">
              <a:defRPr sz="10350" b="1">
                <a:solidFill>
                  <a:srgbClr val="37D5BE"/>
                </a:solidFill>
                <a:latin typeface="Arial"/>
                <a:ea typeface="Arial"/>
                <a:cs typeface="Arial"/>
              </a:defRPr>
            </a:lvl1pPr>
            <a:lvl2pPr algn="l">
              <a:defRPr sz="10350" b="1">
                <a:solidFill>
                  <a:srgbClr val="37D5BE"/>
                </a:solidFill>
                <a:latin typeface="Arial"/>
                <a:ea typeface="Arial"/>
                <a:cs typeface="Arial"/>
              </a:defRPr>
            </a:lvl2pPr>
            <a:lvl3pPr algn="l">
              <a:defRPr sz="10350" b="1">
                <a:solidFill>
                  <a:srgbClr val="37D5BE"/>
                </a:solidFill>
                <a:latin typeface="Arial"/>
                <a:ea typeface="Arial"/>
                <a:cs typeface="Arial"/>
              </a:defRPr>
            </a:lvl3pPr>
            <a:lvl4pPr algn="l">
              <a:defRPr sz="10350" b="1">
                <a:solidFill>
                  <a:srgbClr val="37D5BE"/>
                </a:solidFill>
                <a:latin typeface="Arial"/>
                <a:ea typeface="Arial"/>
                <a:cs typeface="Arial"/>
              </a:defRPr>
            </a:lvl4pPr>
            <a:lvl5pPr algn="l">
              <a:defRPr sz="10350" b="1">
                <a:solidFill>
                  <a:srgbClr val="37D5BE"/>
                </a:solidFill>
                <a:latin typeface="Arial"/>
                <a:ea typeface="Arial"/>
                <a:cs typeface="Arial"/>
              </a:defRPr>
            </a:lvl5pPr>
            <a:lvl6pPr algn="l">
              <a:defRPr sz="10350" b="1">
                <a:solidFill>
                  <a:srgbClr val="37D5BE"/>
                </a:solidFill>
                <a:latin typeface="Arial"/>
                <a:ea typeface="Arial"/>
                <a:cs typeface="Arial"/>
              </a:defRPr>
            </a:lvl6pPr>
            <a:lvl7pPr algn="l">
              <a:defRPr sz="10350" b="1">
                <a:solidFill>
                  <a:srgbClr val="37D5BE"/>
                </a:solidFill>
                <a:latin typeface="Arial"/>
                <a:ea typeface="Arial"/>
                <a:cs typeface="Arial"/>
              </a:defRPr>
            </a:lvl7pPr>
            <a:lvl8pPr algn="l">
              <a:defRPr sz="10350" b="1">
                <a:solidFill>
                  <a:srgbClr val="37D5BE"/>
                </a:solidFill>
                <a:latin typeface="Arial"/>
                <a:ea typeface="Arial"/>
                <a:cs typeface="Arial"/>
              </a:defRPr>
            </a:lvl8pPr>
            <a:lvl9pPr algn="l">
              <a:defRPr sz="10350" b="1">
                <a:solidFill>
                  <a:srgbClr val="37D5BE"/>
                </a:solidFill>
                <a:latin typeface="Arial"/>
                <a:ea typeface="Arial"/>
                <a:cs typeface="Arial"/>
              </a:defRPr>
            </a:lvl9pPr>
          </a:lstStyle>
          <a:p xmlns:a="http://schemas.openxmlformats.org/drawingml/2006/main">
            <a:pPr algn="l">
              <a:defRPr sz="10350" b="1">
                <a:solidFill>
                  <a:srgbClr val="37D5BE"/>
                </a:solidFill>
                <a:latin typeface="Arial"/>
                <a:ea typeface="Arial"/>
                <a:cs typeface="Arial"/>
              </a:defRPr>
            </a:pPr>
            <a:r>
              <a:rPr sz="10350" b="1">
                <a:solidFill>
                  <a:srgbClr val="37D5BE"/>
                </a:solidFill>
                <a:latin typeface="Arial"/>
                <a:ea typeface="Arial"/>
                <a:cs typeface="Arial"/>
              </a:rPr>
              <a:t>6/6</a:t>
            </a:r>
          </a:p>
        </p:txBody>
      </p:sp>
      <p:sp>
        <p:nvSpPr>
          <p:cNvPr id="5" name="fixed privilege checks pass">
            <a:extLst xmlns:a="http://schemas.openxmlformats.org/drawingml/2006/main">
              <a:ext uri="{FF2B5EF4-FFF2-40B4-BE49-F238E27FC236}">
                <a16:creationId xmlns:a16="http://schemas.microsoft.com/office/drawing/2014/main" id="{4837D8B8-3A31-455A-9573-CDFE08C233D6}"/>
              </a:ext>
            </a:extLst>
          </p:cNvPr>
          <p:cNvSpPr>
            <a:spLocks xmlns:a="http://schemas.openxmlformats.org/drawingml/2006/main" noGrp="1"/>
          </p:cNvSpPr>
          <p:nvPr/>
        </p:nvSpPr>
        <p:spPr>
          <a:xfrm xmlns:a="http://schemas.openxmlformats.org/drawingml/2006/main">
            <a:off x="790575" y="39814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250" b="0">
                <a:solidFill>
                  <a:srgbClr val="FFFFFF"/>
                </a:solidFill>
                <a:latin typeface="Arial"/>
                <a:ea typeface="Arial"/>
                <a:cs typeface="Arial"/>
              </a:defRPr>
            </a:defPPr>
            <a:lvl1pPr algn="l">
              <a:defRPr sz="2250" b="0">
                <a:solidFill>
                  <a:srgbClr val="FFFFFF"/>
                </a:solidFill>
                <a:latin typeface="Arial"/>
                <a:ea typeface="Arial"/>
                <a:cs typeface="Arial"/>
              </a:defRPr>
            </a:lvl1pPr>
            <a:lvl2pPr algn="l">
              <a:defRPr sz="2250" b="0">
                <a:solidFill>
                  <a:srgbClr val="FFFFFF"/>
                </a:solidFill>
                <a:latin typeface="Arial"/>
                <a:ea typeface="Arial"/>
                <a:cs typeface="Arial"/>
              </a:defRPr>
            </a:lvl2pPr>
            <a:lvl3pPr algn="l">
              <a:defRPr sz="2250" b="0">
                <a:solidFill>
                  <a:srgbClr val="FFFFFF"/>
                </a:solidFill>
                <a:latin typeface="Arial"/>
                <a:ea typeface="Arial"/>
                <a:cs typeface="Arial"/>
              </a:defRPr>
            </a:lvl3pPr>
            <a:lvl4pPr algn="l">
              <a:defRPr sz="2250" b="0">
                <a:solidFill>
                  <a:srgbClr val="FFFFFF"/>
                </a:solidFill>
                <a:latin typeface="Arial"/>
                <a:ea typeface="Arial"/>
                <a:cs typeface="Arial"/>
              </a:defRPr>
            </a:lvl4pPr>
            <a:lvl5pPr algn="l">
              <a:defRPr sz="2250" b="0">
                <a:solidFill>
                  <a:srgbClr val="FFFFFF"/>
                </a:solidFill>
                <a:latin typeface="Arial"/>
                <a:ea typeface="Arial"/>
                <a:cs typeface="Arial"/>
              </a:defRPr>
            </a:lvl5pPr>
            <a:lvl6pPr algn="l">
              <a:defRPr sz="2250" b="0">
                <a:solidFill>
                  <a:srgbClr val="FFFFFF"/>
                </a:solidFill>
                <a:latin typeface="Arial"/>
                <a:ea typeface="Arial"/>
                <a:cs typeface="Arial"/>
              </a:defRPr>
            </a:lvl6pPr>
            <a:lvl7pPr algn="l">
              <a:defRPr sz="2250" b="0">
                <a:solidFill>
                  <a:srgbClr val="FFFFFF"/>
                </a:solidFill>
                <a:latin typeface="Arial"/>
                <a:ea typeface="Arial"/>
                <a:cs typeface="Arial"/>
              </a:defRPr>
            </a:lvl7pPr>
            <a:lvl8pPr algn="l">
              <a:defRPr sz="2250" b="0">
                <a:solidFill>
                  <a:srgbClr val="FFFFFF"/>
                </a:solidFill>
                <a:latin typeface="Arial"/>
                <a:ea typeface="Arial"/>
                <a:cs typeface="Arial"/>
              </a:defRPr>
            </a:lvl8pPr>
            <a:lvl9pPr algn="l">
              <a:defRPr sz="2250" b="0">
                <a:solidFill>
                  <a:srgbClr val="FFFFFF"/>
                </a:solidFill>
                <a:latin typeface="Arial"/>
                <a:ea typeface="Arial"/>
                <a:cs typeface="Arial"/>
              </a:defRPr>
            </a:lvl9pPr>
          </a:lstStyle>
          <a:p xmlns:a="http://schemas.openxmlformats.org/drawingml/2006/main">
            <a:pPr algn="l">
              <a:defRPr sz="2250" b="0">
                <a:solidFill>
                  <a:srgbClr val="FFFFFF"/>
                </a:solidFill>
                <a:latin typeface="Arial"/>
                <a:ea typeface="Arial"/>
                <a:cs typeface="Arial"/>
              </a:defRPr>
            </a:pPr>
            <a:r>
              <a:rPr sz="2250" b="0">
                <a:solidFill>
                  <a:srgbClr val="FFFFFF"/>
                </a:solidFill>
                <a:latin typeface="Arial"/>
                <a:ea typeface="Arial"/>
                <a:cs typeface="Arial"/>
              </a:rPr>
              <a:t>fixed privilege checks pass</a:t>
            </a:r>
          </a:p>
        </p:txBody>
      </p:sp>
      <p:sp>
        <p:nvSpPr>
          <p:cNvPr id="6" name="What may proceed?">
            <a:extLst xmlns:a="http://schemas.openxmlformats.org/drawingml/2006/main">
              <a:ext uri="{FF2B5EF4-FFF2-40B4-BE49-F238E27FC236}">
                <a16:creationId xmlns:a16="http://schemas.microsoft.com/office/drawing/2014/main" id="{963FFB7B-5BDC-4FC9-9221-705641535578}"/>
              </a:ext>
            </a:extLst>
          </p:cNvPr>
          <p:cNvSpPr>
            <a:spLocks xmlns:a="http://schemas.openxmlformats.org/drawingml/2006/main" noGrp="1"/>
          </p:cNvSpPr>
          <p:nvPr/>
        </p:nvSpPr>
        <p:spPr>
          <a:xfrm xmlns:a="http://schemas.openxmlformats.org/drawingml/2006/main">
            <a:off x="6629400" y="2362200"/>
            <a:ext cx="485775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FFFFFF"/>
                </a:solidFill>
                <a:latin typeface="Arial"/>
                <a:ea typeface="Arial"/>
                <a:cs typeface="Arial"/>
              </a:defRPr>
            </a:defPPr>
            <a:lvl1pPr algn="l">
              <a:defRPr sz="3000" b="1">
                <a:solidFill>
                  <a:srgbClr val="FFFFFF"/>
                </a:solidFill>
                <a:latin typeface="Arial"/>
                <a:ea typeface="Arial"/>
                <a:cs typeface="Arial"/>
              </a:defRPr>
            </a:lvl1pPr>
            <a:lvl2pPr algn="l">
              <a:defRPr sz="3000" b="1">
                <a:solidFill>
                  <a:srgbClr val="FFFFFF"/>
                </a:solidFill>
                <a:latin typeface="Arial"/>
                <a:ea typeface="Arial"/>
                <a:cs typeface="Arial"/>
              </a:defRPr>
            </a:lvl2pPr>
            <a:lvl3pPr algn="l">
              <a:defRPr sz="3000" b="1">
                <a:solidFill>
                  <a:srgbClr val="FFFFFF"/>
                </a:solidFill>
                <a:latin typeface="Arial"/>
                <a:ea typeface="Arial"/>
                <a:cs typeface="Arial"/>
              </a:defRPr>
            </a:lvl3pPr>
            <a:lvl4pPr algn="l">
              <a:defRPr sz="3000" b="1">
                <a:solidFill>
                  <a:srgbClr val="FFFFFF"/>
                </a:solidFill>
                <a:latin typeface="Arial"/>
                <a:ea typeface="Arial"/>
                <a:cs typeface="Arial"/>
              </a:defRPr>
            </a:lvl4pPr>
            <a:lvl5pPr algn="l">
              <a:defRPr sz="3000" b="1">
                <a:solidFill>
                  <a:srgbClr val="FFFFFF"/>
                </a:solidFill>
                <a:latin typeface="Arial"/>
                <a:ea typeface="Arial"/>
                <a:cs typeface="Arial"/>
              </a:defRPr>
            </a:lvl5pPr>
            <a:lvl6pPr algn="l">
              <a:defRPr sz="3000" b="1">
                <a:solidFill>
                  <a:srgbClr val="FFFFFF"/>
                </a:solidFill>
                <a:latin typeface="Arial"/>
                <a:ea typeface="Arial"/>
                <a:cs typeface="Arial"/>
              </a:defRPr>
            </a:lvl6pPr>
            <a:lvl7pPr algn="l">
              <a:defRPr sz="3000" b="1">
                <a:solidFill>
                  <a:srgbClr val="FFFFFF"/>
                </a:solidFill>
                <a:latin typeface="Arial"/>
                <a:ea typeface="Arial"/>
                <a:cs typeface="Arial"/>
              </a:defRPr>
            </a:lvl7pPr>
            <a:lvl8pPr algn="l">
              <a:defRPr sz="3000" b="1">
                <a:solidFill>
                  <a:srgbClr val="FFFFFF"/>
                </a:solidFill>
                <a:latin typeface="Arial"/>
                <a:ea typeface="Arial"/>
                <a:cs typeface="Arial"/>
              </a:defRPr>
            </a:lvl8pPr>
            <a:lvl9pPr algn="l">
              <a:defRPr sz="3000" b="1">
                <a:solidFill>
                  <a:srgbClr val="FFFFFF"/>
                </a:solidFill>
                <a:latin typeface="Arial"/>
                <a:ea typeface="Arial"/>
                <a:cs typeface="Arial"/>
              </a:defRPr>
            </a:lvl9pPr>
          </a:lstStyle>
          <a:p xmlns:a="http://schemas.openxmlformats.org/drawingml/2006/main">
            <a:pPr algn="l">
              <a:defRPr sz="3000" b="1">
                <a:solidFill>
                  <a:srgbClr val="FFFFFF"/>
                </a:solidFill>
                <a:latin typeface="Arial"/>
                <a:ea typeface="Arial"/>
                <a:cs typeface="Arial"/>
              </a:defRPr>
            </a:pPr>
            <a:r>
              <a:rPr sz="3000" b="1">
                <a:solidFill>
                  <a:srgbClr val="FFFFFF"/>
                </a:solidFill>
                <a:latin typeface="Arial"/>
                <a:ea typeface="Arial"/>
                <a:cs typeface="Arial"/>
              </a:rPr>
              <a:t>What may proceed?</a:t>
            </a:r>
          </a:p>
        </p:txBody>
      </p:sp>
      <p:sp>
        <p:nvSpPr>
          <p:cNvPr id="7" name="Approve / modify / reject / escalate">
            <a:extLst xmlns:a="http://schemas.openxmlformats.org/drawingml/2006/main">
              <a:ext uri="{FF2B5EF4-FFF2-40B4-BE49-F238E27FC236}">
                <a16:creationId xmlns:a16="http://schemas.microsoft.com/office/drawing/2014/main" id="{8F879B28-141A-44D9-B143-C8D8D9067F39}"/>
              </a:ext>
            </a:extLst>
          </p:cNvPr>
          <p:cNvSpPr>
            <a:spLocks xmlns:a="http://schemas.openxmlformats.org/drawingml/2006/main" noGrp="1"/>
          </p:cNvSpPr>
          <p:nvPr/>
        </p:nvSpPr>
        <p:spPr>
          <a:xfrm xmlns:a="http://schemas.openxmlformats.org/drawingml/2006/main">
            <a:off x="6667500" y="3619500"/>
            <a:ext cx="47434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FFFFFF"/>
                </a:solidFill>
                <a:latin typeface="Arial"/>
                <a:ea typeface="Arial"/>
                <a:cs typeface="Arial"/>
              </a:defRPr>
            </a:defPPr>
            <a:lvl1pPr algn="l">
              <a:defRPr sz="2100" b="0">
                <a:solidFill>
                  <a:srgbClr val="FFFFFF"/>
                </a:solidFill>
                <a:latin typeface="Arial"/>
                <a:ea typeface="Arial"/>
                <a:cs typeface="Arial"/>
              </a:defRPr>
            </a:lvl1pPr>
            <a:lvl2pPr algn="l">
              <a:defRPr sz="2100" b="0">
                <a:solidFill>
                  <a:srgbClr val="FFFFFF"/>
                </a:solidFill>
                <a:latin typeface="Arial"/>
                <a:ea typeface="Arial"/>
                <a:cs typeface="Arial"/>
              </a:defRPr>
            </a:lvl2pPr>
            <a:lvl3pPr algn="l">
              <a:defRPr sz="2100" b="0">
                <a:solidFill>
                  <a:srgbClr val="FFFFFF"/>
                </a:solidFill>
                <a:latin typeface="Arial"/>
                <a:ea typeface="Arial"/>
                <a:cs typeface="Arial"/>
              </a:defRPr>
            </a:lvl3pPr>
            <a:lvl4pPr algn="l">
              <a:defRPr sz="2100" b="0">
                <a:solidFill>
                  <a:srgbClr val="FFFFFF"/>
                </a:solidFill>
                <a:latin typeface="Arial"/>
                <a:ea typeface="Arial"/>
                <a:cs typeface="Arial"/>
              </a:defRPr>
            </a:lvl4pPr>
            <a:lvl5pPr algn="l">
              <a:defRPr sz="2100" b="0">
                <a:solidFill>
                  <a:srgbClr val="FFFFFF"/>
                </a:solidFill>
                <a:latin typeface="Arial"/>
                <a:ea typeface="Arial"/>
                <a:cs typeface="Arial"/>
              </a:defRPr>
            </a:lvl5pPr>
            <a:lvl6pPr algn="l">
              <a:defRPr sz="2100" b="0">
                <a:solidFill>
                  <a:srgbClr val="FFFFFF"/>
                </a:solidFill>
                <a:latin typeface="Arial"/>
                <a:ea typeface="Arial"/>
                <a:cs typeface="Arial"/>
              </a:defRPr>
            </a:lvl6pPr>
            <a:lvl7pPr algn="l">
              <a:defRPr sz="2100" b="0">
                <a:solidFill>
                  <a:srgbClr val="FFFFFF"/>
                </a:solidFill>
                <a:latin typeface="Arial"/>
                <a:ea typeface="Arial"/>
                <a:cs typeface="Arial"/>
              </a:defRPr>
            </a:lvl7pPr>
            <a:lvl8pPr algn="l">
              <a:defRPr sz="2100" b="0">
                <a:solidFill>
                  <a:srgbClr val="FFFFFF"/>
                </a:solidFill>
                <a:latin typeface="Arial"/>
                <a:ea typeface="Arial"/>
                <a:cs typeface="Arial"/>
              </a:defRPr>
            </a:lvl8pPr>
            <a:lvl9pPr algn="l">
              <a:defRPr sz="2100" b="0">
                <a:solidFill>
                  <a:srgbClr val="FFFFFF"/>
                </a:solidFill>
                <a:latin typeface="Arial"/>
                <a:ea typeface="Arial"/>
                <a:cs typeface="Arial"/>
              </a:defRPr>
            </a:lvl9pPr>
          </a:lstStyle>
          <a:p xmlns:a="http://schemas.openxmlformats.org/drawingml/2006/main">
            <a:pPr algn="l">
              <a:defRPr sz="2100" b="0">
                <a:solidFill>
                  <a:srgbClr val="FFFFFF"/>
                </a:solidFill>
                <a:latin typeface="Arial"/>
                <a:ea typeface="Arial"/>
                <a:cs typeface="Arial"/>
              </a:defRPr>
            </a:pPr>
            <a:r>
              <a:rPr sz="2100" b="0">
                <a:solidFill>
                  <a:srgbClr val="FFFFFF"/>
                </a:solidFill>
                <a:latin typeface="Arial"/>
                <a:ea typeface="Arial"/>
                <a:cs typeface="Arial"/>
              </a:rPr>
              <a:t>Approve / modify / reject / escalate</a:t>
            </a:r>
          </a:p>
        </p:txBody>
      </p:sp>
      <p:sp>
        <p:nvSpPr>
          <p:cNvPr id="8" name="Lock scope and acceptance evidence before the">
            <a:extLst xmlns:a="http://schemas.openxmlformats.org/drawingml/2006/main">
              <a:ext uri="{FF2B5EF4-FFF2-40B4-BE49-F238E27FC236}">
                <a16:creationId xmlns:a16="http://schemas.microsoft.com/office/drawing/2014/main" id="{A0D65FD8-9A07-4F8A-A6FC-E195FA71FC3B}"/>
              </a:ext>
            </a:extLst>
          </p:cNvPr>
          <p:cNvSpPr>
            <a:spLocks xmlns:a="http://schemas.openxmlformats.org/drawingml/2006/main" noGrp="1"/>
          </p:cNvSpPr>
          <p:nvPr/>
        </p:nvSpPr>
        <p:spPr>
          <a:xfrm xmlns:a="http://schemas.openxmlformats.org/drawingml/2006/main">
            <a:off x="6667500" y="4886325"/>
            <a:ext cx="4762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1">
                <a:solidFill>
                  <a:srgbClr val="37D5BE"/>
                </a:solidFill>
                <a:latin typeface="Arial"/>
                <a:ea typeface="Arial"/>
                <a:cs typeface="Arial"/>
              </a:defRPr>
            </a:defPPr>
            <a:lvl1pPr algn="l">
              <a:defRPr sz="2025" b="1">
                <a:solidFill>
                  <a:srgbClr val="37D5BE"/>
                </a:solidFill>
                <a:latin typeface="Arial"/>
                <a:ea typeface="Arial"/>
                <a:cs typeface="Arial"/>
              </a:defRPr>
            </a:lvl1pPr>
            <a:lvl2pPr algn="l">
              <a:defRPr sz="2025" b="1">
                <a:solidFill>
                  <a:srgbClr val="37D5BE"/>
                </a:solidFill>
                <a:latin typeface="Arial"/>
                <a:ea typeface="Arial"/>
                <a:cs typeface="Arial"/>
              </a:defRPr>
            </a:lvl2pPr>
            <a:lvl3pPr algn="l">
              <a:defRPr sz="2025" b="1">
                <a:solidFill>
                  <a:srgbClr val="37D5BE"/>
                </a:solidFill>
                <a:latin typeface="Arial"/>
                <a:ea typeface="Arial"/>
                <a:cs typeface="Arial"/>
              </a:defRPr>
            </a:lvl3pPr>
            <a:lvl4pPr algn="l">
              <a:defRPr sz="2025" b="1">
                <a:solidFill>
                  <a:srgbClr val="37D5BE"/>
                </a:solidFill>
                <a:latin typeface="Arial"/>
                <a:ea typeface="Arial"/>
                <a:cs typeface="Arial"/>
              </a:defRPr>
            </a:lvl4pPr>
            <a:lvl5pPr algn="l">
              <a:defRPr sz="2025" b="1">
                <a:solidFill>
                  <a:srgbClr val="37D5BE"/>
                </a:solidFill>
                <a:latin typeface="Arial"/>
                <a:ea typeface="Arial"/>
                <a:cs typeface="Arial"/>
              </a:defRPr>
            </a:lvl5pPr>
            <a:lvl6pPr algn="l">
              <a:defRPr sz="2025" b="1">
                <a:solidFill>
                  <a:srgbClr val="37D5BE"/>
                </a:solidFill>
                <a:latin typeface="Arial"/>
                <a:ea typeface="Arial"/>
                <a:cs typeface="Arial"/>
              </a:defRPr>
            </a:lvl6pPr>
            <a:lvl7pPr algn="l">
              <a:defRPr sz="2025" b="1">
                <a:solidFill>
                  <a:srgbClr val="37D5BE"/>
                </a:solidFill>
                <a:latin typeface="Arial"/>
                <a:ea typeface="Arial"/>
                <a:cs typeface="Arial"/>
              </a:defRPr>
            </a:lvl7pPr>
            <a:lvl8pPr algn="l">
              <a:defRPr sz="2025" b="1">
                <a:solidFill>
                  <a:srgbClr val="37D5BE"/>
                </a:solidFill>
                <a:latin typeface="Arial"/>
                <a:ea typeface="Arial"/>
                <a:cs typeface="Arial"/>
              </a:defRPr>
            </a:lvl8pPr>
            <a:lvl9pPr algn="l">
              <a:defRPr sz="2025" b="1">
                <a:solidFill>
                  <a:srgbClr val="37D5BE"/>
                </a:solidFill>
                <a:latin typeface="Arial"/>
                <a:ea typeface="Arial"/>
                <a:cs typeface="Arial"/>
              </a:defRPr>
            </a:lvl9pPr>
          </a:lstStyle>
          <a:p xmlns:a="http://schemas.openxmlformats.org/drawingml/2006/main">
            <a:pPr algn="l">
              <a:defRPr sz="2025" b="1">
                <a:solidFill>
                  <a:srgbClr val="37D5BE"/>
                </a:solidFill>
                <a:latin typeface="Arial"/>
                <a:ea typeface="Arial"/>
                <a:cs typeface="Arial"/>
              </a:defRPr>
            </a:pPr>
            <a:r>
              <a:rPr sz="2025" b="1">
                <a:solidFill>
                  <a:srgbClr val="37D5BE"/>
                </a:solidFill>
                <a:latin typeface="Arial"/>
                <a:ea typeface="Arial"/>
                <a:cs typeface="Arial"/>
              </a:rPr>
              <a:t>Lock scope and acceptance evidence before the reveal</a:t>
            </a:r>
          </a:p>
        </p:txBody>
      </p:sp>
      <p:sp>
        <p:nvSpPr>
          <p:cNvPr id="9" name="Routing scores are not calibrated deployment ">
            <a:extLst xmlns:a="http://schemas.openxmlformats.org/drawingml/2006/main">
              <a:ext uri="{FF2B5EF4-FFF2-40B4-BE49-F238E27FC236}">
                <a16:creationId xmlns:a16="http://schemas.microsoft.com/office/drawing/2014/main" id="{04AC84A4-9B27-46DE-B5EA-F1CCA8E7EF56}"/>
              </a:ext>
            </a:extLst>
          </p:cNvPr>
          <p:cNvSpPr>
            <a:spLocks xmlns:a="http://schemas.openxmlformats.org/drawingml/2006/main" noGrp="1"/>
          </p:cNvSpPr>
          <p:nvPr/>
        </p:nvSpPr>
        <p:spPr>
          <a:xfrm xmlns:a="http://schemas.openxmlformats.org/drawingml/2006/main">
            <a:off x="723900" y="6086475"/>
            <a:ext cx="10620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75" b="0">
                <a:solidFill>
                  <a:srgbClr val="FFFFFF"/>
                </a:solidFill>
                <a:latin typeface="Arial"/>
                <a:ea typeface="Arial"/>
                <a:cs typeface="Arial"/>
              </a:defRPr>
            </a:defPPr>
            <a:lvl1pPr algn="l">
              <a:defRPr sz="1575" b="0">
                <a:solidFill>
                  <a:srgbClr val="FFFFFF"/>
                </a:solidFill>
                <a:latin typeface="Arial"/>
                <a:ea typeface="Arial"/>
                <a:cs typeface="Arial"/>
              </a:defRPr>
            </a:lvl1pPr>
            <a:lvl2pPr algn="l">
              <a:defRPr sz="1575" b="0">
                <a:solidFill>
                  <a:srgbClr val="FFFFFF"/>
                </a:solidFill>
                <a:latin typeface="Arial"/>
                <a:ea typeface="Arial"/>
                <a:cs typeface="Arial"/>
              </a:defRPr>
            </a:lvl2pPr>
            <a:lvl3pPr algn="l">
              <a:defRPr sz="1575" b="0">
                <a:solidFill>
                  <a:srgbClr val="FFFFFF"/>
                </a:solidFill>
                <a:latin typeface="Arial"/>
                <a:ea typeface="Arial"/>
                <a:cs typeface="Arial"/>
              </a:defRPr>
            </a:lvl3pPr>
            <a:lvl4pPr algn="l">
              <a:defRPr sz="1575" b="0">
                <a:solidFill>
                  <a:srgbClr val="FFFFFF"/>
                </a:solidFill>
                <a:latin typeface="Arial"/>
                <a:ea typeface="Arial"/>
                <a:cs typeface="Arial"/>
              </a:defRPr>
            </a:lvl4pPr>
            <a:lvl5pPr algn="l">
              <a:defRPr sz="1575" b="0">
                <a:solidFill>
                  <a:srgbClr val="FFFFFF"/>
                </a:solidFill>
                <a:latin typeface="Arial"/>
                <a:ea typeface="Arial"/>
                <a:cs typeface="Arial"/>
              </a:defRPr>
            </a:lvl5pPr>
            <a:lvl6pPr algn="l">
              <a:defRPr sz="1575" b="0">
                <a:solidFill>
                  <a:srgbClr val="FFFFFF"/>
                </a:solidFill>
                <a:latin typeface="Arial"/>
                <a:ea typeface="Arial"/>
                <a:cs typeface="Arial"/>
              </a:defRPr>
            </a:lvl6pPr>
            <a:lvl7pPr algn="l">
              <a:defRPr sz="1575" b="0">
                <a:solidFill>
                  <a:srgbClr val="FFFFFF"/>
                </a:solidFill>
                <a:latin typeface="Arial"/>
                <a:ea typeface="Arial"/>
                <a:cs typeface="Arial"/>
              </a:defRPr>
            </a:lvl7pPr>
            <a:lvl8pPr algn="l">
              <a:defRPr sz="1575" b="0">
                <a:solidFill>
                  <a:srgbClr val="FFFFFF"/>
                </a:solidFill>
                <a:latin typeface="Arial"/>
                <a:ea typeface="Arial"/>
                <a:cs typeface="Arial"/>
              </a:defRPr>
            </a:lvl8pPr>
            <a:lvl9pPr algn="l">
              <a:defRPr sz="1575" b="0">
                <a:solidFill>
                  <a:srgbClr val="FFFFFF"/>
                </a:solidFill>
                <a:latin typeface="Arial"/>
                <a:ea typeface="Arial"/>
                <a:cs typeface="Arial"/>
              </a:defRPr>
            </a:lvl9pPr>
          </a:lstStyle>
          <a:p xmlns:a="http://schemas.openxmlformats.org/drawingml/2006/main">
            <a:pPr algn="l">
              <a:defRPr sz="1575" b="0">
                <a:solidFill>
                  <a:srgbClr val="FFFFFF"/>
                </a:solidFill>
                <a:latin typeface="Arial"/>
                <a:ea typeface="Arial"/>
                <a:cs typeface="Arial"/>
              </a:defRPr>
            </a:pPr>
            <a:r>
              <a:rPr sz="1575" b="0">
                <a:solidFill>
                  <a:srgbClr val="FFFFFF"/>
                </a:solidFill>
                <a:latin typeface="Arial"/>
                <a:ea typeface="Arial"/>
                <a:cs typeface="Arial"/>
              </a:rPr>
              <a:t>Routing scores are not calibrated deployment probabilities</a:t>
            </a:r>
          </a:p>
        </p:txBody>
      </p:sp>
    </p:spTree>
    <p:extLst>
      <p:ext uri="{BB962C8B-B14F-4D97-AF65-F5344CB8AC3E}">
        <p14:creationId xmlns:p14="http://schemas.microsoft.com/office/powerpoint/2010/main" val="158224118"/>
      </p:ext>
    </p:extLst>
  </p:cSld>
</p:sld>
</file>

<file path=ppt/slides/slide28.xml><?xml version="1.0" encoding="utf-8"?>
<p:sld xmlns:p="http://schemas.openxmlformats.org/presentationml/2006/main">
  <p:cSld>
    <p:bg>
      <p:bgPr>
        <a:solidFill xmlns:a="http://schemas.openxmlformats.org/drawingml/2006/main">
          <a:srgbClr val="081A29"/>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B64A3804-A6A6-49F5-9A47-4E44173CF6DD}"/>
              </a:ext>
            </a:extLst>
          </p:cNvPr>
          <p:cNvPicPr>
            <a:picLocks xmlns:a="http://schemas.openxmlformats.org/drawingml/2006/main" noChangeAspect="1"/>
          </p:cNvPicPr>
          <p:nvPr/>
        </p:nvPicPr>
        <p:blipFill>
          <a:blip xmlns:r="http://schemas.openxmlformats.org/officeDocument/2006/relationships" xmlns:a="http://schemas.openxmlformats.org/drawingml/2006/main" r:embed="Ra59e215ac28d4da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lide-28-title">
            <a:extLst xmlns:a="http://schemas.openxmlformats.org/drawingml/2006/main">
              <a:ext uri="{FF2B5EF4-FFF2-40B4-BE49-F238E27FC236}">
                <a16:creationId xmlns:a16="http://schemas.microsoft.com/office/drawing/2014/main" id="{B30748D4-1517-4893-AFD7-DF3D46D64429}"/>
              </a:ext>
            </a:extLst>
          </p:cNvPr>
          <p:cNvSpPr>
            <a:spLocks xmlns:a="http://schemas.openxmlformats.org/drawingml/2006/main" noGrp="1"/>
          </p:cNvSpPr>
          <p:nvPr/>
        </p:nvSpPr>
        <p:spPr>
          <a:xfrm xmlns:a="http://schemas.openxmlformats.org/drawingml/2006/main">
            <a:off x="609600" y="476250"/>
            <a:ext cx="56197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FFFFFF"/>
                </a:solidFill>
                <a:latin typeface="Arial"/>
                <a:ea typeface="Arial"/>
                <a:cs typeface="Arial"/>
              </a:defRPr>
            </a:defPPr>
            <a:lvl1pPr algn="l">
              <a:defRPr sz="3150" b="1">
                <a:solidFill>
                  <a:srgbClr val="FFFFFF"/>
                </a:solidFill>
                <a:latin typeface="Arial"/>
                <a:ea typeface="Arial"/>
                <a:cs typeface="Arial"/>
              </a:defRPr>
            </a:lvl1pPr>
            <a:lvl2pPr algn="l">
              <a:defRPr sz="3150" b="1">
                <a:solidFill>
                  <a:srgbClr val="FFFFFF"/>
                </a:solidFill>
                <a:latin typeface="Arial"/>
                <a:ea typeface="Arial"/>
                <a:cs typeface="Arial"/>
              </a:defRPr>
            </a:lvl2pPr>
            <a:lvl3pPr algn="l">
              <a:defRPr sz="3150" b="1">
                <a:solidFill>
                  <a:srgbClr val="FFFFFF"/>
                </a:solidFill>
                <a:latin typeface="Arial"/>
                <a:ea typeface="Arial"/>
                <a:cs typeface="Arial"/>
              </a:defRPr>
            </a:lvl3pPr>
            <a:lvl4pPr algn="l">
              <a:defRPr sz="3150" b="1">
                <a:solidFill>
                  <a:srgbClr val="FFFFFF"/>
                </a:solidFill>
                <a:latin typeface="Arial"/>
                <a:ea typeface="Arial"/>
                <a:cs typeface="Arial"/>
              </a:defRPr>
            </a:lvl4pPr>
            <a:lvl5pPr algn="l">
              <a:defRPr sz="3150" b="1">
                <a:solidFill>
                  <a:srgbClr val="FFFFFF"/>
                </a:solidFill>
                <a:latin typeface="Arial"/>
                <a:ea typeface="Arial"/>
                <a:cs typeface="Arial"/>
              </a:defRPr>
            </a:lvl5pPr>
            <a:lvl6pPr algn="l">
              <a:defRPr sz="3150" b="1">
                <a:solidFill>
                  <a:srgbClr val="FFFFFF"/>
                </a:solidFill>
                <a:latin typeface="Arial"/>
                <a:ea typeface="Arial"/>
                <a:cs typeface="Arial"/>
              </a:defRPr>
            </a:lvl6pPr>
            <a:lvl7pPr algn="l">
              <a:defRPr sz="3150" b="1">
                <a:solidFill>
                  <a:srgbClr val="FFFFFF"/>
                </a:solidFill>
                <a:latin typeface="Arial"/>
                <a:ea typeface="Arial"/>
                <a:cs typeface="Arial"/>
              </a:defRPr>
            </a:lvl7pPr>
            <a:lvl8pPr algn="l">
              <a:defRPr sz="3150" b="1">
                <a:solidFill>
                  <a:srgbClr val="FFFFFF"/>
                </a:solidFill>
                <a:latin typeface="Arial"/>
                <a:ea typeface="Arial"/>
                <a:cs typeface="Arial"/>
              </a:defRPr>
            </a:lvl8pPr>
            <a:lvl9pPr algn="l">
              <a:defRPr sz="3150" b="1">
                <a:solidFill>
                  <a:srgbClr val="FFFFFF"/>
                </a:solidFill>
                <a:latin typeface="Arial"/>
                <a:ea typeface="Arial"/>
                <a:cs typeface="Arial"/>
              </a:defRPr>
            </a:lvl9pPr>
          </a:lstStyle>
          <a:p xmlns:a="http://schemas.openxmlformats.org/drawingml/2006/main">
            <a:pPr algn="l">
              <a:defRPr sz="3150" b="1">
                <a:solidFill>
                  <a:srgbClr val="FFFFFF"/>
                </a:solidFill>
                <a:latin typeface="Arial"/>
                <a:ea typeface="Arial"/>
                <a:cs typeface="Arial"/>
              </a:defRPr>
            </a:pPr>
            <a:r>
              <a:rPr sz="3150" b="1">
                <a:solidFill>
                  <a:srgbClr val="FFFFFF"/>
                </a:solidFill>
                <a:latin typeface="Arial"/>
                <a:ea typeface="Arial"/>
                <a:cs typeface="Arial"/>
              </a:rPr>
              <a:t>What the passing tests missed</a:t>
            </a:r>
          </a:p>
        </p:txBody>
      </p:sp>
      <p:sp>
        <p:nvSpPr>
          <p:cNvPr id="3" name="28">
            <a:extLst xmlns:a="http://schemas.openxmlformats.org/drawingml/2006/main">
              <a:ext uri="{FF2B5EF4-FFF2-40B4-BE49-F238E27FC236}">
                <a16:creationId xmlns:a16="http://schemas.microsoft.com/office/drawing/2014/main" id="{98D09CE3-2E1F-48DC-91F6-E2E55208D143}"/>
              </a:ext>
            </a:extLst>
          </p:cNvPr>
          <p:cNvSpPr>
            <a:spLocks xmlns:a="http://schemas.openxmlformats.org/drawingml/2006/main" noGrp="1"/>
          </p:cNvSpPr>
          <p:nvPr/>
        </p:nvSpPr>
        <p:spPr>
          <a:xfrm xmlns:a="http://schemas.openxmlformats.org/drawingml/2006/main">
            <a:off x="11172825" y="641032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0">
                <a:solidFill>
                  <a:srgbClr val="A8C1CA"/>
                </a:solidFill>
                <a:latin typeface="Arial"/>
                <a:ea typeface="Arial"/>
                <a:cs typeface="Arial"/>
              </a:defRPr>
            </a:defPPr>
            <a:lvl1pPr algn="r">
              <a:defRPr sz="975" b="0">
                <a:solidFill>
                  <a:srgbClr val="A8C1CA"/>
                </a:solidFill>
                <a:latin typeface="Arial"/>
                <a:ea typeface="Arial"/>
                <a:cs typeface="Arial"/>
              </a:defRPr>
            </a:lvl1pPr>
            <a:lvl2pPr algn="r">
              <a:defRPr sz="975" b="0">
                <a:solidFill>
                  <a:srgbClr val="A8C1CA"/>
                </a:solidFill>
                <a:latin typeface="Arial"/>
                <a:ea typeface="Arial"/>
                <a:cs typeface="Arial"/>
              </a:defRPr>
            </a:lvl2pPr>
            <a:lvl3pPr algn="r">
              <a:defRPr sz="975" b="0">
                <a:solidFill>
                  <a:srgbClr val="A8C1CA"/>
                </a:solidFill>
                <a:latin typeface="Arial"/>
                <a:ea typeface="Arial"/>
                <a:cs typeface="Arial"/>
              </a:defRPr>
            </a:lvl3pPr>
            <a:lvl4pPr algn="r">
              <a:defRPr sz="975" b="0">
                <a:solidFill>
                  <a:srgbClr val="A8C1CA"/>
                </a:solidFill>
                <a:latin typeface="Arial"/>
                <a:ea typeface="Arial"/>
                <a:cs typeface="Arial"/>
              </a:defRPr>
            </a:lvl4pPr>
            <a:lvl5pPr algn="r">
              <a:defRPr sz="975" b="0">
                <a:solidFill>
                  <a:srgbClr val="A8C1CA"/>
                </a:solidFill>
                <a:latin typeface="Arial"/>
                <a:ea typeface="Arial"/>
                <a:cs typeface="Arial"/>
              </a:defRPr>
            </a:lvl5pPr>
            <a:lvl6pPr algn="r">
              <a:defRPr sz="975" b="0">
                <a:solidFill>
                  <a:srgbClr val="A8C1CA"/>
                </a:solidFill>
                <a:latin typeface="Arial"/>
                <a:ea typeface="Arial"/>
                <a:cs typeface="Arial"/>
              </a:defRPr>
            </a:lvl6pPr>
            <a:lvl7pPr algn="r">
              <a:defRPr sz="975" b="0">
                <a:solidFill>
                  <a:srgbClr val="A8C1CA"/>
                </a:solidFill>
                <a:latin typeface="Arial"/>
                <a:ea typeface="Arial"/>
                <a:cs typeface="Arial"/>
              </a:defRPr>
            </a:lvl7pPr>
            <a:lvl8pPr algn="r">
              <a:defRPr sz="975" b="0">
                <a:solidFill>
                  <a:srgbClr val="A8C1CA"/>
                </a:solidFill>
                <a:latin typeface="Arial"/>
                <a:ea typeface="Arial"/>
                <a:cs typeface="Arial"/>
              </a:defRPr>
            </a:lvl8pPr>
            <a:lvl9pPr algn="r">
              <a:defRPr sz="975" b="0">
                <a:solidFill>
                  <a:srgbClr val="A8C1CA"/>
                </a:solidFill>
                <a:latin typeface="Arial"/>
                <a:ea typeface="Arial"/>
                <a:cs typeface="Arial"/>
              </a:defRPr>
            </a:lvl9pPr>
          </a:lstStyle>
          <a:p xmlns:a="http://schemas.openxmlformats.org/drawingml/2006/main">
            <a:pPr algn="r">
              <a:defRPr sz="975" b="0">
                <a:solidFill>
                  <a:srgbClr val="A8C1CA"/>
                </a:solidFill>
                <a:latin typeface="Arial"/>
                <a:ea typeface="Arial"/>
                <a:cs typeface="Arial"/>
              </a:defRPr>
            </a:pPr>
            <a:r>
              <a:rPr sz="975" b="0">
                <a:solidFill>
                  <a:srgbClr val="A8C1CA"/>
                </a:solidFill>
                <a:latin typeface="Arial"/>
                <a:ea typeface="Arial"/>
                <a:cs typeface="Arial"/>
              </a:rPr>
              <a:t>28</a:t>
            </a:r>
          </a:p>
        </p:txBody>
      </p:sp>
      <p:sp>
        <p:nvSpPr>
          <p:cNvPr id="4" name="6 tests&#10;1 privilege rule">
            <a:extLst xmlns:a="http://schemas.openxmlformats.org/drawingml/2006/main">
              <a:ext uri="{FF2B5EF4-FFF2-40B4-BE49-F238E27FC236}">
                <a16:creationId xmlns:a16="http://schemas.microsoft.com/office/drawing/2014/main" id="{C9E5434C-3497-4DB0-A1F6-0166207C29FF}"/>
              </a:ext>
            </a:extLst>
          </p:cNvPr>
          <p:cNvSpPr>
            <a:spLocks xmlns:a="http://schemas.openxmlformats.org/drawingml/2006/main" noGrp="1"/>
          </p:cNvSpPr>
          <p:nvPr/>
        </p:nvSpPr>
        <p:spPr>
          <a:xfrm xmlns:a="http://schemas.openxmlformats.org/drawingml/2006/main">
            <a:off x="666750" y="2133600"/>
            <a:ext cx="5095875" cy="1323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600" b="1">
                <a:solidFill>
                  <a:srgbClr val="FFFFFF"/>
                </a:solidFill>
                <a:latin typeface="Arial"/>
                <a:ea typeface="Arial"/>
                <a:cs typeface="Arial"/>
              </a:defRPr>
            </a:defPPr>
            <a:lvl1pPr algn="l">
              <a:defRPr sz="3600" b="1">
                <a:solidFill>
                  <a:srgbClr val="FFFFFF"/>
                </a:solidFill>
                <a:latin typeface="Arial"/>
                <a:ea typeface="Arial"/>
                <a:cs typeface="Arial"/>
              </a:defRPr>
            </a:lvl1pPr>
            <a:lvl2pPr algn="l">
              <a:defRPr sz="3600" b="1">
                <a:solidFill>
                  <a:srgbClr val="FFFFFF"/>
                </a:solidFill>
                <a:latin typeface="Arial"/>
                <a:ea typeface="Arial"/>
                <a:cs typeface="Arial"/>
              </a:defRPr>
            </a:lvl2pPr>
            <a:lvl3pPr algn="l">
              <a:defRPr sz="3600" b="1">
                <a:solidFill>
                  <a:srgbClr val="FFFFFF"/>
                </a:solidFill>
                <a:latin typeface="Arial"/>
                <a:ea typeface="Arial"/>
                <a:cs typeface="Arial"/>
              </a:defRPr>
            </a:lvl3pPr>
            <a:lvl4pPr algn="l">
              <a:defRPr sz="3600" b="1">
                <a:solidFill>
                  <a:srgbClr val="FFFFFF"/>
                </a:solidFill>
                <a:latin typeface="Arial"/>
                <a:ea typeface="Arial"/>
                <a:cs typeface="Arial"/>
              </a:defRPr>
            </a:lvl4pPr>
            <a:lvl5pPr algn="l">
              <a:defRPr sz="3600" b="1">
                <a:solidFill>
                  <a:srgbClr val="FFFFFF"/>
                </a:solidFill>
                <a:latin typeface="Arial"/>
                <a:ea typeface="Arial"/>
                <a:cs typeface="Arial"/>
              </a:defRPr>
            </a:lvl5pPr>
            <a:lvl6pPr algn="l">
              <a:defRPr sz="3600" b="1">
                <a:solidFill>
                  <a:srgbClr val="FFFFFF"/>
                </a:solidFill>
                <a:latin typeface="Arial"/>
                <a:ea typeface="Arial"/>
                <a:cs typeface="Arial"/>
              </a:defRPr>
            </a:lvl6pPr>
            <a:lvl7pPr algn="l">
              <a:defRPr sz="3600" b="1">
                <a:solidFill>
                  <a:srgbClr val="FFFFFF"/>
                </a:solidFill>
                <a:latin typeface="Arial"/>
                <a:ea typeface="Arial"/>
                <a:cs typeface="Arial"/>
              </a:defRPr>
            </a:lvl7pPr>
            <a:lvl8pPr algn="l">
              <a:defRPr sz="3600" b="1">
                <a:solidFill>
                  <a:srgbClr val="FFFFFF"/>
                </a:solidFill>
                <a:latin typeface="Arial"/>
                <a:ea typeface="Arial"/>
                <a:cs typeface="Arial"/>
              </a:defRPr>
            </a:lvl8pPr>
            <a:lvl9pPr algn="l">
              <a:defRPr sz="3600" b="1">
                <a:solidFill>
                  <a:srgbClr val="FFFFFF"/>
                </a:solidFill>
                <a:latin typeface="Arial"/>
                <a:ea typeface="Arial"/>
                <a:cs typeface="Arial"/>
              </a:defRPr>
            </a:lvl9pPr>
          </a:lstStyle>
          <a:p xmlns:a="http://schemas.openxmlformats.org/drawingml/2006/main">
            <a:pPr algn="l">
              <a:defRPr sz="3600" b="1">
                <a:solidFill>
                  <a:srgbClr val="FFFFFF"/>
                </a:solidFill>
                <a:latin typeface="Arial"/>
                <a:ea typeface="Arial"/>
                <a:cs typeface="Arial"/>
              </a:defRPr>
            </a:pPr>
            <a:r>
              <a:rPr sz="3600" b="1">
                <a:solidFill>
                  <a:srgbClr val="FFFFFF"/>
                </a:solidFill>
                <a:latin typeface="Arial"/>
                <a:ea typeface="Arial"/>
                <a:cs typeface="Arial"/>
              </a:rPr>
              <a:t>6 tests</a:t>
            </a:r>
          </a:p>
          <a:p xmlns:a="http://schemas.openxmlformats.org/drawingml/2006/main">
            <a:pPr algn="l">
              <a:defRPr sz="3600" b="1">
                <a:solidFill>
                  <a:srgbClr val="FFFFFF"/>
                </a:solidFill>
                <a:latin typeface="Arial"/>
                <a:ea typeface="Arial"/>
                <a:cs typeface="Arial"/>
              </a:defRPr>
            </a:pPr>
            <a:r>
              <a:rPr sz="3600" b="1">
                <a:solidFill>
                  <a:srgbClr val="FFFFFF"/>
                </a:solidFill>
                <a:latin typeface="Arial"/>
                <a:ea typeface="Arial"/>
                <a:cs typeface="Arial"/>
              </a:rPr>
              <a:t>1 privilege rule</a:t>
            </a:r>
          </a:p>
        </p:txBody>
      </p:sp>
      <p:sp>
        <p:nvSpPr>
          <p:cNvPr id="5" name="Network, API access and exception expiry stil">
            <a:extLst xmlns:a="http://schemas.openxmlformats.org/drawingml/2006/main">
              <a:ext uri="{FF2B5EF4-FFF2-40B4-BE49-F238E27FC236}">
                <a16:creationId xmlns:a16="http://schemas.microsoft.com/office/drawing/2014/main" id="{B385C14B-6D44-42A3-8535-E1097ADC3111}"/>
              </a:ext>
            </a:extLst>
          </p:cNvPr>
          <p:cNvSpPr>
            <a:spLocks xmlns:a="http://schemas.openxmlformats.org/drawingml/2006/main" noGrp="1"/>
          </p:cNvSpPr>
          <p:nvPr/>
        </p:nvSpPr>
        <p:spPr>
          <a:xfrm xmlns:a="http://schemas.openxmlformats.org/drawingml/2006/main">
            <a:off x="695325" y="3981450"/>
            <a:ext cx="45720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250" b="0">
                <a:solidFill>
                  <a:srgbClr val="FFFFFF"/>
                </a:solidFill>
                <a:latin typeface="Arial"/>
                <a:ea typeface="Arial"/>
                <a:cs typeface="Arial"/>
              </a:defRPr>
            </a:defPPr>
            <a:lvl1pPr algn="l">
              <a:defRPr sz="2250" b="0">
                <a:solidFill>
                  <a:srgbClr val="FFFFFF"/>
                </a:solidFill>
                <a:latin typeface="Arial"/>
                <a:ea typeface="Arial"/>
                <a:cs typeface="Arial"/>
              </a:defRPr>
            </a:lvl1pPr>
            <a:lvl2pPr algn="l">
              <a:defRPr sz="2250" b="0">
                <a:solidFill>
                  <a:srgbClr val="FFFFFF"/>
                </a:solidFill>
                <a:latin typeface="Arial"/>
                <a:ea typeface="Arial"/>
                <a:cs typeface="Arial"/>
              </a:defRPr>
            </a:lvl2pPr>
            <a:lvl3pPr algn="l">
              <a:defRPr sz="2250" b="0">
                <a:solidFill>
                  <a:srgbClr val="FFFFFF"/>
                </a:solidFill>
                <a:latin typeface="Arial"/>
                <a:ea typeface="Arial"/>
                <a:cs typeface="Arial"/>
              </a:defRPr>
            </a:lvl3pPr>
            <a:lvl4pPr algn="l">
              <a:defRPr sz="2250" b="0">
                <a:solidFill>
                  <a:srgbClr val="FFFFFF"/>
                </a:solidFill>
                <a:latin typeface="Arial"/>
                <a:ea typeface="Arial"/>
                <a:cs typeface="Arial"/>
              </a:defRPr>
            </a:lvl4pPr>
            <a:lvl5pPr algn="l">
              <a:defRPr sz="2250" b="0">
                <a:solidFill>
                  <a:srgbClr val="FFFFFF"/>
                </a:solidFill>
                <a:latin typeface="Arial"/>
                <a:ea typeface="Arial"/>
                <a:cs typeface="Arial"/>
              </a:defRPr>
            </a:lvl5pPr>
            <a:lvl6pPr algn="l">
              <a:defRPr sz="2250" b="0">
                <a:solidFill>
                  <a:srgbClr val="FFFFFF"/>
                </a:solidFill>
                <a:latin typeface="Arial"/>
                <a:ea typeface="Arial"/>
                <a:cs typeface="Arial"/>
              </a:defRPr>
            </a:lvl6pPr>
            <a:lvl7pPr algn="l">
              <a:defRPr sz="2250" b="0">
                <a:solidFill>
                  <a:srgbClr val="FFFFFF"/>
                </a:solidFill>
                <a:latin typeface="Arial"/>
                <a:ea typeface="Arial"/>
                <a:cs typeface="Arial"/>
              </a:defRPr>
            </a:lvl7pPr>
            <a:lvl8pPr algn="l">
              <a:defRPr sz="2250" b="0">
                <a:solidFill>
                  <a:srgbClr val="FFFFFF"/>
                </a:solidFill>
                <a:latin typeface="Arial"/>
                <a:ea typeface="Arial"/>
                <a:cs typeface="Arial"/>
              </a:defRPr>
            </a:lvl8pPr>
            <a:lvl9pPr algn="l">
              <a:defRPr sz="2250" b="0">
                <a:solidFill>
                  <a:srgbClr val="FFFFFF"/>
                </a:solidFill>
                <a:latin typeface="Arial"/>
                <a:ea typeface="Arial"/>
                <a:cs typeface="Arial"/>
              </a:defRPr>
            </a:lvl9pPr>
          </a:lstStyle>
          <a:p xmlns:a="http://schemas.openxmlformats.org/drawingml/2006/main">
            <a:pPr algn="l">
              <a:defRPr sz="2250" b="0">
                <a:solidFill>
                  <a:srgbClr val="FFFFFF"/>
                </a:solidFill>
                <a:latin typeface="Arial"/>
                <a:ea typeface="Arial"/>
                <a:cs typeface="Arial"/>
              </a:defRPr>
            </a:pPr>
            <a:r>
              <a:rPr sz="2250" b="0">
                <a:solidFill>
                  <a:srgbClr val="FFFFFF"/>
                </a:solidFill>
                <a:latin typeface="Arial"/>
                <a:ea typeface="Arial"/>
                <a:cs typeface="Arial"/>
              </a:rPr>
              <a:t>Network, API access and exception expiry still need enforcement evidence</a:t>
            </a:r>
          </a:p>
        </p:txBody>
      </p:sp>
      <p:sp>
        <p:nvSpPr>
          <p:cNvPr id="6" name="INCOMPLETE_PROPOSAL">
            <a:extLst xmlns:a="http://schemas.openxmlformats.org/drawingml/2006/main">
              <a:ext uri="{FF2B5EF4-FFF2-40B4-BE49-F238E27FC236}">
                <a16:creationId xmlns:a16="http://schemas.microsoft.com/office/drawing/2014/main" id="{3E2640B5-D411-4594-8F6E-3E391E1D2A80}"/>
              </a:ext>
            </a:extLst>
          </p:cNvPr>
          <p:cNvSpPr>
            <a:spLocks xmlns:a="http://schemas.openxmlformats.org/drawingml/2006/main" noGrp="1"/>
          </p:cNvSpPr>
          <p:nvPr/>
        </p:nvSpPr>
        <p:spPr>
          <a:xfrm xmlns:a="http://schemas.openxmlformats.org/drawingml/2006/main">
            <a:off x="695325" y="5753100"/>
            <a:ext cx="50101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1">
                <a:solidFill>
                  <a:srgbClr val="F7785D"/>
                </a:solidFill>
                <a:latin typeface="Courier New"/>
                <a:ea typeface="Courier New"/>
                <a:cs typeface="Courier New"/>
              </a:defRPr>
            </a:defPPr>
            <a:lvl1pPr algn="l">
              <a:defRPr sz="1875" b="1">
                <a:solidFill>
                  <a:srgbClr val="F7785D"/>
                </a:solidFill>
                <a:latin typeface="Courier New"/>
                <a:ea typeface="Courier New"/>
                <a:cs typeface="Courier New"/>
              </a:defRPr>
            </a:lvl1pPr>
            <a:lvl2pPr algn="l">
              <a:defRPr sz="1875" b="1">
                <a:solidFill>
                  <a:srgbClr val="F7785D"/>
                </a:solidFill>
                <a:latin typeface="Courier New"/>
                <a:ea typeface="Courier New"/>
                <a:cs typeface="Courier New"/>
              </a:defRPr>
            </a:lvl2pPr>
            <a:lvl3pPr algn="l">
              <a:defRPr sz="1875" b="1">
                <a:solidFill>
                  <a:srgbClr val="F7785D"/>
                </a:solidFill>
                <a:latin typeface="Courier New"/>
                <a:ea typeface="Courier New"/>
                <a:cs typeface="Courier New"/>
              </a:defRPr>
            </a:lvl3pPr>
            <a:lvl4pPr algn="l">
              <a:defRPr sz="1875" b="1">
                <a:solidFill>
                  <a:srgbClr val="F7785D"/>
                </a:solidFill>
                <a:latin typeface="Courier New"/>
                <a:ea typeface="Courier New"/>
                <a:cs typeface="Courier New"/>
              </a:defRPr>
            </a:lvl4pPr>
            <a:lvl5pPr algn="l">
              <a:defRPr sz="1875" b="1">
                <a:solidFill>
                  <a:srgbClr val="F7785D"/>
                </a:solidFill>
                <a:latin typeface="Courier New"/>
                <a:ea typeface="Courier New"/>
                <a:cs typeface="Courier New"/>
              </a:defRPr>
            </a:lvl5pPr>
            <a:lvl6pPr algn="l">
              <a:defRPr sz="1875" b="1">
                <a:solidFill>
                  <a:srgbClr val="F7785D"/>
                </a:solidFill>
                <a:latin typeface="Courier New"/>
                <a:ea typeface="Courier New"/>
                <a:cs typeface="Courier New"/>
              </a:defRPr>
            </a:lvl6pPr>
            <a:lvl7pPr algn="l">
              <a:defRPr sz="1875" b="1">
                <a:solidFill>
                  <a:srgbClr val="F7785D"/>
                </a:solidFill>
                <a:latin typeface="Courier New"/>
                <a:ea typeface="Courier New"/>
                <a:cs typeface="Courier New"/>
              </a:defRPr>
            </a:lvl7pPr>
            <a:lvl8pPr algn="l">
              <a:defRPr sz="1875" b="1">
                <a:solidFill>
                  <a:srgbClr val="F7785D"/>
                </a:solidFill>
                <a:latin typeface="Courier New"/>
                <a:ea typeface="Courier New"/>
                <a:cs typeface="Courier New"/>
              </a:defRPr>
            </a:lvl8pPr>
            <a:lvl9pPr algn="l">
              <a:defRPr sz="1875" b="1">
                <a:solidFill>
                  <a:srgbClr val="F7785D"/>
                </a:solidFill>
                <a:latin typeface="Courier New"/>
                <a:ea typeface="Courier New"/>
                <a:cs typeface="Courier New"/>
              </a:defRPr>
            </a:lvl9pPr>
          </a:lstStyle>
          <a:p xmlns:a="http://schemas.openxmlformats.org/drawingml/2006/main">
            <a:pPr algn="l">
              <a:defRPr sz="1875" b="1">
                <a:solidFill>
                  <a:srgbClr val="F7785D"/>
                </a:solidFill>
                <a:latin typeface="Courier New"/>
                <a:ea typeface="Courier New"/>
                <a:cs typeface="Courier New"/>
              </a:defRPr>
            </a:pPr>
            <a:r>
              <a:rPr sz="1875" b="1">
                <a:solidFill>
                  <a:srgbClr val="F7785D"/>
                </a:solidFill>
                <a:latin typeface="Courier New"/>
                <a:ea typeface="Courier New"/>
                <a:cs typeface="Courier New"/>
              </a:rPr>
              <a:t>INCOMPLETE_PROPOSAL</a:t>
            </a:r>
          </a:p>
        </p:txBody>
      </p:sp>
    </p:spTree>
    <p:extLst>
      <p:ext uri="{BB962C8B-B14F-4D97-AF65-F5344CB8AC3E}">
        <p14:creationId xmlns:p14="http://schemas.microsoft.com/office/powerpoint/2010/main" val="708965135"/>
      </p:ext>
    </p:extLst>
  </p:cSld>
</p:sld>
</file>

<file path=ppt/slides/slide29.xml><?xml version="1.0" encoding="utf-8"?>
<p:sld xmlns:p="http://schemas.openxmlformats.org/presentationml/2006/main" show="0">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6" name="slide-29-title">
            <a:extLst xmlns:a="http://schemas.openxmlformats.org/drawingml/2006/main">
              <a:ext uri="{FF2B5EF4-FFF2-40B4-BE49-F238E27FC236}">
                <a16:creationId xmlns:a16="http://schemas.microsoft.com/office/drawing/2014/main" id="{82CB193F-DC93-499D-AA22-94F05082F468}"/>
              </a:ext>
            </a:extLst>
          </p:cNvPr>
          <p:cNvSpPr>
            <a:spLocks xmlns:a="http://schemas.openxmlformats.org/drawingml/2006/main" noGrp="1"/>
          </p:cNvSpPr>
          <p:nvPr/>
        </p:nvSpPr>
        <p:spPr>
          <a:xfrm xmlns:a="http://schemas.openxmlformats.org/drawingml/2006/main">
            <a:off x="609600" y="476250"/>
            <a:ext cx="10858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112B3A"/>
                </a:solidFill>
                <a:latin typeface="Arial"/>
                <a:ea typeface="Arial"/>
                <a:cs typeface="Arial"/>
              </a:defRPr>
            </a:defPPr>
            <a:lvl1pPr algn="l">
              <a:defRPr sz="3150" b="1">
                <a:solidFill>
                  <a:srgbClr val="112B3A"/>
                </a:solidFill>
                <a:latin typeface="Arial"/>
                <a:ea typeface="Arial"/>
                <a:cs typeface="Arial"/>
              </a:defRPr>
            </a:lvl1pPr>
            <a:lvl2pPr algn="l">
              <a:defRPr sz="3150" b="1">
                <a:solidFill>
                  <a:srgbClr val="112B3A"/>
                </a:solidFill>
                <a:latin typeface="Arial"/>
                <a:ea typeface="Arial"/>
                <a:cs typeface="Arial"/>
              </a:defRPr>
            </a:lvl2pPr>
            <a:lvl3pPr algn="l">
              <a:defRPr sz="3150" b="1">
                <a:solidFill>
                  <a:srgbClr val="112B3A"/>
                </a:solidFill>
                <a:latin typeface="Arial"/>
                <a:ea typeface="Arial"/>
                <a:cs typeface="Arial"/>
              </a:defRPr>
            </a:lvl3pPr>
            <a:lvl4pPr algn="l">
              <a:defRPr sz="3150" b="1">
                <a:solidFill>
                  <a:srgbClr val="112B3A"/>
                </a:solidFill>
                <a:latin typeface="Arial"/>
                <a:ea typeface="Arial"/>
                <a:cs typeface="Arial"/>
              </a:defRPr>
            </a:lvl4pPr>
            <a:lvl5pPr algn="l">
              <a:defRPr sz="3150" b="1">
                <a:solidFill>
                  <a:srgbClr val="112B3A"/>
                </a:solidFill>
                <a:latin typeface="Arial"/>
                <a:ea typeface="Arial"/>
                <a:cs typeface="Arial"/>
              </a:defRPr>
            </a:lvl5pPr>
            <a:lvl6pPr algn="l">
              <a:defRPr sz="3150" b="1">
                <a:solidFill>
                  <a:srgbClr val="112B3A"/>
                </a:solidFill>
                <a:latin typeface="Arial"/>
                <a:ea typeface="Arial"/>
                <a:cs typeface="Arial"/>
              </a:defRPr>
            </a:lvl6pPr>
            <a:lvl7pPr algn="l">
              <a:defRPr sz="3150" b="1">
                <a:solidFill>
                  <a:srgbClr val="112B3A"/>
                </a:solidFill>
                <a:latin typeface="Arial"/>
                <a:ea typeface="Arial"/>
                <a:cs typeface="Arial"/>
              </a:defRPr>
            </a:lvl7pPr>
            <a:lvl8pPr algn="l">
              <a:defRPr sz="3150" b="1">
                <a:solidFill>
                  <a:srgbClr val="112B3A"/>
                </a:solidFill>
                <a:latin typeface="Arial"/>
                <a:ea typeface="Arial"/>
                <a:cs typeface="Arial"/>
              </a:defRPr>
            </a:lvl8pPr>
            <a:lvl9pPr algn="l">
              <a:defRPr sz="3150" b="1">
                <a:solidFill>
                  <a:srgbClr val="112B3A"/>
                </a:solidFill>
                <a:latin typeface="Arial"/>
                <a:ea typeface="Arial"/>
                <a:cs typeface="Arial"/>
              </a:defRPr>
            </a:lvl9pPr>
          </a:lstStyle>
          <a:p xmlns:a="http://schemas.openxmlformats.org/drawingml/2006/main">
            <a:pPr algn="l">
              <a:defRPr sz="3150" b="1">
                <a:solidFill>
                  <a:srgbClr val="112B3A"/>
                </a:solidFill>
                <a:latin typeface="Arial"/>
                <a:ea typeface="Arial"/>
                <a:cs typeface="Arial"/>
              </a:defRPr>
            </a:pPr>
            <a:r>
              <a:rPr sz="3150" b="1">
                <a:solidFill>
                  <a:srgbClr val="112B3A"/>
                </a:solidFill>
                <a:latin typeface="Arial"/>
                <a:ea typeface="Arial"/>
                <a:cs typeface="Arial"/>
              </a:rPr>
              <a:t>Pilot quality and workflow economics</a:t>
            </a:r>
          </a:p>
        </p:txBody>
      </p:sp>
      <p:sp>
        <p:nvSpPr>
          <p:cNvPr id="2" name="Hidden Q&amp;A reference. Separate samples.">
            <a:extLst xmlns:a="http://schemas.openxmlformats.org/drawingml/2006/main">
              <a:ext uri="{FF2B5EF4-FFF2-40B4-BE49-F238E27FC236}">
                <a16:creationId xmlns:a16="http://schemas.microsoft.com/office/drawing/2014/main" id="{7C28C5D3-BCCA-4BC2-ABD6-CAF1B1C4076B}"/>
              </a:ext>
            </a:extLst>
          </p:cNvPr>
          <p:cNvSpPr>
            <a:spLocks xmlns:a="http://schemas.openxmlformats.org/drawingml/2006/main" noGrp="1"/>
          </p:cNvSpPr>
          <p:nvPr/>
        </p:nvSpPr>
        <p:spPr>
          <a:xfrm xmlns:a="http://schemas.openxmlformats.org/drawingml/2006/main">
            <a:off x="647700" y="1257300"/>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a:solidFill>
                  <a:srgbClr val="526875"/>
                </a:solidFill>
                <a:latin typeface="Arial"/>
                <a:ea typeface="Arial"/>
                <a:cs typeface="Arial"/>
              </a:defRPr>
            </a:defPPr>
            <a:lvl1pPr algn="l">
              <a:defRPr sz="1500" b="0">
                <a:solidFill>
                  <a:srgbClr val="526875"/>
                </a:solidFill>
                <a:latin typeface="Arial"/>
                <a:ea typeface="Arial"/>
                <a:cs typeface="Arial"/>
              </a:defRPr>
            </a:lvl1pPr>
            <a:lvl2pPr algn="l">
              <a:defRPr sz="1500" b="0">
                <a:solidFill>
                  <a:srgbClr val="526875"/>
                </a:solidFill>
                <a:latin typeface="Arial"/>
                <a:ea typeface="Arial"/>
                <a:cs typeface="Arial"/>
              </a:defRPr>
            </a:lvl2pPr>
            <a:lvl3pPr algn="l">
              <a:defRPr sz="1500" b="0">
                <a:solidFill>
                  <a:srgbClr val="526875"/>
                </a:solidFill>
                <a:latin typeface="Arial"/>
                <a:ea typeface="Arial"/>
                <a:cs typeface="Arial"/>
              </a:defRPr>
            </a:lvl3pPr>
            <a:lvl4pPr algn="l">
              <a:defRPr sz="1500" b="0">
                <a:solidFill>
                  <a:srgbClr val="526875"/>
                </a:solidFill>
                <a:latin typeface="Arial"/>
                <a:ea typeface="Arial"/>
                <a:cs typeface="Arial"/>
              </a:defRPr>
            </a:lvl4pPr>
            <a:lvl5pPr algn="l">
              <a:defRPr sz="1500" b="0">
                <a:solidFill>
                  <a:srgbClr val="526875"/>
                </a:solidFill>
                <a:latin typeface="Arial"/>
                <a:ea typeface="Arial"/>
                <a:cs typeface="Arial"/>
              </a:defRPr>
            </a:lvl5pPr>
            <a:lvl6pPr algn="l">
              <a:defRPr sz="1500" b="0">
                <a:solidFill>
                  <a:srgbClr val="526875"/>
                </a:solidFill>
                <a:latin typeface="Arial"/>
                <a:ea typeface="Arial"/>
                <a:cs typeface="Arial"/>
              </a:defRPr>
            </a:lvl6pPr>
            <a:lvl7pPr algn="l">
              <a:defRPr sz="1500" b="0">
                <a:solidFill>
                  <a:srgbClr val="526875"/>
                </a:solidFill>
                <a:latin typeface="Arial"/>
                <a:ea typeface="Arial"/>
                <a:cs typeface="Arial"/>
              </a:defRPr>
            </a:lvl7pPr>
            <a:lvl8pPr algn="l">
              <a:defRPr sz="1500" b="0">
                <a:solidFill>
                  <a:srgbClr val="526875"/>
                </a:solidFill>
                <a:latin typeface="Arial"/>
                <a:ea typeface="Arial"/>
                <a:cs typeface="Arial"/>
              </a:defRPr>
            </a:lvl8pPr>
            <a:lvl9pPr algn="l">
              <a:defRPr sz="1500" b="0">
                <a:solidFill>
                  <a:srgbClr val="526875"/>
                </a:solidFill>
                <a:latin typeface="Arial"/>
                <a:ea typeface="Arial"/>
                <a:cs typeface="Arial"/>
              </a:defRPr>
            </a:lvl9pPr>
          </a:lstStyle>
          <a:p xmlns:a="http://schemas.openxmlformats.org/drawingml/2006/main">
            <a:pPr algn="l">
              <a:defRPr sz="1500" b="0">
                <a:solidFill>
                  <a:srgbClr val="526875"/>
                </a:solidFill>
                <a:latin typeface="Arial"/>
                <a:ea typeface="Arial"/>
                <a:cs typeface="Arial"/>
              </a:defRPr>
            </a:pPr>
            <a:r>
              <a:rPr sz="1500" b="0">
                <a:solidFill>
                  <a:srgbClr val="526875"/>
                </a:solidFill>
                <a:latin typeface="Arial"/>
                <a:ea typeface="Arial"/>
                <a:cs typeface="Arial"/>
              </a:rPr>
              <a:t>Hidden Q&amp;A reference. Separate samples.</a:t>
            </a:r>
          </a:p>
        </p:txBody>
      </p:sp>
      <p:sp>
        <p:nvSpPr>
          <p:cNvPr id="3" name="29">
            <a:extLst xmlns:a="http://schemas.openxmlformats.org/drawingml/2006/main">
              <a:ext uri="{FF2B5EF4-FFF2-40B4-BE49-F238E27FC236}">
                <a16:creationId xmlns:a16="http://schemas.microsoft.com/office/drawing/2014/main" id="{CACEFD59-8C1C-44D5-BBA8-57A2091B8A29}"/>
              </a:ext>
            </a:extLst>
          </p:cNvPr>
          <p:cNvSpPr>
            <a:spLocks xmlns:a="http://schemas.openxmlformats.org/drawingml/2006/main" noGrp="1"/>
          </p:cNvSpPr>
          <p:nvPr/>
        </p:nvSpPr>
        <p:spPr>
          <a:xfrm xmlns:a="http://schemas.openxmlformats.org/drawingml/2006/main">
            <a:off x="11172825" y="641032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0">
                <a:solidFill>
                  <a:srgbClr val="526875"/>
                </a:solidFill>
                <a:latin typeface="Arial"/>
                <a:ea typeface="Arial"/>
                <a:cs typeface="Arial"/>
              </a:defRPr>
            </a:defPPr>
            <a:lvl1pPr algn="r">
              <a:defRPr sz="975" b="0">
                <a:solidFill>
                  <a:srgbClr val="526875"/>
                </a:solidFill>
                <a:latin typeface="Arial"/>
                <a:ea typeface="Arial"/>
                <a:cs typeface="Arial"/>
              </a:defRPr>
            </a:lvl1pPr>
            <a:lvl2pPr algn="r">
              <a:defRPr sz="975" b="0">
                <a:solidFill>
                  <a:srgbClr val="526875"/>
                </a:solidFill>
                <a:latin typeface="Arial"/>
                <a:ea typeface="Arial"/>
                <a:cs typeface="Arial"/>
              </a:defRPr>
            </a:lvl2pPr>
            <a:lvl3pPr algn="r">
              <a:defRPr sz="975" b="0">
                <a:solidFill>
                  <a:srgbClr val="526875"/>
                </a:solidFill>
                <a:latin typeface="Arial"/>
                <a:ea typeface="Arial"/>
                <a:cs typeface="Arial"/>
              </a:defRPr>
            </a:lvl3pPr>
            <a:lvl4pPr algn="r">
              <a:defRPr sz="975" b="0">
                <a:solidFill>
                  <a:srgbClr val="526875"/>
                </a:solidFill>
                <a:latin typeface="Arial"/>
                <a:ea typeface="Arial"/>
                <a:cs typeface="Arial"/>
              </a:defRPr>
            </a:lvl4pPr>
            <a:lvl5pPr algn="r">
              <a:defRPr sz="975" b="0">
                <a:solidFill>
                  <a:srgbClr val="526875"/>
                </a:solidFill>
                <a:latin typeface="Arial"/>
                <a:ea typeface="Arial"/>
                <a:cs typeface="Arial"/>
              </a:defRPr>
            </a:lvl5pPr>
            <a:lvl6pPr algn="r">
              <a:defRPr sz="975" b="0">
                <a:solidFill>
                  <a:srgbClr val="526875"/>
                </a:solidFill>
                <a:latin typeface="Arial"/>
                <a:ea typeface="Arial"/>
                <a:cs typeface="Arial"/>
              </a:defRPr>
            </a:lvl6pPr>
            <a:lvl7pPr algn="r">
              <a:defRPr sz="975" b="0">
                <a:solidFill>
                  <a:srgbClr val="526875"/>
                </a:solidFill>
                <a:latin typeface="Arial"/>
                <a:ea typeface="Arial"/>
                <a:cs typeface="Arial"/>
              </a:defRPr>
            </a:lvl7pPr>
            <a:lvl8pPr algn="r">
              <a:defRPr sz="975" b="0">
                <a:solidFill>
                  <a:srgbClr val="526875"/>
                </a:solidFill>
                <a:latin typeface="Arial"/>
                <a:ea typeface="Arial"/>
                <a:cs typeface="Arial"/>
              </a:defRPr>
            </a:lvl8pPr>
            <a:lvl9pPr algn="r">
              <a:defRPr sz="975" b="0">
                <a:solidFill>
                  <a:srgbClr val="526875"/>
                </a:solidFill>
                <a:latin typeface="Arial"/>
                <a:ea typeface="Arial"/>
                <a:cs typeface="Arial"/>
              </a:defRPr>
            </a:lvl9pPr>
          </a:lstStyle>
          <a:p xmlns:a="http://schemas.openxmlformats.org/drawingml/2006/main">
            <a:pPr algn="r">
              <a:defRPr sz="975" b="0">
                <a:solidFill>
                  <a:srgbClr val="526875"/>
                </a:solidFill>
                <a:latin typeface="Arial"/>
                <a:ea typeface="Arial"/>
                <a:cs typeface="Arial"/>
              </a:defRPr>
            </a:pPr>
            <a:r>
              <a:rPr sz="975" b="0">
                <a:solidFill>
                  <a:srgbClr val="526875"/>
                </a:solidFill>
                <a:latin typeface="Arial"/>
                <a:ea typeface="Arial"/>
                <a:cs typeface="Arial"/>
              </a:rPr>
              <a:t>29</a:t>
            </a:r>
          </a:p>
        </p:txBody>
      </p:sp>
      <p:graphicFrame>
        <p:nvGraphicFramePr>
          <p:cNvPr id="4" name="">
            <a:extLst xmlns:a="http://schemas.openxmlformats.org/drawingml/2006/main">
              <a:ext uri="{FF2B5EF4-FFF2-40B4-BE49-F238E27FC236}">
                <a16:creationId xmlns:a16="http://schemas.microsoft.com/office/drawing/2014/main" id="{DA273F8A-11D7-48AA-BFBE-4FFEF3A30AD8}"/>
              </a:ext>
            </a:extLst>
          </p:cNvPr>
          <p:cNvGraphicFramePr/>
          <p:nvPr/>
        </p:nvGraphicFramePr>
        <p:xfrm>
          <a:off xmlns:a="http://schemas.openxmlformats.org/drawingml/2006/main" x="714375" y="1981200"/>
          <a:ext xmlns:a="http://schemas.openxmlformats.org/drawingml/2006/main" cx="10763250" cy="3228975"/>
        </p:xfrm>
        <a:graphic xmlns:a="http://schemas.openxmlformats.org/drawingml/2006/main">
          <a:graphicData uri="http://schemas.openxmlformats.org/drawingml/2006/table">
            <a:tbl>
              <a:tblPr firstRow="1" bandRow="0"/>
              <a:tblGrid>
                <a:gridCol w="3476625"/>
                <a:gridCol w="2428875"/>
                <a:gridCol w="2428875"/>
                <a:gridCol w="2428875"/>
              </a:tblGrid>
              <a:tr h="645795">
                <a:tc>
                  <a:txBody>
                    <a:bodyPr/>
                    <a:lstStyle/>
                    <a:p>
                      <a:r>
                        <a:rPr sz="1725" b="1">
                          <a:solidFill>
                            <a:srgbClr val="FFFFFF"/>
                          </a:solidFill>
                          <a:latin typeface="Arial"/>
                          <a:ea typeface="Arial"/>
                          <a:cs typeface="Arial"/>
                        </a:rPr>
                        <a:t>Metric</a:t>
                      </a:r>
                    </a:p>
                  </a:txBody>
                  <a:tcPr marL="91440" marR="91440" marT="45720" marB="45720">
                    <a:lnL w="9525">
                      <a:solidFill>
                        <a:srgbClr val="D7DCD8"/>
                      </a:solidFill>
                      <a:prstDash val="solid"/>
                    </a:lnL>
                    <a:lnR w="9525">
                      <a:solidFill>
                        <a:srgbClr val="D7DCD8"/>
                      </a:solidFill>
                      <a:prstDash val="solid"/>
                    </a:lnR>
                    <a:lnT w="9525">
                      <a:solidFill>
                        <a:srgbClr val="D7DCD8"/>
                      </a:solidFill>
                      <a:prstDash val="solid"/>
                    </a:lnT>
                    <a:lnB w="9525">
                      <a:solidFill>
                        <a:srgbClr val="D7DCD8"/>
                      </a:solidFill>
                      <a:prstDash val="solid"/>
                    </a:lnB>
                    <a:solidFill>
                      <a:srgbClr val="123148"/>
                    </a:solidFill>
                  </a:tcPr>
                </a:tc>
                <a:tc>
                  <a:txBody>
                    <a:bodyPr/>
                    <a:lstStyle/>
                    <a:p>
                      <a:r>
                        <a:rPr sz="1725" b="1">
                          <a:solidFill>
                            <a:srgbClr val="FFFFFF"/>
                          </a:solidFill>
                          <a:latin typeface="Arial"/>
                          <a:ea typeface="Arial"/>
                          <a:cs typeface="Arial"/>
                        </a:rPr>
                        <a:t>Jev 1.13</a:t>
                      </a:r>
                    </a:p>
                  </a:txBody>
                  <a:tcPr marL="91440" marR="91440" marT="45720" marB="45720">
                    <a:lnR w="9525">
                      <a:solidFill>
                        <a:srgbClr val="D7DCD8"/>
                      </a:solidFill>
                      <a:prstDash val="solid"/>
                    </a:lnR>
                    <a:lnT w="9525">
                      <a:solidFill>
                        <a:srgbClr val="D7DCD8"/>
                      </a:solidFill>
                      <a:prstDash val="solid"/>
                    </a:lnT>
                    <a:lnB w="9525">
                      <a:solidFill>
                        <a:srgbClr val="D7DCD8"/>
                      </a:solidFill>
                      <a:prstDash val="solid"/>
                    </a:lnB>
                    <a:solidFill>
                      <a:srgbClr val="123148"/>
                    </a:solidFill>
                  </a:tcPr>
                </a:tc>
                <a:tc>
                  <a:txBody>
                    <a:bodyPr/>
                    <a:lstStyle/>
                    <a:p>
                      <a:r>
                        <a:rPr sz="1725" b="1">
                          <a:solidFill>
                            <a:srgbClr val="FFFFFF"/>
                          </a:solidFill>
                          <a:latin typeface="Arial"/>
                          <a:ea typeface="Arial"/>
                          <a:cs typeface="Arial"/>
                        </a:rPr>
                        <a:t>Opus 5.5</a:t>
                      </a:r>
                    </a:p>
                  </a:txBody>
                  <a:tcPr marL="91440" marR="91440" marT="45720" marB="45720">
                    <a:lnR w="9525">
                      <a:solidFill>
                        <a:srgbClr val="D7DCD8"/>
                      </a:solidFill>
                      <a:prstDash val="solid"/>
                    </a:lnR>
                    <a:lnT w="9525">
                      <a:solidFill>
                        <a:srgbClr val="D7DCD8"/>
                      </a:solidFill>
                      <a:prstDash val="solid"/>
                    </a:lnT>
                    <a:lnB w="9525">
                      <a:solidFill>
                        <a:srgbClr val="D7DCD8"/>
                      </a:solidFill>
                      <a:prstDash val="solid"/>
                    </a:lnB>
                    <a:solidFill>
                      <a:srgbClr val="123148"/>
                    </a:solidFill>
                  </a:tcPr>
                </a:tc>
                <a:tc>
                  <a:txBody>
                    <a:bodyPr/>
                    <a:lstStyle/>
                    <a:p>
                      <a:r>
                        <a:rPr sz="1725" b="1">
                          <a:solidFill>
                            <a:srgbClr val="FFFFFF"/>
                          </a:solidFill>
                          <a:latin typeface="Arial"/>
                          <a:ea typeface="Arial"/>
                          <a:cs typeface="Arial"/>
                        </a:rPr>
                        <a:t>Base Laya</a:t>
                      </a:r>
                    </a:p>
                  </a:txBody>
                  <a:tcPr marL="91440" marR="91440" marT="45720" marB="45720">
                    <a:lnR w="9525">
                      <a:solidFill>
                        <a:srgbClr val="D7DCD8"/>
                      </a:solidFill>
                      <a:prstDash val="solid"/>
                    </a:lnR>
                    <a:lnT w="9525">
                      <a:solidFill>
                        <a:srgbClr val="D7DCD8"/>
                      </a:solidFill>
                      <a:prstDash val="solid"/>
                    </a:lnT>
                    <a:lnB w="9525">
                      <a:solidFill>
                        <a:srgbClr val="D7DCD8"/>
                      </a:solidFill>
                      <a:prstDash val="solid"/>
                    </a:lnB>
                    <a:solidFill>
                      <a:srgbClr val="123148"/>
                    </a:solidFill>
                  </a:tcPr>
                </a:tc>
              </a:tr>
              <a:tr h="645795">
                <a:tc>
                  <a:txBody>
                    <a:bodyPr/>
                    <a:lstStyle/>
                    <a:p>
                      <a:r>
                        <a:rPr sz="1800" b="1">
                          <a:solidFill>
                            <a:srgbClr val="112B3A"/>
                          </a:solidFill>
                          <a:latin typeface="Arial"/>
                          <a:ea typeface="Arial"/>
                          <a:cs typeface="Arial"/>
                        </a:rPr>
                        <a:t>33-item screen</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FFFFFF"/>
                    </a:solidFill>
                  </a:tcPr>
                </a:tc>
                <a:tc>
                  <a:txBody>
                    <a:bodyPr/>
                    <a:lstStyle/>
                    <a:p>
                      <a:r>
                        <a:rPr sz="1800" b="0">
                          <a:solidFill>
                            <a:srgbClr val="112B3A"/>
                          </a:solidFill>
                          <a:latin typeface="Arial"/>
                          <a:ea typeface="Arial"/>
                          <a:cs typeface="Arial"/>
                        </a:rPr>
                        <a:t>30/33</a:t>
                      </a:r>
                    </a:p>
                  </a:txBody>
                  <a:tcPr marL="91440" marR="91440" marT="45720" marB="45720">
                    <a:lnR w="9525">
                      <a:solidFill>
                        <a:srgbClr val="D7DCD8"/>
                      </a:solidFill>
                      <a:prstDash val="solid"/>
                    </a:lnR>
                    <a:lnB w="9525">
                      <a:solidFill>
                        <a:srgbClr val="D7DCD8"/>
                      </a:solidFill>
                      <a:prstDash val="solid"/>
                    </a:lnB>
                    <a:solidFill>
                      <a:srgbClr val="FFFFFF"/>
                    </a:solidFill>
                  </a:tcPr>
                </a:tc>
                <a:tc>
                  <a:txBody>
                    <a:bodyPr/>
                    <a:lstStyle/>
                    <a:p>
                      <a:r>
                        <a:rPr sz="1800" b="0">
                          <a:solidFill>
                            <a:srgbClr val="112B3A"/>
                          </a:solidFill>
                          <a:latin typeface="Arial"/>
                          <a:ea typeface="Arial"/>
                          <a:cs typeface="Arial"/>
                        </a:rPr>
                        <a:t>32/33</a:t>
                      </a:r>
                    </a:p>
                  </a:txBody>
                  <a:tcPr marL="91440" marR="91440" marT="45720" marB="45720">
                    <a:lnR w="9525">
                      <a:solidFill>
                        <a:srgbClr val="D7DCD8"/>
                      </a:solidFill>
                      <a:prstDash val="solid"/>
                    </a:lnR>
                    <a:lnB w="9525">
                      <a:solidFill>
                        <a:srgbClr val="D7DCD8"/>
                      </a:solidFill>
                      <a:prstDash val="solid"/>
                    </a:lnB>
                    <a:solidFill>
                      <a:srgbClr val="FFFFFF"/>
                    </a:solidFill>
                  </a:tcPr>
                </a:tc>
                <a:tc>
                  <a:txBody>
                    <a:bodyPr/>
                    <a:lstStyle/>
                    <a:p>
                      <a:r>
                        <a:rPr sz="1800" b="0">
                          <a:solidFill>
                            <a:srgbClr val="112B3A"/>
                          </a:solidFill>
                          <a:latin typeface="Arial"/>
                          <a:ea typeface="Arial"/>
                          <a:cs typeface="Arial"/>
                        </a:rPr>
                        <a:t>16/33</a:t>
                      </a:r>
                    </a:p>
                  </a:txBody>
                  <a:tcPr marL="91440" marR="91440" marT="45720" marB="45720">
                    <a:lnR w="9525">
                      <a:solidFill>
                        <a:srgbClr val="D7DCD8"/>
                      </a:solidFill>
                      <a:prstDash val="solid"/>
                    </a:lnR>
                    <a:lnB w="9525">
                      <a:solidFill>
                        <a:srgbClr val="D7DCD8"/>
                      </a:solidFill>
                      <a:prstDash val="solid"/>
                    </a:lnB>
                    <a:solidFill>
                      <a:srgbClr val="FFFFFF"/>
                    </a:solidFill>
                  </a:tcPr>
                </a:tc>
              </a:tr>
              <a:tr h="645795">
                <a:tc>
                  <a:txBody>
                    <a:bodyPr/>
                    <a:lstStyle/>
                    <a:p>
                      <a:r>
                        <a:rPr sz="1800" b="1">
                          <a:solidFill>
                            <a:srgbClr val="112B3A"/>
                          </a:solidFill>
                          <a:latin typeface="Arial"/>
                          <a:ea typeface="Arial"/>
                          <a:cs typeface="Arial"/>
                        </a:rPr>
                        <a:t>Workflow median</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E2EDEB"/>
                    </a:solidFill>
                  </a:tcPr>
                </a:tc>
                <a:tc>
                  <a:txBody>
                    <a:bodyPr/>
                    <a:lstStyle/>
                    <a:p>
                      <a:r>
                        <a:rPr sz="1800" b="0">
                          <a:solidFill>
                            <a:srgbClr val="112B3A"/>
                          </a:solidFill>
                          <a:latin typeface="Arial"/>
                          <a:ea typeface="Arial"/>
                          <a:cs typeface="Arial"/>
                        </a:rPr>
                        <a:t>1.82 s</a:t>
                      </a:r>
                    </a:p>
                  </a:txBody>
                  <a:tcPr marL="91440" marR="91440" marT="45720" marB="45720">
                    <a:lnR w="9525">
                      <a:solidFill>
                        <a:srgbClr val="D7DCD8"/>
                      </a:solidFill>
                      <a:prstDash val="solid"/>
                    </a:lnR>
                    <a:lnB w="9525">
                      <a:solidFill>
                        <a:srgbClr val="D7DCD8"/>
                      </a:solidFill>
                      <a:prstDash val="solid"/>
                    </a:lnB>
                    <a:solidFill>
                      <a:srgbClr val="E2EDEB"/>
                    </a:solidFill>
                  </a:tcPr>
                </a:tc>
                <a:tc>
                  <a:txBody>
                    <a:bodyPr/>
                    <a:lstStyle/>
                    <a:p>
                      <a:r>
                        <a:rPr sz="1800" b="0">
                          <a:solidFill>
                            <a:srgbClr val="112B3A"/>
                          </a:solidFill>
                          <a:latin typeface="Arial"/>
                          <a:ea typeface="Arial"/>
                          <a:cs typeface="Arial"/>
                        </a:rPr>
                        <a:t>24.18 s</a:t>
                      </a:r>
                    </a:p>
                  </a:txBody>
                  <a:tcPr marL="91440" marR="91440" marT="45720" marB="45720">
                    <a:lnR w="9525">
                      <a:solidFill>
                        <a:srgbClr val="D7DCD8"/>
                      </a:solidFill>
                      <a:prstDash val="solid"/>
                    </a:lnR>
                    <a:lnB w="9525">
                      <a:solidFill>
                        <a:srgbClr val="D7DCD8"/>
                      </a:solidFill>
                      <a:prstDash val="solid"/>
                    </a:lnB>
                    <a:solidFill>
                      <a:srgbClr val="E2EDEB"/>
                    </a:solidFill>
                  </a:tcPr>
                </a:tc>
                <a:tc>
                  <a:txBody>
                    <a:bodyPr/>
                    <a:lstStyle/>
                    <a:p>
                      <a:r>
                        <a:rPr sz="1800" b="0">
                          <a:solidFill>
                            <a:srgbClr val="112B3A"/>
                          </a:solidFill>
                          <a:latin typeface="Arial"/>
                          <a:ea typeface="Arial"/>
                          <a:cs typeface="Arial"/>
                        </a:rPr>
                        <a:t>0.41 s</a:t>
                      </a:r>
                    </a:p>
                  </a:txBody>
                  <a:tcPr marL="91440" marR="91440" marT="45720" marB="45720">
                    <a:lnR w="9525">
                      <a:solidFill>
                        <a:srgbClr val="D7DCD8"/>
                      </a:solidFill>
                      <a:prstDash val="solid"/>
                    </a:lnR>
                    <a:lnB w="9525">
                      <a:solidFill>
                        <a:srgbClr val="D7DCD8"/>
                      </a:solidFill>
                      <a:prstDash val="solid"/>
                    </a:lnB>
                    <a:solidFill>
                      <a:srgbClr val="E2EDEB"/>
                    </a:solidFill>
                  </a:tcPr>
                </a:tc>
              </a:tr>
              <a:tr h="645795">
                <a:tc>
                  <a:txBody>
                    <a:bodyPr/>
                    <a:lstStyle/>
                    <a:p>
                      <a:r>
                        <a:rPr sz="1800" b="1">
                          <a:solidFill>
                            <a:srgbClr val="112B3A"/>
                          </a:solidFill>
                          <a:latin typeface="Arial"/>
                          <a:ea typeface="Arial"/>
                          <a:cs typeface="Arial"/>
                        </a:rPr>
                        <a:t>Estimated API/run</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FFFFFF"/>
                    </a:solidFill>
                  </a:tcPr>
                </a:tc>
                <a:tc>
                  <a:txBody>
                    <a:bodyPr/>
                    <a:lstStyle/>
                    <a:p>
                      <a:r>
                        <a:rPr sz="1800" b="0">
                          <a:solidFill>
                            <a:srgbClr val="112B3A"/>
                          </a:solidFill>
                          <a:latin typeface="Arial"/>
                          <a:ea typeface="Arial"/>
                          <a:cs typeface="Arial"/>
                        </a:rPr>
                        <a:t>$0.00019</a:t>
                      </a:r>
                    </a:p>
                  </a:txBody>
                  <a:tcPr marL="91440" marR="91440" marT="45720" marB="45720">
                    <a:lnR w="9525">
                      <a:solidFill>
                        <a:srgbClr val="D7DCD8"/>
                      </a:solidFill>
                      <a:prstDash val="solid"/>
                    </a:lnR>
                    <a:lnB w="9525">
                      <a:solidFill>
                        <a:srgbClr val="D7DCD8"/>
                      </a:solidFill>
                      <a:prstDash val="solid"/>
                    </a:lnB>
                    <a:solidFill>
                      <a:srgbClr val="FFFFFF"/>
                    </a:solidFill>
                  </a:tcPr>
                </a:tc>
                <a:tc>
                  <a:txBody>
                    <a:bodyPr/>
                    <a:lstStyle/>
                    <a:p>
                      <a:r>
                        <a:rPr sz="1800" b="0">
                          <a:solidFill>
                            <a:srgbClr val="112B3A"/>
                          </a:solidFill>
                          <a:latin typeface="Arial"/>
                          <a:ea typeface="Arial"/>
                          <a:cs typeface="Arial"/>
                        </a:rPr>
                        <a:t>$0.03795</a:t>
                      </a:r>
                    </a:p>
                  </a:txBody>
                  <a:tcPr marL="91440" marR="91440" marT="45720" marB="45720">
                    <a:lnR w="9525">
                      <a:solidFill>
                        <a:srgbClr val="D7DCD8"/>
                      </a:solidFill>
                      <a:prstDash val="solid"/>
                    </a:lnR>
                    <a:lnB w="9525">
                      <a:solidFill>
                        <a:srgbClr val="D7DCD8"/>
                      </a:solidFill>
                      <a:prstDash val="solid"/>
                    </a:lnB>
                    <a:solidFill>
                      <a:srgbClr val="FFFFFF"/>
                    </a:solidFill>
                  </a:tcPr>
                </a:tc>
                <a:tc>
                  <a:txBody>
                    <a:bodyPr/>
                    <a:lstStyle/>
                    <a:p>
                      <a:r>
                        <a:rPr sz="1800" b="0">
                          <a:solidFill>
                            <a:srgbClr val="112B3A"/>
                          </a:solidFill>
                          <a:latin typeface="Arial"/>
                          <a:ea typeface="Arial"/>
                          <a:cs typeface="Arial"/>
                        </a:rPr>
                        <a:t>$0</a:t>
                      </a:r>
                    </a:p>
                  </a:txBody>
                  <a:tcPr marL="91440" marR="91440" marT="45720" marB="45720">
                    <a:lnR w="9525">
                      <a:solidFill>
                        <a:srgbClr val="D7DCD8"/>
                      </a:solidFill>
                      <a:prstDash val="solid"/>
                    </a:lnR>
                    <a:lnB w="9525">
                      <a:solidFill>
                        <a:srgbClr val="D7DCD8"/>
                      </a:solidFill>
                      <a:prstDash val="solid"/>
                    </a:lnB>
                    <a:solidFill>
                      <a:srgbClr val="FFFFFF"/>
                    </a:solidFill>
                  </a:tcPr>
                </a:tc>
              </a:tr>
              <a:tr h="645795">
                <a:tc>
                  <a:txBody>
                    <a:bodyPr/>
                    <a:lstStyle/>
                    <a:p>
                      <a:r>
                        <a:rPr sz="1800" b="1">
                          <a:solidFill>
                            <a:srgbClr val="112B3A"/>
                          </a:solidFill>
                          <a:latin typeface="Arial"/>
                          <a:ea typeface="Arial"/>
                          <a:cs typeface="Arial"/>
                        </a:rPr>
                        <a:t>Policy generated</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E2EDEB"/>
                    </a:solidFill>
                  </a:tcPr>
                </a:tc>
                <a:tc>
                  <a:txBody>
                    <a:bodyPr/>
                    <a:lstStyle/>
                    <a:p>
                      <a:r>
                        <a:rPr sz="1800" b="0">
                          <a:solidFill>
                            <a:srgbClr val="112B3A"/>
                          </a:solidFill>
                          <a:latin typeface="Arial"/>
                          <a:ea typeface="Arial"/>
                          <a:cs typeface="Arial"/>
                        </a:rPr>
                        <a:t>Yes</a:t>
                      </a:r>
                    </a:p>
                  </a:txBody>
                  <a:tcPr marL="91440" marR="91440" marT="45720" marB="45720">
                    <a:lnR w="9525">
                      <a:solidFill>
                        <a:srgbClr val="D7DCD8"/>
                      </a:solidFill>
                      <a:prstDash val="solid"/>
                    </a:lnR>
                    <a:lnB w="9525">
                      <a:solidFill>
                        <a:srgbClr val="D7DCD8"/>
                      </a:solidFill>
                      <a:prstDash val="solid"/>
                    </a:lnB>
                    <a:solidFill>
                      <a:srgbClr val="E2EDEB"/>
                    </a:solidFill>
                  </a:tcPr>
                </a:tc>
                <a:tc>
                  <a:txBody>
                    <a:bodyPr/>
                    <a:lstStyle/>
                    <a:p>
                      <a:r>
                        <a:rPr sz="1800" b="0">
                          <a:solidFill>
                            <a:srgbClr val="112B3A"/>
                          </a:solidFill>
                          <a:latin typeface="Arial"/>
                          <a:ea typeface="Arial"/>
                          <a:cs typeface="Arial"/>
                        </a:rPr>
                        <a:t>Yes</a:t>
                      </a:r>
                    </a:p>
                  </a:txBody>
                  <a:tcPr marL="91440" marR="91440" marT="45720" marB="45720">
                    <a:lnR w="9525">
                      <a:solidFill>
                        <a:srgbClr val="D7DCD8"/>
                      </a:solidFill>
                      <a:prstDash val="solid"/>
                    </a:lnR>
                    <a:lnB w="9525">
                      <a:solidFill>
                        <a:srgbClr val="D7DCD8"/>
                      </a:solidFill>
                      <a:prstDash val="solid"/>
                    </a:lnB>
                    <a:solidFill>
                      <a:srgbClr val="E2EDEB"/>
                    </a:solidFill>
                  </a:tcPr>
                </a:tc>
                <a:tc>
                  <a:txBody>
                    <a:bodyPr/>
                    <a:lstStyle/>
                    <a:p>
                      <a:r>
                        <a:rPr sz="1800" b="0">
                          <a:solidFill>
                            <a:srgbClr val="112B3A"/>
                          </a:solidFill>
                          <a:latin typeface="Arial"/>
                          <a:ea typeface="Arial"/>
                          <a:cs typeface="Arial"/>
                        </a:rPr>
                        <a:t>No</a:t>
                      </a:r>
                    </a:p>
                  </a:txBody>
                  <a:tcPr marL="91440" marR="91440" marT="45720" marB="45720">
                    <a:lnR w="9525">
                      <a:solidFill>
                        <a:srgbClr val="D7DCD8"/>
                      </a:solidFill>
                      <a:prstDash val="solid"/>
                    </a:lnR>
                    <a:lnB w="9525">
                      <a:solidFill>
                        <a:srgbClr val="D7DCD8"/>
                      </a:solidFill>
                      <a:prstDash val="solid"/>
                    </a:lnB>
                    <a:solidFill>
                      <a:srgbClr val="E2EDEB"/>
                    </a:solidFill>
                  </a:tcPr>
                </a:tc>
              </a:tr>
            </a:tbl>
          </a:graphicData>
        </a:graphic>
      </p:graphicFrame>
      <p:sp>
        <p:nvSpPr>
          <p:cNvPr id="5" name="Screening labels and three workflow runs are ">
            <a:extLst xmlns:a="http://schemas.openxmlformats.org/drawingml/2006/main">
              <a:ext uri="{FF2B5EF4-FFF2-40B4-BE49-F238E27FC236}">
                <a16:creationId xmlns:a16="http://schemas.microsoft.com/office/drawing/2014/main" id="{75A7EBAC-9FFC-427C-862A-BD0169D07430}"/>
              </a:ext>
            </a:extLst>
          </p:cNvPr>
          <p:cNvSpPr>
            <a:spLocks xmlns:a="http://schemas.openxmlformats.org/drawingml/2006/main" noGrp="1"/>
          </p:cNvSpPr>
          <p:nvPr/>
        </p:nvSpPr>
        <p:spPr>
          <a:xfrm xmlns:a="http://schemas.openxmlformats.org/drawingml/2006/main">
            <a:off x="723900" y="5772150"/>
            <a:ext cx="1057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00" b="1">
                <a:solidFill>
                  <a:srgbClr val="F7785D"/>
                </a:solidFill>
                <a:latin typeface="Arial"/>
                <a:ea typeface="Arial"/>
                <a:cs typeface="Arial"/>
              </a:defRPr>
            </a:defPPr>
            <a:lvl1pPr algn="l">
              <a:defRPr sz="1800" b="1">
                <a:solidFill>
                  <a:srgbClr val="F7785D"/>
                </a:solidFill>
                <a:latin typeface="Arial"/>
                <a:ea typeface="Arial"/>
                <a:cs typeface="Arial"/>
              </a:defRPr>
            </a:lvl1pPr>
            <a:lvl2pPr algn="l">
              <a:defRPr sz="1800" b="1">
                <a:solidFill>
                  <a:srgbClr val="F7785D"/>
                </a:solidFill>
                <a:latin typeface="Arial"/>
                <a:ea typeface="Arial"/>
                <a:cs typeface="Arial"/>
              </a:defRPr>
            </a:lvl2pPr>
            <a:lvl3pPr algn="l">
              <a:defRPr sz="1800" b="1">
                <a:solidFill>
                  <a:srgbClr val="F7785D"/>
                </a:solidFill>
                <a:latin typeface="Arial"/>
                <a:ea typeface="Arial"/>
                <a:cs typeface="Arial"/>
              </a:defRPr>
            </a:lvl3pPr>
            <a:lvl4pPr algn="l">
              <a:defRPr sz="1800" b="1">
                <a:solidFill>
                  <a:srgbClr val="F7785D"/>
                </a:solidFill>
                <a:latin typeface="Arial"/>
                <a:ea typeface="Arial"/>
                <a:cs typeface="Arial"/>
              </a:defRPr>
            </a:lvl4pPr>
            <a:lvl5pPr algn="l">
              <a:defRPr sz="1800" b="1">
                <a:solidFill>
                  <a:srgbClr val="F7785D"/>
                </a:solidFill>
                <a:latin typeface="Arial"/>
                <a:ea typeface="Arial"/>
                <a:cs typeface="Arial"/>
              </a:defRPr>
            </a:lvl5pPr>
            <a:lvl6pPr algn="l">
              <a:defRPr sz="1800" b="1">
                <a:solidFill>
                  <a:srgbClr val="F7785D"/>
                </a:solidFill>
                <a:latin typeface="Arial"/>
                <a:ea typeface="Arial"/>
                <a:cs typeface="Arial"/>
              </a:defRPr>
            </a:lvl6pPr>
            <a:lvl7pPr algn="l">
              <a:defRPr sz="1800" b="1">
                <a:solidFill>
                  <a:srgbClr val="F7785D"/>
                </a:solidFill>
                <a:latin typeface="Arial"/>
                <a:ea typeface="Arial"/>
                <a:cs typeface="Arial"/>
              </a:defRPr>
            </a:lvl7pPr>
            <a:lvl8pPr algn="l">
              <a:defRPr sz="1800" b="1">
                <a:solidFill>
                  <a:srgbClr val="F7785D"/>
                </a:solidFill>
                <a:latin typeface="Arial"/>
                <a:ea typeface="Arial"/>
                <a:cs typeface="Arial"/>
              </a:defRPr>
            </a:lvl8pPr>
            <a:lvl9pPr algn="l">
              <a:defRPr sz="1800" b="1">
                <a:solidFill>
                  <a:srgbClr val="F7785D"/>
                </a:solidFill>
                <a:latin typeface="Arial"/>
                <a:ea typeface="Arial"/>
                <a:cs typeface="Arial"/>
              </a:defRPr>
            </a:lvl9pPr>
          </a:lstStyle>
          <a:p xmlns:a="http://schemas.openxmlformats.org/drawingml/2006/main">
            <a:pPr algn="l">
              <a:defRPr sz="1800" b="1">
                <a:solidFill>
                  <a:srgbClr val="F7785D"/>
                </a:solidFill>
                <a:latin typeface="Arial"/>
                <a:ea typeface="Arial"/>
                <a:cs typeface="Arial"/>
              </a:defRPr>
            </a:pPr>
            <a:r>
              <a:rPr sz="1800" b="1">
                <a:solidFill>
                  <a:srgbClr val="F7785D"/>
                </a:solidFill>
                <a:latin typeface="Arial"/>
                <a:ea typeface="Arial"/>
                <a:cs typeface="Arial"/>
              </a:rPr>
              <a:t>Screening labels and three workflow runs are different samples</a:t>
            </a:r>
          </a:p>
        </p:txBody>
      </p:sp>
    </p:spTree>
    <p:extLst>
      <p:ext uri="{BB962C8B-B14F-4D97-AF65-F5344CB8AC3E}">
        <p14:creationId xmlns:p14="http://schemas.microsoft.com/office/powerpoint/2010/main" val="1049674299"/>
      </p:ext>
    </p:extLst>
  </p:cSld>
</p:sld>
</file>

<file path=ppt/slides/slide30.xml><?xml version="1.0" encoding="utf-8"?>
<p:sld xmlns:p="http://schemas.openxmlformats.org/presentationml/2006/main">
  <p:cSld>
    <p:bg>
      <p:bgPr>
        <a:solidFill xmlns:a="http://schemas.openxmlformats.org/drawingml/2006/main">
          <a:srgbClr val="081A29"/>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02BE9AC3-9120-4F4F-8FAD-B51BE73253EC}"/>
              </a:ext>
            </a:extLst>
          </p:cNvPr>
          <p:cNvPicPr>
            <a:picLocks xmlns:a="http://schemas.openxmlformats.org/drawingml/2006/main" noChangeAspect="1"/>
          </p:cNvPicPr>
          <p:nvPr/>
        </p:nvPicPr>
        <p:blipFill>
          <a:blip xmlns:r="http://schemas.openxmlformats.org/officeDocument/2006/relationships" xmlns:a="http://schemas.openxmlformats.org/drawingml/2006/main" r:embed="R19daac774eec454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lide-30-title">
            <a:extLst xmlns:a="http://schemas.openxmlformats.org/drawingml/2006/main">
              <a:ext uri="{FF2B5EF4-FFF2-40B4-BE49-F238E27FC236}">
                <a16:creationId xmlns:a16="http://schemas.microsoft.com/office/drawing/2014/main" id="{5B614715-6303-4C67-8BA2-761C9E3A3FC1}"/>
              </a:ext>
            </a:extLst>
          </p:cNvPr>
          <p:cNvSpPr>
            <a:spLocks xmlns:a="http://schemas.openxmlformats.org/drawingml/2006/main" noGrp="1"/>
          </p:cNvSpPr>
          <p:nvPr/>
        </p:nvSpPr>
        <p:spPr>
          <a:xfrm xmlns:a="http://schemas.openxmlformats.org/drawingml/2006/main">
            <a:off x="609600" y="476250"/>
            <a:ext cx="10858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FFFFFF"/>
                </a:solidFill>
                <a:latin typeface="Arial"/>
                <a:ea typeface="Arial"/>
                <a:cs typeface="Arial"/>
              </a:defRPr>
            </a:defPPr>
            <a:lvl1pPr algn="l">
              <a:defRPr sz="3150" b="1">
                <a:solidFill>
                  <a:srgbClr val="FFFFFF"/>
                </a:solidFill>
                <a:latin typeface="Arial"/>
                <a:ea typeface="Arial"/>
                <a:cs typeface="Arial"/>
              </a:defRPr>
            </a:lvl1pPr>
            <a:lvl2pPr algn="l">
              <a:defRPr sz="3150" b="1">
                <a:solidFill>
                  <a:srgbClr val="FFFFFF"/>
                </a:solidFill>
                <a:latin typeface="Arial"/>
                <a:ea typeface="Arial"/>
                <a:cs typeface="Arial"/>
              </a:defRPr>
            </a:lvl2pPr>
            <a:lvl3pPr algn="l">
              <a:defRPr sz="3150" b="1">
                <a:solidFill>
                  <a:srgbClr val="FFFFFF"/>
                </a:solidFill>
                <a:latin typeface="Arial"/>
                <a:ea typeface="Arial"/>
                <a:cs typeface="Arial"/>
              </a:defRPr>
            </a:lvl3pPr>
            <a:lvl4pPr algn="l">
              <a:defRPr sz="3150" b="1">
                <a:solidFill>
                  <a:srgbClr val="FFFFFF"/>
                </a:solidFill>
                <a:latin typeface="Arial"/>
                <a:ea typeface="Arial"/>
                <a:cs typeface="Arial"/>
              </a:defRPr>
            </a:lvl4pPr>
            <a:lvl5pPr algn="l">
              <a:defRPr sz="3150" b="1">
                <a:solidFill>
                  <a:srgbClr val="FFFFFF"/>
                </a:solidFill>
                <a:latin typeface="Arial"/>
                <a:ea typeface="Arial"/>
                <a:cs typeface="Arial"/>
              </a:defRPr>
            </a:lvl5pPr>
            <a:lvl6pPr algn="l">
              <a:defRPr sz="3150" b="1">
                <a:solidFill>
                  <a:srgbClr val="FFFFFF"/>
                </a:solidFill>
                <a:latin typeface="Arial"/>
                <a:ea typeface="Arial"/>
                <a:cs typeface="Arial"/>
              </a:defRPr>
            </a:lvl6pPr>
            <a:lvl7pPr algn="l">
              <a:defRPr sz="3150" b="1">
                <a:solidFill>
                  <a:srgbClr val="FFFFFF"/>
                </a:solidFill>
                <a:latin typeface="Arial"/>
                <a:ea typeface="Arial"/>
                <a:cs typeface="Arial"/>
              </a:defRPr>
            </a:lvl7pPr>
            <a:lvl8pPr algn="l">
              <a:defRPr sz="3150" b="1">
                <a:solidFill>
                  <a:srgbClr val="FFFFFF"/>
                </a:solidFill>
                <a:latin typeface="Arial"/>
                <a:ea typeface="Arial"/>
                <a:cs typeface="Arial"/>
              </a:defRPr>
            </a:lvl8pPr>
            <a:lvl9pPr algn="l">
              <a:defRPr sz="3150" b="1">
                <a:solidFill>
                  <a:srgbClr val="FFFFFF"/>
                </a:solidFill>
                <a:latin typeface="Arial"/>
                <a:ea typeface="Arial"/>
                <a:cs typeface="Arial"/>
              </a:defRPr>
            </a:lvl9pPr>
          </a:lstStyle>
          <a:p xmlns:a="http://schemas.openxmlformats.org/drawingml/2006/main">
            <a:pPr algn="l">
              <a:defRPr sz="3150" b="1">
                <a:solidFill>
                  <a:srgbClr val="FFFFFF"/>
                </a:solidFill>
                <a:latin typeface="Arial"/>
                <a:ea typeface="Arial"/>
                <a:cs typeface="Arial"/>
              </a:defRPr>
            </a:pPr>
            <a:r>
              <a:rPr sz="3150" b="1">
                <a:solidFill>
                  <a:srgbClr val="FFFFFF"/>
                </a:solidFill>
                <a:latin typeface="Arial"/>
                <a:ea typeface="Arial"/>
                <a:cs typeface="Arial"/>
              </a:rPr>
              <a:t>Recovery criteria</a:t>
            </a:r>
          </a:p>
        </p:txBody>
      </p:sp>
      <p:sp>
        <p:nvSpPr>
          <p:cNvPr id="3" name="51–55 minutes">
            <a:extLst xmlns:a="http://schemas.openxmlformats.org/drawingml/2006/main">
              <a:ext uri="{FF2B5EF4-FFF2-40B4-BE49-F238E27FC236}">
                <a16:creationId xmlns:a16="http://schemas.microsoft.com/office/drawing/2014/main" id="{CA9B3940-1822-43F9-AC7D-8C50D448F348}"/>
              </a:ext>
            </a:extLst>
          </p:cNvPr>
          <p:cNvSpPr>
            <a:spLocks xmlns:a="http://schemas.openxmlformats.org/drawingml/2006/main" noGrp="1"/>
          </p:cNvSpPr>
          <p:nvPr/>
        </p:nvSpPr>
        <p:spPr>
          <a:xfrm xmlns:a="http://schemas.openxmlformats.org/drawingml/2006/main">
            <a:off x="647700" y="1257300"/>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a:solidFill>
                  <a:srgbClr val="37D5BE"/>
                </a:solidFill>
                <a:latin typeface="Arial"/>
                <a:ea typeface="Arial"/>
                <a:cs typeface="Arial"/>
              </a:defRPr>
            </a:defPPr>
            <a:lvl1pPr algn="l">
              <a:defRPr sz="1500" b="0">
                <a:solidFill>
                  <a:srgbClr val="37D5BE"/>
                </a:solidFill>
                <a:latin typeface="Arial"/>
                <a:ea typeface="Arial"/>
                <a:cs typeface="Arial"/>
              </a:defRPr>
            </a:lvl1pPr>
            <a:lvl2pPr algn="l">
              <a:defRPr sz="1500" b="0">
                <a:solidFill>
                  <a:srgbClr val="37D5BE"/>
                </a:solidFill>
                <a:latin typeface="Arial"/>
                <a:ea typeface="Arial"/>
                <a:cs typeface="Arial"/>
              </a:defRPr>
            </a:lvl2pPr>
            <a:lvl3pPr algn="l">
              <a:defRPr sz="1500" b="0">
                <a:solidFill>
                  <a:srgbClr val="37D5BE"/>
                </a:solidFill>
                <a:latin typeface="Arial"/>
                <a:ea typeface="Arial"/>
                <a:cs typeface="Arial"/>
              </a:defRPr>
            </a:lvl3pPr>
            <a:lvl4pPr algn="l">
              <a:defRPr sz="1500" b="0">
                <a:solidFill>
                  <a:srgbClr val="37D5BE"/>
                </a:solidFill>
                <a:latin typeface="Arial"/>
                <a:ea typeface="Arial"/>
                <a:cs typeface="Arial"/>
              </a:defRPr>
            </a:lvl4pPr>
            <a:lvl5pPr algn="l">
              <a:defRPr sz="1500" b="0">
                <a:solidFill>
                  <a:srgbClr val="37D5BE"/>
                </a:solidFill>
                <a:latin typeface="Arial"/>
                <a:ea typeface="Arial"/>
                <a:cs typeface="Arial"/>
              </a:defRPr>
            </a:lvl5pPr>
            <a:lvl6pPr algn="l">
              <a:defRPr sz="1500" b="0">
                <a:solidFill>
                  <a:srgbClr val="37D5BE"/>
                </a:solidFill>
                <a:latin typeface="Arial"/>
                <a:ea typeface="Arial"/>
                <a:cs typeface="Arial"/>
              </a:defRPr>
            </a:lvl6pPr>
            <a:lvl7pPr algn="l">
              <a:defRPr sz="1500" b="0">
                <a:solidFill>
                  <a:srgbClr val="37D5BE"/>
                </a:solidFill>
                <a:latin typeface="Arial"/>
                <a:ea typeface="Arial"/>
                <a:cs typeface="Arial"/>
              </a:defRPr>
            </a:lvl7pPr>
            <a:lvl8pPr algn="l">
              <a:defRPr sz="1500" b="0">
                <a:solidFill>
                  <a:srgbClr val="37D5BE"/>
                </a:solidFill>
                <a:latin typeface="Arial"/>
                <a:ea typeface="Arial"/>
                <a:cs typeface="Arial"/>
              </a:defRPr>
            </a:lvl8pPr>
            <a:lvl9pPr algn="l">
              <a:defRPr sz="1500" b="0">
                <a:solidFill>
                  <a:srgbClr val="37D5BE"/>
                </a:solidFill>
                <a:latin typeface="Arial"/>
                <a:ea typeface="Arial"/>
                <a:cs typeface="Arial"/>
              </a:defRPr>
            </a:lvl9pPr>
          </a:lstStyle>
          <a:p xmlns:a="http://schemas.openxmlformats.org/drawingml/2006/main">
            <a:pPr algn="l">
              <a:defRPr sz="1500" b="0">
                <a:solidFill>
                  <a:srgbClr val="37D5BE"/>
                </a:solidFill>
                <a:latin typeface="Arial"/>
                <a:ea typeface="Arial"/>
                <a:cs typeface="Arial"/>
              </a:defRPr>
            </a:pPr>
            <a:r>
              <a:rPr sz="1500" b="0">
                <a:solidFill>
                  <a:srgbClr val="37D5BE"/>
                </a:solidFill>
                <a:latin typeface="Arial"/>
                <a:ea typeface="Arial"/>
                <a:cs typeface="Arial"/>
              </a:rPr>
              <a:t>51–55 minutes</a:t>
            </a:r>
          </a:p>
        </p:txBody>
      </p:sp>
      <p:sp>
        <p:nvSpPr>
          <p:cNvPr id="4" name="30">
            <a:extLst xmlns:a="http://schemas.openxmlformats.org/drawingml/2006/main">
              <a:ext uri="{FF2B5EF4-FFF2-40B4-BE49-F238E27FC236}">
                <a16:creationId xmlns:a16="http://schemas.microsoft.com/office/drawing/2014/main" id="{176E3E67-3582-47C6-A996-B2800B4BB822}"/>
              </a:ext>
            </a:extLst>
          </p:cNvPr>
          <p:cNvSpPr>
            <a:spLocks xmlns:a="http://schemas.openxmlformats.org/drawingml/2006/main" noGrp="1"/>
          </p:cNvSpPr>
          <p:nvPr/>
        </p:nvSpPr>
        <p:spPr>
          <a:xfrm xmlns:a="http://schemas.openxmlformats.org/drawingml/2006/main">
            <a:off x="11172825" y="641032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0">
                <a:solidFill>
                  <a:srgbClr val="A8C1CA"/>
                </a:solidFill>
                <a:latin typeface="Arial"/>
                <a:ea typeface="Arial"/>
                <a:cs typeface="Arial"/>
              </a:defRPr>
            </a:defPPr>
            <a:lvl1pPr algn="r">
              <a:defRPr sz="975" b="0">
                <a:solidFill>
                  <a:srgbClr val="A8C1CA"/>
                </a:solidFill>
                <a:latin typeface="Arial"/>
                <a:ea typeface="Arial"/>
                <a:cs typeface="Arial"/>
              </a:defRPr>
            </a:lvl1pPr>
            <a:lvl2pPr algn="r">
              <a:defRPr sz="975" b="0">
                <a:solidFill>
                  <a:srgbClr val="A8C1CA"/>
                </a:solidFill>
                <a:latin typeface="Arial"/>
                <a:ea typeface="Arial"/>
                <a:cs typeface="Arial"/>
              </a:defRPr>
            </a:lvl2pPr>
            <a:lvl3pPr algn="r">
              <a:defRPr sz="975" b="0">
                <a:solidFill>
                  <a:srgbClr val="A8C1CA"/>
                </a:solidFill>
                <a:latin typeface="Arial"/>
                <a:ea typeface="Arial"/>
                <a:cs typeface="Arial"/>
              </a:defRPr>
            </a:lvl3pPr>
            <a:lvl4pPr algn="r">
              <a:defRPr sz="975" b="0">
                <a:solidFill>
                  <a:srgbClr val="A8C1CA"/>
                </a:solidFill>
                <a:latin typeface="Arial"/>
                <a:ea typeface="Arial"/>
                <a:cs typeface="Arial"/>
              </a:defRPr>
            </a:lvl4pPr>
            <a:lvl5pPr algn="r">
              <a:defRPr sz="975" b="0">
                <a:solidFill>
                  <a:srgbClr val="A8C1CA"/>
                </a:solidFill>
                <a:latin typeface="Arial"/>
                <a:ea typeface="Arial"/>
                <a:cs typeface="Arial"/>
              </a:defRPr>
            </a:lvl5pPr>
            <a:lvl6pPr algn="r">
              <a:defRPr sz="975" b="0">
                <a:solidFill>
                  <a:srgbClr val="A8C1CA"/>
                </a:solidFill>
                <a:latin typeface="Arial"/>
                <a:ea typeface="Arial"/>
                <a:cs typeface="Arial"/>
              </a:defRPr>
            </a:lvl6pPr>
            <a:lvl7pPr algn="r">
              <a:defRPr sz="975" b="0">
                <a:solidFill>
                  <a:srgbClr val="A8C1CA"/>
                </a:solidFill>
                <a:latin typeface="Arial"/>
                <a:ea typeface="Arial"/>
                <a:cs typeface="Arial"/>
              </a:defRPr>
            </a:lvl7pPr>
            <a:lvl8pPr algn="r">
              <a:defRPr sz="975" b="0">
                <a:solidFill>
                  <a:srgbClr val="A8C1CA"/>
                </a:solidFill>
                <a:latin typeface="Arial"/>
                <a:ea typeface="Arial"/>
                <a:cs typeface="Arial"/>
              </a:defRPr>
            </a:lvl8pPr>
            <a:lvl9pPr algn="r">
              <a:defRPr sz="975" b="0">
                <a:solidFill>
                  <a:srgbClr val="A8C1CA"/>
                </a:solidFill>
                <a:latin typeface="Arial"/>
                <a:ea typeface="Arial"/>
                <a:cs typeface="Arial"/>
              </a:defRPr>
            </a:lvl9pPr>
          </a:lstStyle>
          <a:p xmlns:a="http://schemas.openxmlformats.org/drawingml/2006/main">
            <a:pPr algn="r">
              <a:defRPr sz="975" b="0">
                <a:solidFill>
                  <a:srgbClr val="A8C1CA"/>
                </a:solidFill>
                <a:latin typeface="Arial"/>
                <a:ea typeface="Arial"/>
                <a:cs typeface="Arial"/>
              </a:defRPr>
            </a:pPr>
            <a:r>
              <a:rPr sz="975" b="0">
                <a:solidFill>
                  <a:srgbClr val="A8C1CA"/>
                </a:solidFill>
                <a:latin typeface="Arial"/>
                <a:ea typeface="Arial"/>
                <a:cs typeface="Arial"/>
              </a:rPr>
              <a:t>30</a:t>
            </a:r>
          </a:p>
        </p:txBody>
      </p:sp>
      <p:sp>
        <p:nvSpPr>
          <p:cNvPr id="5" name="diagram-boundary">
            <a:extLst xmlns:a="http://schemas.openxmlformats.org/drawingml/2006/main">
              <a:ext uri="{FF2B5EF4-FFF2-40B4-BE49-F238E27FC236}">
                <a16:creationId xmlns:a16="http://schemas.microsoft.com/office/drawing/2014/main" id="{8190F8C9-9DE8-4357-81D7-51ADAAE6FFC1}"/>
              </a:ext>
            </a:extLst>
          </p:cNvPr>
          <p:cNvSpPr>
            <a:spLocks xmlns:a="http://schemas.openxmlformats.org/drawingml/2006/main" noGrp="1"/>
          </p:cNvSpPr>
          <p:nvPr/>
        </p:nvSpPr>
        <p:spPr>
          <a:xfrm xmlns:a="http://schemas.openxmlformats.org/drawingml/2006/main">
            <a:off x="0" y="1676400"/>
            <a:ext cx="7715250" cy="4191000"/>
          </a:xfrm>
          <a:prstGeom xmlns:a="http://schemas.openxmlformats.org/drawingml/2006/main" prst="rect">
            <a:avLst/>
          </a:prstGeom>
          <a:solidFill xmlns:a="http://schemas.openxmlformats.org/drawingml/2006/main">
            <a:srgbClr val="081A29"/>
          </a:solidFill>
          <a:ln xmlns:a="http://schemas.openxmlformats.org/drawingml/2006/main" w="0">
            <a:noFill/>
            <a:prstDash val="solid"/>
          </a:ln>
        </p:spPr>
      </p:sp>
      <p:sp>
        <p:nvSpPr>
          <p:cNvPr id="6" name="Evidence preserved">
            <a:extLst xmlns:a="http://schemas.openxmlformats.org/drawingml/2006/main">
              <a:ext uri="{FF2B5EF4-FFF2-40B4-BE49-F238E27FC236}">
                <a16:creationId xmlns:a16="http://schemas.microsoft.com/office/drawing/2014/main" id="{CB8DB516-2477-4453-A13B-40A7141BACBB}"/>
              </a:ext>
            </a:extLst>
          </p:cNvPr>
          <p:cNvSpPr>
            <a:spLocks xmlns:a="http://schemas.openxmlformats.org/drawingml/2006/main" noGrp="1"/>
          </p:cNvSpPr>
          <p:nvPr/>
        </p:nvSpPr>
        <p:spPr>
          <a:xfrm xmlns:a="http://schemas.openxmlformats.org/drawingml/2006/main">
            <a:off x="704850" y="2143125"/>
            <a:ext cx="685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775" b="1">
                <a:solidFill>
                  <a:srgbClr val="FFFFFF"/>
                </a:solidFill>
                <a:latin typeface="Arial"/>
                <a:ea typeface="Arial"/>
                <a:cs typeface="Arial"/>
              </a:defRPr>
            </a:defPPr>
            <a:lvl1pPr algn="l">
              <a:defRPr sz="2775" b="1">
                <a:solidFill>
                  <a:srgbClr val="FFFFFF"/>
                </a:solidFill>
                <a:latin typeface="Arial"/>
                <a:ea typeface="Arial"/>
                <a:cs typeface="Arial"/>
              </a:defRPr>
            </a:lvl1pPr>
            <a:lvl2pPr algn="l">
              <a:defRPr sz="2775" b="1">
                <a:solidFill>
                  <a:srgbClr val="FFFFFF"/>
                </a:solidFill>
                <a:latin typeface="Arial"/>
                <a:ea typeface="Arial"/>
                <a:cs typeface="Arial"/>
              </a:defRPr>
            </a:lvl2pPr>
            <a:lvl3pPr algn="l">
              <a:defRPr sz="2775" b="1">
                <a:solidFill>
                  <a:srgbClr val="FFFFFF"/>
                </a:solidFill>
                <a:latin typeface="Arial"/>
                <a:ea typeface="Arial"/>
                <a:cs typeface="Arial"/>
              </a:defRPr>
            </a:lvl3pPr>
            <a:lvl4pPr algn="l">
              <a:defRPr sz="2775" b="1">
                <a:solidFill>
                  <a:srgbClr val="FFFFFF"/>
                </a:solidFill>
                <a:latin typeface="Arial"/>
                <a:ea typeface="Arial"/>
                <a:cs typeface="Arial"/>
              </a:defRPr>
            </a:lvl4pPr>
            <a:lvl5pPr algn="l">
              <a:defRPr sz="2775" b="1">
                <a:solidFill>
                  <a:srgbClr val="FFFFFF"/>
                </a:solidFill>
                <a:latin typeface="Arial"/>
                <a:ea typeface="Arial"/>
                <a:cs typeface="Arial"/>
              </a:defRPr>
            </a:lvl5pPr>
            <a:lvl6pPr algn="l">
              <a:defRPr sz="2775" b="1">
                <a:solidFill>
                  <a:srgbClr val="FFFFFF"/>
                </a:solidFill>
                <a:latin typeface="Arial"/>
                <a:ea typeface="Arial"/>
                <a:cs typeface="Arial"/>
              </a:defRPr>
            </a:lvl6pPr>
            <a:lvl7pPr algn="l">
              <a:defRPr sz="2775" b="1">
                <a:solidFill>
                  <a:srgbClr val="FFFFFF"/>
                </a:solidFill>
                <a:latin typeface="Arial"/>
                <a:ea typeface="Arial"/>
                <a:cs typeface="Arial"/>
              </a:defRPr>
            </a:lvl7pPr>
            <a:lvl8pPr algn="l">
              <a:defRPr sz="2775" b="1">
                <a:solidFill>
                  <a:srgbClr val="FFFFFF"/>
                </a:solidFill>
                <a:latin typeface="Arial"/>
                <a:ea typeface="Arial"/>
                <a:cs typeface="Arial"/>
              </a:defRPr>
            </a:lvl8pPr>
            <a:lvl9pPr algn="l">
              <a:defRPr sz="2775" b="1">
                <a:solidFill>
                  <a:srgbClr val="FFFFFF"/>
                </a:solidFill>
                <a:latin typeface="Arial"/>
                <a:ea typeface="Arial"/>
                <a:cs typeface="Arial"/>
              </a:defRPr>
            </a:lvl9pPr>
          </a:lstStyle>
          <a:p xmlns:a="http://schemas.openxmlformats.org/drawingml/2006/main">
            <a:pPr algn="l">
              <a:defRPr sz="2775" b="1">
                <a:solidFill>
                  <a:srgbClr val="FFFFFF"/>
                </a:solidFill>
                <a:latin typeface="Arial"/>
                <a:ea typeface="Arial"/>
                <a:cs typeface="Arial"/>
              </a:defRPr>
            </a:pPr>
            <a:r>
              <a:rPr sz="2775" b="1">
                <a:solidFill>
                  <a:srgbClr val="FFFFFF"/>
                </a:solidFill>
                <a:latin typeface="Arial"/>
                <a:ea typeface="Arial"/>
                <a:cs typeface="Arial"/>
              </a:rPr>
              <a:t>Evidence preserved</a:t>
            </a:r>
          </a:p>
        </p:txBody>
      </p:sp>
      <p:sp>
        <p:nvSpPr>
          <p:cNvPr id="7" name="Clean serving capacity verified">
            <a:extLst xmlns:a="http://schemas.openxmlformats.org/drawingml/2006/main">
              <a:ext uri="{FF2B5EF4-FFF2-40B4-BE49-F238E27FC236}">
                <a16:creationId xmlns:a16="http://schemas.microsoft.com/office/drawing/2014/main" id="{EA0A3369-2083-45DC-B96B-831C9D7EBA61}"/>
              </a:ext>
            </a:extLst>
          </p:cNvPr>
          <p:cNvSpPr>
            <a:spLocks xmlns:a="http://schemas.openxmlformats.org/drawingml/2006/main" noGrp="1"/>
          </p:cNvSpPr>
          <p:nvPr/>
        </p:nvSpPr>
        <p:spPr>
          <a:xfrm xmlns:a="http://schemas.openxmlformats.org/drawingml/2006/main">
            <a:off x="704850" y="3048000"/>
            <a:ext cx="685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775" b="1">
                <a:solidFill>
                  <a:srgbClr val="FFFFFF"/>
                </a:solidFill>
                <a:latin typeface="Arial"/>
                <a:ea typeface="Arial"/>
                <a:cs typeface="Arial"/>
              </a:defRPr>
            </a:defPPr>
            <a:lvl1pPr algn="l">
              <a:defRPr sz="2775" b="1">
                <a:solidFill>
                  <a:srgbClr val="FFFFFF"/>
                </a:solidFill>
                <a:latin typeface="Arial"/>
                <a:ea typeface="Arial"/>
                <a:cs typeface="Arial"/>
              </a:defRPr>
            </a:lvl1pPr>
            <a:lvl2pPr algn="l">
              <a:defRPr sz="2775" b="1">
                <a:solidFill>
                  <a:srgbClr val="FFFFFF"/>
                </a:solidFill>
                <a:latin typeface="Arial"/>
                <a:ea typeface="Arial"/>
                <a:cs typeface="Arial"/>
              </a:defRPr>
            </a:lvl2pPr>
            <a:lvl3pPr algn="l">
              <a:defRPr sz="2775" b="1">
                <a:solidFill>
                  <a:srgbClr val="FFFFFF"/>
                </a:solidFill>
                <a:latin typeface="Arial"/>
                <a:ea typeface="Arial"/>
                <a:cs typeface="Arial"/>
              </a:defRPr>
            </a:lvl3pPr>
            <a:lvl4pPr algn="l">
              <a:defRPr sz="2775" b="1">
                <a:solidFill>
                  <a:srgbClr val="FFFFFF"/>
                </a:solidFill>
                <a:latin typeface="Arial"/>
                <a:ea typeface="Arial"/>
                <a:cs typeface="Arial"/>
              </a:defRPr>
            </a:lvl4pPr>
            <a:lvl5pPr algn="l">
              <a:defRPr sz="2775" b="1">
                <a:solidFill>
                  <a:srgbClr val="FFFFFF"/>
                </a:solidFill>
                <a:latin typeface="Arial"/>
                <a:ea typeface="Arial"/>
                <a:cs typeface="Arial"/>
              </a:defRPr>
            </a:lvl5pPr>
            <a:lvl6pPr algn="l">
              <a:defRPr sz="2775" b="1">
                <a:solidFill>
                  <a:srgbClr val="FFFFFF"/>
                </a:solidFill>
                <a:latin typeface="Arial"/>
                <a:ea typeface="Arial"/>
                <a:cs typeface="Arial"/>
              </a:defRPr>
            </a:lvl6pPr>
            <a:lvl7pPr algn="l">
              <a:defRPr sz="2775" b="1">
                <a:solidFill>
                  <a:srgbClr val="FFFFFF"/>
                </a:solidFill>
                <a:latin typeface="Arial"/>
                <a:ea typeface="Arial"/>
                <a:cs typeface="Arial"/>
              </a:defRPr>
            </a:lvl7pPr>
            <a:lvl8pPr algn="l">
              <a:defRPr sz="2775" b="1">
                <a:solidFill>
                  <a:srgbClr val="FFFFFF"/>
                </a:solidFill>
                <a:latin typeface="Arial"/>
                <a:ea typeface="Arial"/>
                <a:cs typeface="Arial"/>
              </a:defRPr>
            </a:lvl8pPr>
            <a:lvl9pPr algn="l">
              <a:defRPr sz="2775" b="1">
                <a:solidFill>
                  <a:srgbClr val="FFFFFF"/>
                </a:solidFill>
                <a:latin typeface="Arial"/>
                <a:ea typeface="Arial"/>
                <a:cs typeface="Arial"/>
              </a:defRPr>
            </a:lvl9pPr>
          </a:lstStyle>
          <a:p xmlns:a="http://schemas.openxmlformats.org/drawingml/2006/main">
            <a:pPr algn="l">
              <a:defRPr sz="2775" b="1">
                <a:solidFill>
                  <a:srgbClr val="FFFFFF"/>
                </a:solidFill>
                <a:latin typeface="Arial"/>
                <a:ea typeface="Arial"/>
                <a:cs typeface="Arial"/>
              </a:defRPr>
            </a:pPr>
            <a:r>
              <a:rPr sz="2775" b="1">
                <a:solidFill>
                  <a:srgbClr val="FFFFFF"/>
                </a:solidFill>
                <a:latin typeface="Arial"/>
                <a:ea typeface="Arial"/>
                <a:cs typeface="Arial"/>
              </a:rPr>
              <a:t>Clean serving capacity verified</a:t>
            </a:r>
          </a:p>
        </p:txBody>
      </p:sp>
      <p:sp>
        <p:nvSpPr>
          <p:cNvPr id="8" name="Access repaired and tested">
            <a:extLst xmlns:a="http://schemas.openxmlformats.org/drawingml/2006/main">
              <a:ext uri="{FF2B5EF4-FFF2-40B4-BE49-F238E27FC236}">
                <a16:creationId xmlns:a16="http://schemas.microsoft.com/office/drawing/2014/main" id="{4A2908FD-5E05-419F-BC67-0F39A6EC8AF7}"/>
              </a:ext>
            </a:extLst>
          </p:cNvPr>
          <p:cNvSpPr>
            <a:spLocks xmlns:a="http://schemas.openxmlformats.org/drawingml/2006/main" noGrp="1"/>
          </p:cNvSpPr>
          <p:nvPr/>
        </p:nvSpPr>
        <p:spPr>
          <a:xfrm xmlns:a="http://schemas.openxmlformats.org/drawingml/2006/main">
            <a:off x="704850" y="3952875"/>
            <a:ext cx="685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775" b="1">
                <a:solidFill>
                  <a:srgbClr val="FFFFFF"/>
                </a:solidFill>
                <a:latin typeface="Arial"/>
                <a:ea typeface="Arial"/>
                <a:cs typeface="Arial"/>
              </a:defRPr>
            </a:defPPr>
            <a:lvl1pPr algn="l">
              <a:defRPr sz="2775" b="1">
                <a:solidFill>
                  <a:srgbClr val="FFFFFF"/>
                </a:solidFill>
                <a:latin typeface="Arial"/>
                <a:ea typeface="Arial"/>
                <a:cs typeface="Arial"/>
              </a:defRPr>
            </a:lvl1pPr>
            <a:lvl2pPr algn="l">
              <a:defRPr sz="2775" b="1">
                <a:solidFill>
                  <a:srgbClr val="FFFFFF"/>
                </a:solidFill>
                <a:latin typeface="Arial"/>
                <a:ea typeface="Arial"/>
                <a:cs typeface="Arial"/>
              </a:defRPr>
            </a:lvl2pPr>
            <a:lvl3pPr algn="l">
              <a:defRPr sz="2775" b="1">
                <a:solidFill>
                  <a:srgbClr val="FFFFFF"/>
                </a:solidFill>
                <a:latin typeface="Arial"/>
                <a:ea typeface="Arial"/>
                <a:cs typeface="Arial"/>
              </a:defRPr>
            </a:lvl3pPr>
            <a:lvl4pPr algn="l">
              <a:defRPr sz="2775" b="1">
                <a:solidFill>
                  <a:srgbClr val="FFFFFF"/>
                </a:solidFill>
                <a:latin typeface="Arial"/>
                <a:ea typeface="Arial"/>
                <a:cs typeface="Arial"/>
              </a:defRPr>
            </a:lvl4pPr>
            <a:lvl5pPr algn="l">
              <a:defRPr sz="2775" b="1">
                <a:solidFill>
                  <a:srgbClr val="FFFFFF"/>
                </a:solidFill>
                <a:latin typeface="Arial"/>
                <a:ea typeface="Arial"/>
                <a:cs typeface="Arial"/>
              </a:defRPr>
            </a:lvl5pPr>
            <a:lvl6pPr algn="l">
              <a:defRPr sz="2775" b="1">
                <a:solidFill>
                  <a:srgbClr val="FFFFFF"/>
                </a:solidFill>
                <a:latin typeface="Arial"/>
                <a:ea typeface="Arial"/>
                <a:cs typeface="Arial"/>
              </a:defRPr>
            </a:lvl6pPr>
            <a:lvl7pPr algn="l">
              <a:defRPr sz="2775" b="1">
                <a:solidFill>
                  <a:srgbClr val="FFFFFF"/>
                </a:solidFill>
                <a:latin typeface="Arial"/>
                <a:ea typeface="Arial"/>
                <a:cs typeface="Arial"/>
              </a:defRPr>
            </a:lvl7pPr>
            <a:lvl8pPr algn="l">
              <a:defRPr sz="2775" b="1">
                <a:solidFill>
                  <a:srgbClr val="FFFFFF"/>
                </a:solidFill>
                <a:latin typeface="Arial"/>
                <a:ea typeface="Arial"/>
                <a:cs typeface="Arial"/>
              </a:defRPr>
            </a:lvl8pPr>
            <a:lvl9pPr algn="l">
              <a:defRPr sz="2775" b="1">
                <a:solidFill>
                  <a:srgbClr val="FFFFFF"/>
                </a:solidFill>
                <a:latin typeface="Arial"/>
                <a:ea typeface="Arial"/>
                <a:cs typeface="Arial"/>
              </a:defRPr>
            </a:lvl9pPr>
          </a:lstStyle>
          <a:p xmlns:a="http://schemas.openxmlformats.org/drawingml/2006/main">
            <a:pPr algn="l">
              <a:defRPr sz="2775" b="1">
                <a:solidFill>
                  <a:srgbClr val="FFFFFF"/>
                </a:solidFill>
                <a:latin typeface="Arial"/>
                <a:ea typeface="Arial"/>
                <a:cs typeface="Arial"/>
              </a:defRPr>
            </a:pPr>
            <a:r>
              <a:rPr sz="2775" b="1">
                <a:solidFill>
                  <a:srgbClr val="FFFFFF"/>
                </a:solidFill>
                <a:latin typeface="Arial"/>
                <a:ea typeface="Arial"/>
                <a:cs typeface="Arial"/>
              </a:rPr>
              <a:t>Access repaired and tested</a:t>
            </a:r>
          </a:p>
        </p:txBody>
      </p:sp>
      <p:sp>
        <p:nvSpPr>
          <p:cNvPr id="9" name="Rollback ready">
            <a:extLst xmlns:a="http://schemas.openxmlformats.org/drawingml/2006/main">
              <a:ext uri="{FF2B5EF4-FFF2-40B4-BE49-F238E27FC236}">
                <a16:creationId xmlns:a16="http://schemas.microsoft.com/office/drawing/2014/main" id="{3213198C-D4FD-4A3A-8654-67BDE7BD1795}"/>
              </a:ext>
            </a:extLst>
          </p:cNvPr>
          <p:cNvSpPr>
            <a:spLocks xmlns:a="http://schemas.openxmlformats.org/drawingml/2006/main" noGrp="1"/>
          </p:cNvSpPr>
          <p:nvPr/>
        </p:nvSpPr>
        <p:spPr>
          <a:xfrm xmlns:a="http://schemas.openxmlformats.org/drawingml/2006/main">
            <a:off x="704850" y="4857750"/>
            <a:ext cx="685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775" b="1">
                <a:solidFill>
                  <a:srgbClr val="FFFFFF"/>
                </a:solidFill>
                <a:latin typeface="Arial"/>
                <a:ea typeface="Arial"/>
                <a:cs typeface="Arial"/>
              </a:defRPr>
            </a:defPPr>
            <a:lvl1pPr algn="l">
              <a:defRPr sz="2775" b="1">
                <a:solidFill>
                  <a:srgbClr val="FFFFFF"/>
                </a:solidFill>
                <a:latin typeface="Arial"/>
                <a:ea typeface="Arial"/>
                <a:cs typeface="Arial"/>
              </a:defRPr>
            </a:lvl1pPr>
            <a:lvl2pPr algn="l">
              <a:defRPr sz="2775" b="1">
                <a:solidFill>
                  <a:srgbClr val="FFFFFF"/>
                </a:solidFill>
                <a:latin typeface="Arial"/>
                <a:ea typeface="Arial"/>
                <a:cs typeface="Arial"/>
              </a:defRPr>
            </a:lvl2pPr>
            <a:lvl3pPr algn="l">
              <a:defRPr sz="2775" b="1">
                <a:solidFill>
                  <a:srgbClr val="FFFFFF"/>
                </a:solidFill>
                <a:latin typeface="Arial"/>
                <a:ea typeface="Arial"/>
                <a:cs typeface="Arial"/>
              </a:defRPr>
            </a:lvl3pPr>
            <a:lvl4pPr algn="l">
              <a:defRPr sz="2775" b="1">
                <a:solidFill>
                  <a:srgbClr val="FFFFFF"/>
                </a:solidFill>
                <a:latin typeface="Arial"/>
                <a:ea typeface="Arial"/>
                <a:cs typeface="Arial"/>
              </a:defRPr>
            </a:lvl4pPr>
            <a:lvl5pPr algn="l">
              <a:defRPr sz="2775" b="1">
                <a:solidFill>
                  <a:srgbClr val="FFFFFF"/>
                </a:solidFill>
                <a:latin typeface="Arial"/>
                <a:ea typeface="Arial"/>
                <a:cs typeface="Arial"/>
              </a:defRPr>
            </a:lvl5pPr>
            <a:lvl6pPr algn="l">
              <a:defRPr sz="2775" b="1">
                <a:solidFill>
                  <a:srgbClr val="FFFFFF"/>
                </a:solidFill>
                <a:latin typeface="Arial"/>
                <a:ea typeface="Arial"/>
                <a:cs typeface="Arial"/>
              </a:defRPr>
            </a:lvl6pPr>
            <a:lvl7pPr algn="l">
              <a:defRPr sz="2775" b="1">
                <a:solidFill>
                  <a:srgbClr val="FFFFFF"/>
                </a:solidFill>
                <a:latin typeface="Arial"/>
                <a:ea typeface="Arial"/>
                <a:cs typeface="Arial"/>
              </a:defRPr>
            </a:lvl7pPr>
            <a:lvl8pPr algn="l">
              <a:defRPr sz="2775" b="1">
                <a:solidFill>
                  <a:srgbClr val="FFFFFF"/>
                </a:solidFill>
                <a:latin typeface="Arial"/>
                <a:ea typeface="Arial"/>
                <a:cs typeface="Arial"/>
              </a:defRPr>
            </a:lvl8pPr>
            <a:lvl9pPr algn="l">
              <a:defRPr sz="2775" b="1">
                <a:solidFill>
                  <a:srgbClr val="FFFFFF"/>
                </a:solidFill>
                <a:latin typeface="Arial"/>
                <a:ea typeface="Arial"/>
                <a:cs typeface="Arial"/>
              </a:defRPr>
            </a:lvl9pPr>
          </a:lstStyle>
          <a:p xmlns:a="http://schemas.openxmlformats.org/drawingml/2006/main">
            <a:pPr algn="l">
              <a:defRPr sz="2775" b="1">
                <a:solidFill>
                  <a:srgbClr val="FFFFFF"/>
                </a:solidFill>
                <a:latin typeface="Arial"/>
                <a:ea typeface="Arial"/>
                <a:cs typeface="Arial"/>
              </a:defRPr>
            </a:pPr>
            <a:r>
              <a:rPr sz="2775" b="1">
                <a:solidFill>
                  <a:srgbClr val="FFFFFF"/>
                </a:solidFill>
                <a:latin typeface="Arial"/>
                <a:ea typeface="Arial"/>
                <a:cs typeface="Arial"/>
              </a:rPr>
              <a:t>Rollback ready</a:t>
            </a:r>
          </a:p>
        </p:txBody>
      </p:sp>
      <p:sp>
        <p:nvSpPr>
          <p:cNvPr id="10" name="Authorized owner steps down from Q3 toward Q0">
            <a:extLst xmlns:a="http://schemas.openxmlformats.org/drawingml/2006/main">
              <a:ext uri="{FF2B5EF4-FFF2-40B4-BE49-F238E27FC236}">
                <a16:creationId xmlns:a16="http://schemas.microsoft.com/office/drawing/2014/main" id="{AF02A304-E5E4-42E7-9D5B-2769AAD22B8E}"/>
              </a:ext>
            </a:extLst>
          </p:cNvPr>
          <p:cNvSpPr>
            <a:spLocks xmlns:a="http://schemas.openxmlformats.org/drawingml/2006/main" noGrp="1"/>
          </p:cNvSpPr>
          <p:nvPr/>
        </p:nvSpPr>
        <p:spPr>
          <a:xfrm xmlns:a="http://schemas.openxmlformats.org/drawingml/2006/main">
            <a:off x="714375" y="6076950"/>
            <a:ext cx="10572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00" b="1">
                <a:solidFill>
                  <a:srgbClr val="37D5BE"/>
                </a:solidFill>
                <a:latin typeface="Arial"/>
                <a:ea typeface="Arial"/>
                <a:cs typeface="Arial"/>
              </a:defRPr>
            </a:defPPr>
            <a:lvl1pPr algn="l">
              <a:defRPr sz="1800" b="1">
                <a:solidFill>
                  <a:srgbClr val="37D5BE"/>
                </a:solidFill>
                <a:latin typeface="Arial"/>
                <a:ea typeface="Arial"/>
                <a:cs typeface="Arial"/>
              </a:defRPr>
            </a:lvl1pPr>
            <a:lvl2pPr algn="l">
              <a:defRPr sz="1800" b="1">
                <a:solidFill>
                  <a:srgbClr val="37D5BE"/>
                </a:solidFill>
                <a:latin typeface="Arial"/>
                <a:ea typeface="Arial"/>
                <a:cs typeface="Arial"/>
              </a:defRPr>
            </a:lvl2pPr>
            <a:lvl3pPr algn="l">
              <a:defRPr sz="1800" b="1">
                <a:solidFill>
                  <a:srgbClr val="37D5BE"/>
                </a:solidFill>
                <a:latin typeface="Arial"/>
                <a:ea typeface="Arial"/>
                <a:cs typeface="Arial"/>
              </a:defRPr>
            </a:lvl3pPr>
            <a:lvl4pPr algn="l">
              <a:defRPr sz="1800" b="1">
                <a:solidFill>
                  <a:srgbClr val="37D5BE"/>
                </a:solidFill>
                <a:latin typeface="Arial"/>
                <a:ea typeface="Arial"/>
                <a:cs typeface="Arial"/>
              </a:defRPr>
            </a:lvl4pPr>
            <a:lvl5pPr algn="l">
              <a:defRPr sz="1800" b="1">
                <a:solidFill>
                  <a:srgbClr val="37D5BE"/>
                </a:solidFill>
                <a:latin typeface="Arial"/>
                <a:ea typeface="Arial"/>
                <a:cs typeface="Arial"/>
              </a:defRPr>
            </a:lvl5pPr>
            <a:lvl6pPr algn="l">
              <a:defRPr sz="1800" b="1">
                <a:solidFill>
                  <a:srgbClr val="37D5BE"/>
                </a:solidFill>
                <a:latin typeface="Arial"/>
                <a:ea typeface="Arial"/>
                <a:cs typeface="Arial"/>
              </a:defRPr>
            </a:lvl6pPr>
            <a:lvl7pPr algn="l">
              <a:defRPr sz="1800" b="1">
                <a:solidFill>
                  <a:srgbClr val="37D5BE"/>
                </a:solidFill>
                <a:latin typeface="Arial"/>
                <a:ea typeface="Arial"/>
                <a:cs typeface="Arial"/>
              </a:defRPr>
            </a:lvl7pPr>
            <a:lvl8pPr algn="l">
              <a:defRPr sz="1800" b="1">
                <a:solidFill>
                  <a:srgbClr val="37D5BE"/>
                </a:solidFill>
                <a:latin typeface="Arial"/>
                <a:ea typeface="Arial"/>
                <a:cs typeface="Arial"/>
              </a:defRPr>
            </a:lvl8pPr>
            <a:lvl9pPr algn="l">
              <a:defRPr sz="1800" b="1">
                <a:solidFill>
                  <a:srgbClr val="37D5BE"/>
                </a:solidFill>
                <a:latin typeface="Arial"/>
                <a:ea typeface="Arial"/>
                <a:cs typeface="Arial"/>
              </a:defRPr>
            </a:lvl9pPr>
          </a:lstStyle>
          <a:p xmlns:a="http://schemas.openxmlformats.org/drawingml/2006/main">
            <a:pPr algn="l">
              <a:defRPr sz="1800" b="1">
                <a:solidFill>
                  <a:srgbClr val="37D5BE"/>
                </a:solidFill>
                <a:latin typeface="Arial"/>
                <a:ea typeface="Arial"/>
                <a:cs typeface="Arial"/>
              </a:defRPr>
            </a:pPr>
            <a:r>
              <a:rPr sz="1800" b="1">
                <a:solidFill>
                  <a:srgbClr val="37D5BE"/>
                </a:solidFill>
                <a:latin typeface="Arial"/>
                <a:ea typeface="Arial"/>
                <a:cs typeface="Arial"/>
              </a:rPr>
              <a:t>Authorized owner steps down from Q3 toward Q0</a:t>
            </a:r>
          </a:p>
        </p:txBody>
      </p:sp>
    </p:spTree>
    <p:extLst>
      <p:ext uri="{BB962C8B-B14F-4D97-AF65-F5344CB8AC3E}">
        <p14:creationId xmlns:p14="http://schemas.microsoft.com/office/powerpoint/2010/main" val="862188878"/>
      </p:ext>
    </p:extLst>
  </p:cSld>
</p:sld>
</file>

<file path=ppt/slides/slide31.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6" name="slide-31-title">
            <a:extLst xmlns:a="http://schemas.openxmlformats.org/drawingml/2006/main">
              <a:ext uri="{FF2B5EF4-FFF2-40B4-BE49-F238E27FC236}">
                <a16:creationId xmlns:a16="http://schemas.microsoft.com/office/drawing/2014/main" id="{CD01D3BE-B867-48C7-92D5-18AC2D9490F8}"/>
              </a:ext>
            </a:extLst>
          </p:cNvPr>
          <p:cNvSpPr>
            <a:spLocks xmlns:a="http://schemas.openxmlformats.org/drawingml/2006/main" noGrp="1"/>
          </p:cNvSpPr>
          <p:nvPr/>
        </p:nvSpPr>
        <p:spPr>
          <a:xfrm xmlns:a="http://schemas.openxmlformats.org/drawingml/2006/main">
            <a:off x="609600" y="476250"/>
            <a:ext cx="10858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112B3A"/>
                </a:solidFill>
                <a:latin typeface="Arial"/>
                <a:ea typeface="Arial"/>
                <a:cs typeface="Arial"/>
              </a:defRPr>
            </a:defPPr>
            <a:lvl1pPr algn="l">
              <a:defRPr sz="3150" b="1">
                <a:solidFill>
                  <a:srgbClr val="112B3A"/>
                </a:solidFill>
                <a:latin typeface="Arial"/>
                <a:ea typeface="Arial"/>
                <a:cs typeface="Arial"/>
              </a:defRPr>
            </a:lvl1pPr>
            <a:lvl2pPr algn="l">
              <a:defRPr sz="3150" b="1">
                <a:solidFill>
                  <a:srgbClr val="112B3A"/>
                </a:solidFill>
                <a:latin typeface="Arial"/>
                <a:ea typeface="Arial"/>
                <a:cs typeface="Arial"/>
              </a:defRPr>
            </a:lvl2pPr>
            <a:lvl3pPr algn="l">
              <a:defRPr sz="3150" b="1">
                <a:solidFill>
                  <a:srgbClr val="112B3A"/>
                </a:solidFill>
                <a:latin typeface="Arial"/>
                <a:ea typeface="Arial"/>
                <a:cs typeface="Arial"/>
              </a:defRPr>
            </a:lvl3pPr>
            <a:lvl4pPr algn="l">
              <a:defRPr sz="3150" b="1">
                <a:solidFill>
                  <a:srgbClr val="112B3A"/>
                </a:solidFill>
                <a:latin typeface="Arial"/>
                <a:ea typeface="Arial"/>
                <a:cs typeface="Arial"/>
              </a:defRPr>
            </a:lvl4pPr>
            <a:lvl5pPr algn="l">
              <a:defRPr sz="3150" b="1">
                <a:solidFill>
                  <a:srgbClr val="112B3A"/>
                </a:solidFill>
                <a:latin typeface="Arial"/>
                <a:ea typeface="Arial"/>
                <a:cs typeface="Arial"/>
              </a:defRPr>
            </a:lvl5pPr>
            <a:lvl6pPr algn="l">
              <a:defRPr sz="3150" b="1">
                <a:solidFill>
                  <a:srgbClr val="112B3A"/>
                </a:solidFill>
                <a:latin typeface="Arial"/>
                <a:ea typeface="Arial"/>
                <a:cs typeface="Arial"/>
              </a:defRPr>
            </a:lvl6pPr>
            <a:lvl7pPr algn="l">
              <a:defRPr sz="3150" b="1">
                <a:solidFill>
                  <a:srgbClr val="112B3A"/>
                </a:solidFill>
                <a:latin typeface="Arial"/>
                <a:ea typeface="Arial"/>
                <a:cs typeface="Arial"/>
              </a:defRPr>
            </a:lvl7pPr>
            <a:lvl8pPr algn="l">
              <a:defRPr sz="3150" b="1">
                <a:solidFill>
                  <a:srgbClr val="112B3A"/>
                </a:solidFill>
                <a:latin typeface="Arial"/>
                <a:ea typeface="Arial"/>
                <a:cs typeface="Arial"/>
              </a:defRPr>
            </a:lvl8pPr>
            <a:lvl9pPr algn="l">
              <a:defRPr sz="3150" b="1">
                <a:solidFill>
                  <a:srgbClr val="112B3A"/>
                </a:solidFill>
                <a:latin typeface="Arial"/>
                <a:ea typeface="Arial"/>
                <a:cs typeface="Arial"/>
              </a:defRPr>
            </a:lvl9pPr>
          </a:lstStyle>
          <a:p xmlns:a="http://schemas.openxmlformats.org/drawingml/2006/main">
            <a:pPr algn="l">
              <a:defRPr sz="3150" b="1">
                <a:solidFill>
                  <a:srgbClr val="112B3A"/>
                </a:solidFill>
                <a:latin typeface="Arial"/>
                <a:ea typeface="Arial"/>
                <a:cs typeface="Arial"/>
              </a:defRPr>
            </a:pPr>
            <a:r>
              <a:rPr sz="3150" b="1">
                <a:solidFill>
                  <a:srgbClr val="112B3A"/>
                </a:solidFill>
                <a:latin typeface="Arial"/>
                <a:ea typeface="Arial"/>
                <a:cs typeface="Arial"/>
              </a:rPr>
              <a:t>A defensible decision record</a:t>
            </a:r>
          </a:p>
        </p:txBody>
      </p:sp>
      <p:sp>
        <p:nvSpPr>
          <p:cNvPr id="2" name="Illustrative response">
            <a:extLst xmlns:a="http://schemas.openxmlformats.org/drawingml/2006/main">
              <a:ext uri="{FF2B5EF4-FFF2-40B4-BE49-F238E27FC236}">
                <a16:creationId xmlns:a16="http://schemas.microsoft.com/office/drawing/2014/main" id="{F9EDC8CA-D190-49C2-97B9-AEE71C53B321}"/>
              </a:ext>
            </a:extLst>
          </p:cNvPr>
          <p:cNvSpPr>
            <a:spLocks xmlns:a="http://schemas.openxmlformats.org/drawingml/2006/main" noGrp="1"/>
          </p:cNvSpPr>
          <p:nvPr/>
        </p:nvSpPr>
        <p:spPr>
          <a:xfrm xmlns:a="http://schemas.openxmlformats.org/drawingml/2006/main">
            <a:off x="647700" y="1257300"/>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a:solidFill>
                  <a:srgbClr val="526875"/>
                </a:solidFill>
                <a:latin typeface="Arial"/>
                <a:ea typeface="Arial"/>
                <a:cs typeface="Arial"/>
              </a:defRPr>
            </a:defPPr>
            <a:lvl1pPr algn="l">
              <a:defRPr sz="1500" b="0">
                <a:solidFill>
                  <a:srgbClr val="526875"/>
                </a:solidFill>
                <a:latin typeface="Arial"/>
                <a:ea typeface="Arial"/>
                <a:cs typeface="Arial"/>
              </a:defRPr>
            </a:lvl1pPr>
            <a:lvl2pPr algn="l">
              <a:defRPr sz="1500" b="0">
                <a:solidFill>
                  <a:srgbClr val="526875"/>
                </a:solidFill>
                <a:latin typeface="Arial"/>
                <a:ea typeface="Arial"/>
                <a:cs typeface="Arial"/>
              </a:defRPr>
            </a:lvl2pPr>
            <a:lvl3pPr algn="l">
              <a:defRPr sz="1500" b="0">
                <a:solidFill>
                  <a:srgbClr val="526875"/>
                </a:solidFill>
                <a:latin typeface="Arial"/>
                <a:ea typeface="Arial"/>
                <a:cs typeface="Arial"/>
              </a:defRPr>
            </a:lvl3pPr>
            <a:lvl4pPr algn="l">
              <a:defRPr sz="1500" b="0">
                <a:solidFill>
                  <a:srgbClr val="526875"/>
                </a:solidFill>
                <a:latin typeface="Arial"/>
                <a:ea typeface="Arial"/>
                <a:cs typeface="Arial"/>
              </a:defRPr>
            </a:lvl4pPr>
            <a:lvl5pPr algn="l">
              <a:defRPr sz="1500" b="0">
                <a:solidFill>
                  <a:srgbClr val="526875"/>
                </a:solidFill>
                <a:latin typeface="Arial"/>
                <a:ea typeface="Arial"/>
                <a:cs typeface="Arial"/>
              </a:defRPr>
            </a:lvl5pPr>
            <a:lvl6pPr algn="l">
              <a:defRPr sz="1500" b="0">
                <a:solidFill>
                  <a:srgbClr val="526875"/>
                </a:solidFill>
                <a:latin typeface="Arial"/>
                <a:ea typeface="Arial"/>
                <a:cs typeface="Arial"/>
              </a:defRPr>
            </a:lvl6pPr>
            <a:lvl7pPr algn="l">
              <a:defRPr sz="1500" b="0">
                <a:solidFill>
                  <a:srgbClr val="526875"/>
                </a:solidFill>
                <a:latin typeface="Arial"/>
                <a:ea typeface="Arial"/>
                <a:cs typeface="Arial"/>
              </a:defRPr>
            </a:lvl7pPr>
            <a:lvl8pPr algn="l">
              <a:defRPr sz="1500" b="0">
                <a:solidFill>
                  <a:srgbClr val="526875"/>
                </a:solidFill>
                <a:latin typeface="Arial"/>
                <a:ea typeface="Arial"/>
                <a:cs typeface="Arial"/>
              </a:defRPr>
            </a:lvl8pPr>
            <a:lvl9pPr algn="l">
              <a:defRPr sz="1500" b="0">
                <a:solidFill>
                  <a:srgbClr val="526875"/>
                </a:solidFill>
                <a:latin typeface="Arial"/>
                <a:ea typeface="Arial"/>
                <a:cs typeface="Arial"/>
              </a:defRPr>
            </a:lvl9pPr>
          </a:lstStyle>
          <a:p xmlns:a="http://schemas.openxmlformats.org/drawingml/2006/main">
            <a:pPr algn="l">
              <a:defRPr sz="1500" b="0">
                <a:solidFill>
                  <a:srgbClr val="526875"/>
                </a:solidFill>
                <a:latin typeface="Arial"/>
                <a:ea typeface="Arial"/>
                <a:cs typeface="Arial"/>
              </a:defRPr>
            </a:pPr>
            <a:r>
              <a:rPr sz="1500" b="0">
                <a:solidFill>
                  <a:srgbClr val="526875"/>
                </a:solidFill>
                <a:latin typeface="Arial"/>
                <a:ea typeface="Arial"/>
                <a:cs typeface="Arial"/>
              </a:rPr>
              <a:t>Illustrative response</a:t>
            </a:r>
          </a:p>
        </p:txBody>
      </p:sp>
      <p:sp>
        <p:nvSpPr>
          <p:cNvPr id="3" name="31">
            <a:extLst xmlns:a="http://schemas.openxmlformats.org/drawingml/2006/main">
              <a:ext uri="{FF2B5EF4-FFF2-40B4-BE49-F238E27FC236}">
                <a16:creationId xmlns:a16="http://schemas.microsoft.com/office/drawing/2014/main" id="{428260CC-D454-47A1-90BD-2685B98F7E26}"/>
              </a:ext>
            </a:extLst>
          </p:cNvPr>
          <p:cNvSpPr>
            <a:spLocks xmlns:a="http://schemas.openxmlformats.org/drawingml/2006/main" noGrp="1"/>
          </p:cNvSpPr>
          <p:nvPr/>
        </p:nvSpPr>
        <p:spPr>
          <a:xfrm xmlns:a="http://schemas.openxmlformats.org/drawingml/2006/main">
            <a:off x="11172825" y="641032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0">
                <a:solidFill>
                  <a:srgbClr val="526875"/>
                </a:solidFill>
                <a:latin typeface="Arial"/>
                <a:ea typeface="Arial"/>
                <a:cs typeface="Arial"/>
              </a:defRPr>
            </a:defPPr>
            <a:lvl1pPr algn="r">
              <a:defRPr sz="975" b="0">
                <a:solidFill>
                  <a:srgbClr val="526875"/>
                </a:solidFill>
                <a:latin typeface="Arial"/>
                <a:ea typeface="Arial"/>
                <a:cs typeface="Arial"/>
              </a:defRPr>
            </a:lvl1pPr>
            <a:lvl2pPr algn="r">
              <a:defRPr sz="975" b="0">
                <a:solidFill>
                  <a:srgbClr val="526875"/>
                </a:solidFill>
                <a:latin typeface="Arial"/>
                <a:ea typeface="Arial"/>
                <a:cs typeface="Arial"/>
              </a:defRPr>
            </a:lvl2pPr>
            <a:lvl3pPr algn="r">
              <a:defRPr sz="975" b="0">
                <a:solidFill>
                  <a:srgbClr val="526875"/>
                </a:solidFill>
                <a:latin typeface="Arial"/>
                <a:ea typeface="Arial"/>
                <a:cs typeface="Arial"/>
              </a:defRPr>
            </a:lvl3pPr>
            <a:lvl4pPr algn="r">
              <a:defRPr sz="975" b="0">
                <a:solidFill>
                  <a:srgbClr val="526875"/>
                </a:solidFill>
                <a:latin typeface="Arial"/>
                <a:ea typeface="Arial"/>
                <a:cs typeface="Arial"/>
              </a:defRPr>
            </a:lvl4pPr>
            <a:lvl5pPr algn="r">
              <a:defRPr sz="975" b="0">
                <a:solidFill>
                  <a:srgbClr val="526875"/>
                </a:solidFill>
                <a:latin typeface="Arial"/>
                <a:ea typeface="Arial"/>
                <a:cs typeface="Arial"/>
              </a:defRPr>
            </a:lvl5pPr>
            <a:lvl6pPr algn="r">
              <a:defRPr sz="975" b="0">
                <a:solidFill>
                  <a:srgbClr val="526875"/>
                </a:solidFill>
                <a:latin typeface="Arial"/>
                <a:ea typeface="Arial"/>
                <a:cs typeface="Arial"/>
              </a:defRPr>
            </a:lvl6pPr>
            <a:lvl7pPr algn="r">
              <a:defRPr sz="975" b="0">
                <a:solidFill>
                  <a:srgbClr val="526875"/>
                </a:solidFill>
                <a:latin typeface="Arial"/>
                <a:ea typeface="Arial"/>
                <a:cs typeface="Arial"/>
              </a:defRPr>
            </a:lvl7pPr>
            <a:lvl8pPr algn="r">
              <a:defRPr sz="975" b="0">
                <a:solidFill>
                  <a:srgbClr val="526875"/>
                </a:solidFill>
                <a:latin typeface="Arial"/>
                <a:ea typeface="Arial"/>
                <a:cs typeface="Arial"/>
              </a:defRPr>
            </a:lvl8pPr>
            <a:lvl9pPr algn="r">
              <a:defRPr sz="975" b="0">
                <a:solidFill>
                  <a:srgbClr val="526875"/>
                </a:solidFill>
                <a:latin typeface="Arial"/>
                <a:ea typeface="Arial"/>
                <a:cs typeface="Arial"/>
              </a:defRPr>
            </a:lvl9pPr>
          </a:lstStyle>
          <a:p xmlns:a="http://schemas.openxmlformats.org/drawingml/2006/main">
            <a:pPr algn="r">
              <a:defRPr sz="975" b="0">
                <a:solidFill>
                  <a:srgbClr val="526875"/>
                </a:solidFill>
                <a:latin typeface="Arial"/>
                <a:ea typeface="Arial"/>
                <a:cs typeface="Arial"/>
              </a:defRPr>
            </a:pPr>
            <a:r>
              <a:rPr sz="975" b="0">
                <a:solidFill>
                  <a:srgbClr val="526875"/>
                </a:solidFill>
                <a:latin typeface="Arial"/>
                <a:ea typeface="Arial"/>
                <a:cs typeface="Arial"/>
              </a:rPr>
              <a:t>31</a:t>
            </a:r>
          </a:p>
        </p:txBody>
      </p:sp>
      <p:graphicFrame>
        <p:nvGraphicFramePr>
          <p:cNvPr id="4" name="">
            <a:extLst xmlns:a="http://schemas.openxmlformats.org/drawingml/2006/main">
              <a:ext uri="{FF2B5EF4-FFF2-40B4-BE49-F238E27FC236}">
                <a16:creationId xmlns:a16="http://schemas.microsoft.com/office/drawing/2014/main" id="{AD52E469-DB1C-4405-AAE3-F9D38CEBF81A}"/>
              </a:ext>
            </a:extLst>
          </p:cNvPr>
          <p:cNvGraphicFramePr/>
          <p:nvPr/>
        </p:nvGraphicFramePr>
        <p:xfrm>
          <a:off xmlns:a="http://schemas.openxmlformats.org/drawingml/2006/main" x="714375" y="2009775"/>
          <a:ext xmlns:a="http://schemas.openxmlformats.org/drawingml/2006/main" cx="10763250" cy="3371850"/>
        </p:xfrm>
        <a:graphic xmlns:a="http://schemas.openxmlformats.org/drawingml/2006/main">
          <a:graphicData uri="http://schemas.openxmlformats.org/drawingml/2006/table">
            <a:tbl>
              <a:tblPr firstRow="1" bandRow="0"/>
              <a:tblGrid>
                <a:gridCol w="2733675"/>
                <a:gridCol w="8029575"/>
              </a:tblGrid>
              <a:tr h="674370">
                <a:tc>
                  <a:txBody>
                    <a:bodyPr/>
                    <a:lstStyle/>
                    <a:p>
                      <a:r>
                        <a:rPr sz="1725" b="1">
                          <a:solidFill>
                            <a:srgbClr val="FFFFFF"/>
                          </a:solidFill>
                          <a:latin typeface="Arial"/>
                          <a:ea typeface="Arial"/>
                          <a:cs typeface="Arial"/>
                        </a:rPr>
                        <a:t>Stage</a:t>
                      </a:r>
                    </a:p>
                  </a:txBody>
                  <a:tcPr marL="91440" marR="91440" marT="45720" marB="45720">
                    <a:lnL w="9525">
                      <a:solidFill>
                        <a:srgbClr val="D7DCD8"/>
                      </a:solidFill>
                      <a:prstDash val="solid"/>
                    </a:lnL>
                    <a:lnR w="9525">
                      <a:solidFill>
                        <a:srgbClr val="D7DCD8"/>
                      </a:solidFill>
                      <a:prstDash val="solid"/>
                    </a:lnR>
                    <a:lnT w="9525">
                      <a:solidFill>
                        <a:srgbClr val="D7DCD8"/>
                      </a:solidFill>
                      <a:prstDash val="solid"/>
                    </a:lnT>
                    <a:lnB w="9525">
                      <a:solidFill>
                        <a:srgbClr val="D7DCD8"/>
                      </a:solidFill>
                      <a:prstDash val="solid"/>
                    </a:lnB>
                    <a:solidFill>
                      <a:srgbClr val="123148"/>
                    </a:solidFill>
                  </a:tcPr>
                </a:tc>
                <a:tc>
                  <a:txBody>
                    <a:bodyPr/>
                    <a:lstStyle/>
                    <a:p>
                      <a:r>
                        <a:rPr sz="1725" b="1">
                          <a:solidFill>
                            <a:srgbClr val="FFFFFF"/>
                          </a:solidFill>
                          <a:latin typeface="Arial"/>
                          <a:ea typeface="Arial"/>
                          <a:cs typeface="Arial"/>
                        </a:rPr>
                        <a:t>Acceptance evidence</a:t>
                      </a:r>
                    </a:p>
                  </a:txBody>
                  <a:tcPr marL="91440" marR="91440" marT="45720" marB="45720">
                    <a:lnR w="9525">
                      <a:solidFill>
                        <a:srgbClr val="D7DCD8"/>
                      </a:solidFill>
                      <a:prstDash val="solid"/>
                    </a:lnR>
                    <a:lnT w="9525">
                      <a:solidFill>
                        <a:srgbClr val="D7DCD8"/>
                      </a:solidFill>
                      <a:prstDash val="solid"/>
                    </a:lnT>
                    <a:lnB w="9525">
                      <a:solidFill>
                        <a:srgbClr val="D7DCD8"/>
                      </a:solidFill>
                      <a:prstDash val="solid"/>
                    </a:lnB>
                    <a:solidFill>
                      <a:srgbClr val="123148"/>
                    </a:solidFill>
                  </a:tcPr>
                </a:tc>
              </a:tr>
              <a:tr h="674370">
                <a:tc>
                  <a:txBody>
                    <a:bodyPr/>
                    <a:lstStyle/>
                    <a:p>
                      <a:r>
                        <a:rPr sz="1800" b="1">
                          <a:solidFill>
                            <a:srgbClr val="112B3A"/>
                          </a:solidFill>
                          <a:latin typeface="Arial"/>
                          <a:ea typeface="Arial"/>
                          <a:cs typeface="Arial"/>
                        </a:rPr>
                        <a:t>Intent</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FFFFFF"/>
                    </a:solidFill>
                  </a:tcPr>
                </a:tc>
                <a:tc>
                  <a:txBody>
                    <a:bodyPr/>
                    <a:lstStyle/>
                    <a:p>
                      <a:r>
                        <a:rPr sz="1800" b="0">
                          <a:solidFill>
                            <a:srgbClr val="112B3A"/>
                          </a:solidFill>
                          <a:latin typeface="Arial"/>
                          <a:ea typeface="Arial"/>
                          <a:cs typeface="Arial"/>
                        </a:rPr>
                        <a:t>Stop suspect paths; preserve two clean copies</a:t>
                      </a:r>
                    </a:p>
                  </a:txBody>
                  <a:tcPr marL="91440" marR="91440" marT="45720" marB="45720">
                    <a:lnR w="9525">
                      <a:solidFill>
                        <a:srgbClr val="D7DCD8"/>
                      </a:solidFill>
                      <a:prstDash val="solid"/>
                    </a:lnR>
                    <a:lnB w="9525">
                      <a:solidFill>
                        <a:srgbClr val="D7DCD8"/>
                      </a:solidFill>
                      <a:prstDash val="solid"/>
                    </a:lnB>
                    <a:solidFill>
                      <a:srgbClr val="FFFFFF"/>
                    </a:solidFill>
                  </a:tcPr>
                </a:tc>
              </a:tr>
              <a:tr h="674370">
                <a:tc>
                  <a:txBody>
                    <a:bodyPr/>
                    <a:lstStyle/>
                    <a:p>
                      <a:r>
                        <a:rPr sz="1800" b="1">
                          <a:solidFill>
                            <a:srgbClr val="112B3A"/>
                          </a:solidFill>
                          <a:latin typeface="Arial"/>
                          <a:ea typeface="Arial"/>
                          <a:cs typeface="Arial"/>
                        </a:rPr>
                        <a:t>Review</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E2EDEB"/>
                    </a:solidFill>
                  </a:tcPr>
                </a:tc>
                <a:tc>
                  <a:txBody>
                    <a:bodyPr/>
                    <a:lstStyle/>
                    <a:p>
                      <a:r>
                        <a:rPr sz="1800" b="0">
                          <a:solidFill>
                            <a:srgbClr val="112B3A"/>
                          </a:solidFill>
                          <a:latin typeface="Arial"/>
                          <a:ea typeface="Arial"/>
                          <a:cs typeface="Arial"/>
                        </a:rPr>
                        <a:t>Hold unresolved traffic and API scope</a:t>
                      </a:r>
                    </a:p>
                  </a:txBody>
                  <a:tcPr marL="91440" marR="91440" marT="45720" marB="45720">
                    <a:lnR w="9525">
                      <a:solidFill>
                        <a:srgbClr val="D7DCD8"/>
                      </a:solidFill>
                      <a:prstDash val="solid"/>
                    </a:lnR>
                    <a:lnB w="9525">
                      <a:solidFill>
                        <a:srgbClr val="D7DCD8"/>
                      </a:solidFill>
                      <a:prstDash val="solid"/>
                    </a:lnB>
                    <a:solidFill>
                      <a:srgbClr val="E2EDEB"/>
                    </a:solidFill>
                  </a:tcPr>
                </a:tc>
              </a:tr>
              <a:tr h="674370">
                <a:tc>
                  <a:txBody>
                    <a:bodyPr/>
                    <a:lstStyle/>
                    <a:p>
                      <a:r>
                        <a:rPr sz="1800" b="1">
                          <a:solidFill>
                            <a:srgbClr val="112B3A"/>
                          </a:solidFill>
                          <a:latin typeface="Arial"/>
                          <a:ea typeface="Arial"/>
                          <a:cs typeface="Arial"/>
                        </a:rPr>
                        <a:t>Containment</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FFFFFF"/>
                    </a:solidFill>
                  </a:tcPr>
                </a:tc>
                <a:tc>
                  <a:txBody>
                    <a:bodyPr/>
                    <a:lstStyle/>
                    <a:p>
                      <a:r>
                        <a:rPr sz="1800" b="0">
                          <a:solidFill>
                            <a:srgbClr val="112B3A"/>
                          </a:solidFill>
                          <a:latin typeface="Arial"/>
                          <a:ea typeface="Arial"/>
                          <a:cs typeface="Arial"/>
                        </a:rPr>
                        <a:t>Capture evidence; verify replacement capacity</a:t>
                      </a:r>
                    </a:p>
                  </a:txBody>
                  <a:tcPr marL="91440" marR="91440" marT="45720" marB="45720">
                    <a:lnR w="9525">
                      <a:solidFill>
                        <a:srgbClr val="D7DCD8"/>
                      </a:solidFill>
                      <a:prstDash val="solid"/>
                    </a:lnR>
                    <a:lnB w="9525">
                      <a:solidFill>
                        <a:srgbClr val="D7DCD8"/>
                      </a:solidFill>
                      <a:prstDash val="solid"/>
                    </a:lnB>
                    <a:solidFill>
                      <a:srgbClr val="FFFFFF"/>
                    </a:solidFill>
                  </a:tcPr>
                </a:tc>
              </a:tr>
              <a:tr h="674370">
                <a:tc>
                  <a:txBody>
                    <a:bodyPr/>
                    <a:lstStyle/>
                    <a:p>
                      <a:r>
                        <a:rPr sz="1800" b="1">
                          <a:solidFill>
                            <a:srgbClr val="112B3A"/>
                          </a:solidFill>
                          <a:latin typeface="Arial"/>
                          <a:ea typeface="Arial"/>
                          <a:cs typeface="Arial"/>
                        </a:rPr>
                        <a:t>Recovery</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E2EDEB"/>
                    </a:solidFill>
                  </a:tcPr>
                </a:tc>
                <a:tc>
                  <a:txBody>
                    <a:bodyPr/>
                    <a:lstStyle/>
                    <a:p>
                      <a:r>
                        <a:rPr sz="1800" b="0">
                          <a:solidFill>
                            <a:srgbClr val="112B3A"/>
                          </a:solidFill>
                          <a:latin typeface="Arial"/>
                          <a:ea typeface="Arial"/>
                          <a:cs typeface="Arial"/>
                        </a:rPr>
                        <a:t>Denied suspect paths; working dependencies; authorized lift</a:t>
                      </a:r>
                    </a:p>
                  </a:txBody>
                  <a:tcPr marL="91440" marR="91440" marT="45720" marB="45720">
                    <a:lnR w="9525">
                      <a:solidFill>
                        <a:srgbClr val="D7DCD8"/>
                      </a:solidFill>
                      <a:prstDash val="solid"/>
                    </a:lnR>
                    <a:lnB w="9525">
                      <a:solidFill>
                        <a:srgbClr val="D7DCD8"/>
                      </a:solidFill>
                      <a:prstDash val="solid"/>
                    </a:lnB>
                    <a:solidFill>
                      <a:srgbClr val="E2EDEB"/>
                    </a:solidFill>
                  </a:tcPr>
                </a:tc>
              </a:tr>
            </a:tbl>
          </a:graphicData>
        </a:graphic>
      </p:graphicFrame>
      <p:sp>
        <p:nvSpPr>
          <p:cNvPr id="5" name="Monday action: one requirement, its owner and">
            <a:extLst xmlns:a="http://schemas.openxmlformats.org/drawingml/2006/main">
              <a:ext uri="{FF2B5EF4-FFF2-40B4-BE49-F238E27FC236}">
                <a16:creationId xmlns:a16="http://schemas.microsoft.com/office/drawing/2014/main" id="{C4D12EC9-8805-41BB-822D-B4B4FE5CE681}"/>
              </a:ext>
            </a:extLst>
          </p:cNvPr>
          <p:cNvSpPr>
            <a:spLocks xmlns:a="http://schemas.openxmlformats.org/drawingml/2006/main" noGrp="1"/>
          </p:cNvSpPr>
          <p:nvPr/>
        </p:nvSpPr>
        <p:spPr>
          <a:xfrm xmlns:a="http://schemas.openxmlformats.org/drawingml/2006/main">
            <a:off x="714375" y="5838825"/>
            <a:ext cx="105727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1">
                <a:solidFill>
                  <a:srgbClr val="12846B"/>
                </a:solidFill>
                <a:latin typeface="Arial"/>
                <a:ea typeface="Arial"/>
                <a:cs typeface="Arial"/>
              </a:defRPr>
            </a:defPPr>
            <a:lvl1pPr algn="l">
              <a:defRPr sz="2100" b="1">
                <a:solidFill>
                  <a:srgbClr val="12846B"/>
                </a:solidFill>
                <a:latin typeface="Arial"/>
                <a:ea typeface="Arial"/>
                <a:cs typeface="Arial"/>
              </a:defRPr>
            </a:lvl1pPr>
            <a:lvl2pPr algn="l">
              <a:defRPr sz="2100" b="1">
                <a:solidFill>
                  <a:srgbClr val="12846B"/>
                </a:solidFill>
                <a:latin typeface="Arial"/>
                <a:ea typeface="Arial"/>
                <a:cs typeface="Arial"/>
              </a:defRPr>
            </a:lvl2pPr>
            <a:lvl3pPr algn="l">
              <a:defRPr sz="2100" b="1">
                <a:solidFill>
                  <a:srgbClr val="12846B"/>
                </a:solidFill>
                <a:latin typeface="Arial"/>
                <a:ea typeface="Arial"/>
                <a:cs typeface="Arial"/>
              </a:defRPr>
            </a:lvl3pPr>
            <a:lvl4pPr algn="l">
              <a:defRPr sz="2100" b="1">
                <a:solidFill>
                  <a:srgbClr val="12846B"/>
                </a:solidFill>
                <a:latin typeface="Arial"/>
                <a:ea typeface="Arial"/>
                <a:cs typeface="Arial"/>
              </a:defRPr>
            </a:lvl4pPr>
            <a:lvl5pPr algn="l">
              <a:defRPr sz="2100" b="1">
                <a:solidFill>
                  <a:srgbClr val="12846B"/>
                </a:solidFill>
                <a:latin typeface="Arial"/>
                <a:ea typeface="Arial"/>
                <a:cs typeface="Arial"/>
              </a:defRPr>
            </a:lvl5pPr>
            <a:lvl6pPr algn="l">
              <a:defRPr sz="2100" b="1">
                <a:solidFill>
                  <a:srgbClr val="12846B"/>
                </a:solidFill>
                <a:latin typeface="Arial"/>
                <a:ea typeface="Arial"/>
                <a:cs typeface="Arial"/>
              </a:defRPr>
            </a:lvl6pPr>
            <a:lvl7pPr algn="l">
              <a:defRPr sz="2100" b="1">
                <a:solidFill>
                  <a:srgbClr val="12846B"/>
                </a:solidFill>
                <a:latin typeface="Arial"/>
                <a:ea typeface="Arial"/>
                <a:cs typeface="Arial"/>
              </a:defRPr>
            </a:lvl7pPr>
            <a:lvl8pPr algn="l">
              <a:defRPr sz="2100" b="1">
                <a:solidFill>
                  <a:srgbClr val="12846B"/>
                </a:solidFill>
                <a:latin typeface="Arial"/>
                <a:ea typeface="Arial"/>
                <a:cs typeface="Arial"/>
              </a:defRPr>
            </a:lvl8pPr>
            <a:lvl9pPr algn="l">
              <a:defRPr sz="2100" b="1">
                <a:solidFill>
                  <a:srgbClr val="12846B"/>
                </a:solidFill>
                <a:latin typeface="Arial"/>
                <a:ea typeface="Arial"/>
                <a:cs typeface="Arial"/>
              </a:defRPr>
            </a:lvl9pPr>
          </a:lstStyle>
          <a:p xmlns:a="http://schemas.openxmlformats.org/drawingml/2006/main">
            <a:pPr algn="l">
              <a:defRPr sz="2100" b="1">
                <a:solidFill>
                  <a:srgbClr val="12846B"/>
                </a:solidFill>
                <a:latin typeface="Arial"/>
                <a:ea typeface="Arial"/>
                <a:cs typeface="Arial"/>
              </a:defRPr>
            </a:pPr>
            <a:r>
              <a:rPr sz="2100" b="1">
                <a:solidFill>
                  <a:srgbClr val="12846B"/>
                </a:solidFill>
                <a:latin typeface="Arial"/>
                <a:ea typeface="Arial"/>
                <a:cs typeface="Arial"/>
              </a:rPr>
              <a:t>Monday action: one requirement, its owner and its test</a:t>
            </a:r>
          </a:p>
        </p:txBody>
      </p:sp>
    </p:spTree>
    <p:extLst>
      <p:ext uri="{BB962C8B-B14F-4D97-AF65-F5344CB8AC3E}">
        <p14:creationId xmlns:p14="http://schemas.microsoft.com/office/powerpoint/2010/main" val="325291836"/>
      </p:ext>
    </p:extLst>
  </p:cSld>
</p:sld>
</file>

<file path=ppt/slides/slide32.xml><?xml version="1.0" encoding="utf-8"?>
<p:sld xmlns:p="http://schemas.openxmlformats.org/presentationml/2006/main">
  <p:cSld>
    <p:bg>
      <p:bgPr>
        <a:solidFill xmlns:a="http://schemas.openxmlformats.org/drawingml/2006/main">
          <a:srgbClr val="081A29"/>
        </a:solidFill>
      </p:bgPr>
    </p:bg>
    <p:spTree>
      <p:nvGrpSpPr>
        <p:cNvPr id="1" name=""/>
        <p:cNvGrpSpPr/>
        <p:nvPr/>
      </p:nvGrpSpPr>
      <p:grpSpPr>
        <a:xfrm xmlns:a="http://schemas.openxmlformats.org/drawingml/2006/main"/>
      </p:grpSpPr>
      <p:sp>
        <p:nvSpPr>
          <p:cNvPr id="7" name="slide-32-title">
            <a:extLst xmlns:a="http://schemas.openxmlformats.org/drawingml/2006/main">
              <a:ext uri="{FF2B5EF4-FFF2-40B4-BE49-F238E27FC236}">
                <a16:creationId xmlns:a16="http://schemas.microsoft.com/office/drawing/2014/main" id="{E9E3D850-8D82-4025-90EA-789FBC960DBA}"/>
              </a:ext>
            </a:extLst>
          </p:cNvPr>
          <p:cNvSpPr>
            <a:spLocks xmlns:a="http://schemas.openxmlformats.org/drawingml/2006/main" noGrp="1"/>
          </p:cNvSpPr>
          <p:nvPr/>
        </p:nvSpPr>
        <p:spPr>
          <a:xfrm xmlns:a="http://schemas.openxmlformats.org/drawingml/2006/main">
            <a:off x="609600" y="476250"/>
            <a:ext cx="10858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FFFFFF"/>
                </a:solidFill>
                <a:latin typeface="Arial"/>
                <a:ea typeface="Arial"/>
                <a:cs typeface="Arial"/>
              </a:defRPr>
            </a:defPPr>
            <a:lvl1pPr algn="l">
              <a:defRPr sz="3150" b="1">
                <a:solidFill>
                  <a:srgbClr val="FFFFFF"/>
                </a:solidFill>
                <a:latin typeface="Arial"/>
                <a:ea typeface="Arial"/>
                <a:cs typeface="Arial"/>
              </a:defRPr>
            </a:lvl1pPr>
            <a:lvl2pPr algn="l">
              <a:defRPr sz="3150" b="1">
                <a:solidFill>
                  <a:srgbClr val="FFFFFF"/>
                </a:solidFill>
                <a:latin typeface="Arial"/>
                <a:ea typeface="Arial"/>
                <a:cs typeface="Arial"/>
              </a:defRPr>
            </a:lvl2pPr>
            <a:lvl3pPr algn="l">
              <a:defRPr sz="3150" b="1">
                <a:solidFill>
                  <a:srgbClr val="FFFFFF"/>
                </a:solidFill>
                <a:latin typeface="Arial"/>
                <a:ea typeface="Arial"/>
                <a:cs typeface="Arial"/>
              </a:defRPr>
            </a:lvl3pPr>
            <a:lvl4pPr algn="l">
              <a:defRPr sz="3150" b="1">
                <a:solidFill>
                  <a:srgbClr val="FFFFFF"/>
                </a:solidFill>
                <a:latin typeface="Arial"/>
                <a:ea typeface="Arial"/>
                <a:cs typeface="Arial"/>
              </a:defRPr>
            </a:lvl4pPr>
            <a:lvl5pPr algn="l">
              <a:defRPr sz="3150" b="1">
                <a:solidFill>
                  <a:srgbClr val="FFFFFF"/>
                </a:solidFill>
                <a:latin typeface="Arial"/>
                <a:ea typeface="Arial"/>
                <a:cs typeface="Arial"/>
              </a:defRPr>
            </a:lvl5pPr>
            <a:lvl6pPr algn="l">
              <a:defRPr sz="3150" b="1">
                <a:solidFill>
                  <a:srgbClr val="FFFFFF"/>
                </a:solidFill>
                <a:latin typeface="Arial"/>
                <a:ea typeface="Arial"/>
                <a:cs typeface="Arial"/>
              </a:defRPr>
            </a:lvl6pPr>
            <a:lvl7pPr algn="l">
              <a:defRPr sz="3150" b="1">
                <a:solidFill>
                  <a:srgbClr val="FFFFFF"/>
                </a:solidFill>
                <a:latin typeface="Arial"/>
                <a:ea typeface="Arial"/>
                <a:cs typeface="Arial"/>
              </a:defRPr>
            </a:lvl7pPr>
            <a:lvl8pPr algn="l">
              <a:defRPr sz="3150" b="1">
                <a:solidFill>
                  <a:srgbClr val="FFFFFF"/>
                </a:solidFill>
                <a:latin typeface="Arial"/>
                <a:ea typeface="Arial"/>
                <a:cs typeface="Arial"/>
              </a:defRPr>
            </a:lvl8pPr>
            <a:lvl9pPr algn="l">
              <a:defRPr sz="3150" b="1">
                <a:solidFill>
                  <a:srgbClr val="FFFFFF"/>
                </a:solidFill>
                <a:latin typeface="Arial"/>
                <a:ea typeface="Arial"/>
                <a:cs typeface="Arial"/>
              </a:defRPr>
            </a:lvl9pPr>
          </a:lstStyle>
          <a:p xmlns:a="http://schemas.openxmlformats.org/drawingml/2006/main">
            <a:pPr algn="l">
              <a:defRPr sz="3150" b="1">
                <a:solidFill>
                  <a:srgbClr val="FFFFFF"/>
                </a:solidFill>
                <a:latin typeface="Arial"/>
                <a:ea typeface="Arial"/>
                <a:cs typeface="Arial"/>
              </a:defRPr>
            </a:pPr>
            <a:r>
              <a:rPr sz="3150" b="1">
                <a:solidFill>
                  <a:srgbClr val="FFFFFF"/>
                </a:solidFill>
                <a:latin typeface="Arial"/>
                <a:ea typeface="Arial"/>
                <a:cs typeface="Arial"/>
              </a:rPr>
              <a:t>Source, cases and replay scripts</a:t>
            </a:r>
          </a:p>
        </p:txBody>
      </p:sp>
      <p:sp>
        <p:nvSpPr>
          <p:cNvPr id="2" name="32">
            <a:extLst xmlns:a="http://schemas.openxmlformats.org/drawingml/2006/main">
              <a:ext uri="{FF2B5EF4-FFF2-40B4-BE49-F238E27FC236}">
                <a16:creationId xmlns:a16="http://schemas.microsoft.com/office/drawing/2014/main" id="{DFA9B8EC-8CE1-465D-99A4-62E6607EC408}"/>
              </a:ext>
            </a:extLst>
          </p:cNvPr>
          <p:cNvSpPr>
            <a:spLocks xmlns:a="http://schemas.openxmlformats.org/drawingml/2006/main" noGrp="1"/>
          </p:cNvSpPr>
          <p:nvPr/>
        </p:nvSpPr>
        <p:spPr>
          <a:xfrm xmlns:a="http://schemas.openxmlformats.org/drawingml/2006/main">
            <a:off x="11172825" y="641032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0">
                <a:solidFill>
                  <a:srgbClr val="A8C1CA"/>
                </a:solidFill>
                <a:latin typeface="Arial"/>
                <a:ea typeface="Arial"/>
                <a:cs typeface="Arial"/>
              </a:defRPr>
            </a:defPPr>
            <a:lvl1pPr algn="r">
              <a:defRPr sz="975" b="0">
                <a:solidFill>
                  <a:srgbClr val="A8C1CA"/>
                </a:solidFill>
                <a:latin typeface="Arial"/>
                <a:ea typeface="Arial"/>
                <a:cs typeface="Arial"/>
              </a:defRPr>
            </a:lvl1pPr>
            <a:lvl2pPr algn="r">
              <a:defRPr sz="975" b="0">
                <a:solidFill>
                  <a:srgbClr val="A8C1CA"/>
                </a:solidFill>
                <a:latin typeface="Arial"/>
                <a:ea typeface="Arial"/>
                <a:cs typeface="Arial"/>
              </a:defRPr>
            </a:lvl2pPr>
            <a:lvl3pPr algn="r">
              <a:defRPr sz="975" b="0">
                <a:solidFill>
                  <a:srgbClr val="A8C1CA"/>
                </a:solidFill>
                <a:latin typeface="Arial"/>
                <a:ea typeface="Arial"/>
                <a:cs typeface="Arial"/>
              </a:defRPr>
            </a:lvl3pPr>
            <a:lvl4pPr algn="r">
              <a:defRPr sz="975" b="0">
                <a:solidFill>
                  <a:srgbClr val="A8C1CA"/>
                </a:solidFill>
                <a:latin typeface="Arial"/>
                <a:ea typeface="Arial"/>
                <a:cs typeface="Arial"/>
              </a:defRPr>
            </a:lvl4pPr>
            <a:lvl5pPr algn="r">
              <a:defRPr sz="975" b="0">
                <a:solidFill>
                  <a:srgbClr val="A8C1CA"/>
                </a:solidFill>
                <a:latin typeface="Arial"/>
                <a:ea typeface="Arial"/>
                <a:cs typeface="Arial"/>
              </a:defRPr>
            </a:lvl5pPr>
            <a:lvl6pPr algn="r">
              <a:defRPr sz="975" b="0">
                <a:solidFill>
                  <a:srgbClr val="A8C1CA"/>
                </a:solidFill>
                <a:latin typeface="Arial"/>
                <a:ea typeface="Arial"/>
                <a:cs typeface="Arial"/>
              </a:defRPr>
            </a:lvl6pPr>
            <a:lvl7pPr algn="r">
              <a:defRPr sz="975" b="0">
                <a:solidFill>
                  <a:srgbClr val="A8C1CA"/>
                </a:solidFill>
                <a:latin typeface="Arial"/>
                <a:ea typeface="Arial"/>
                <a:cs typeface="Arial"/>
              </a:defRPr>
            </a:lvl7pPr>
            <a:lvl8pPr algn="r">
              <a:defRPr sz="975" b="0">
                <a:solidFill>
                  <a:srgbClr val="A8C1CA"/>
                </a:solidFill>
                <a:latin typeface="Arial"/>
                <a:ea typeface="Arial"/>
                <a:cs typeface="Arial"/>
              </a:defRPr>
            </a:lvl8pPr>
            <a:lvl9pPr algn="r">
              <a:defRPr sz="975" b="0">
                <a:solidFill>
                  <a:srgbClr val="A8C1CA"/>
                </a:solidFill>
                <a:latin typeface="Arial"/>
                <a:ea typeface="Arial"/>
                <a:cs typeface="Arial"/>
              </a:defRPr>
            </a:lvl9pPr>
          </a:lstStyle>
          <a:p xmlns:a="http://schemas.openxmlformats.org/drawingml/2006/main">
            <a:pPr algn="r">
              <a:defRPr sz="975" b="0">
                <a:solidFill>
                  <a:srgbClr val="A8C1CA"/>
                </a:solidFill>
                <a:latin typeface="Arial"/>
                <a:ea typeface="Arial"/>
                <a:cs typeface="Arial"/>
              </a:defRPr>
            </a:pPr>
            <a:r>
              <a:rPr sz="975" b="0">
                <a:solidFill>
                  <a:srgbClr val="A8C1CA"/>
                </a:solidFill>
                <a:latin typeface="Arial"/>
                <a:ea typeface="Arial"/>
                <a:cs typeface="Arial"/>
              </a:rPr>
              <a:t>32</a:t>
            </a:r>
          </a:p>
        </p:txBody>
      </p:sp>
      <p:sp>
        <p:nvSpPr>
          <p:cNvPr id="3" name="github.com/mgunjan/&#10;sc2632-tabletop">
            <a:extLst xmlns:a="http://schemas.openxmlformats.org/drawingml/2006/main">
              <a:ext uri="{FF2B5EF4-FFF2-40B4-BE49-F238E27FC236}">
                <a16:creationId xmlns:a16="http://schemas.microsoft.com/office/drawing/2014/main" id="{DDD414ED-B6CB-496C-8652-BE276ECAFA0A}"/>
              </a:ext>
            </a:extLst>
          </p:cNvPr>
          <p:cNvSpPr>
            <a:spLocks xmlns:a="http://schemas.openxmlformats.org/drawingml/2006/main" noGrp="1"/>
          </p:cNvSpPr>
          <p:nvPr/>
        </p:nvSpPr>
        <p:spPr>
          <a:xfrm xmlns:a="http://schemas.openxmlformats.org/drawingml/2006/main">
            <a:off x="704850" y="2152650"/>
            <a:ext cx="7400925"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600" b="1">
                <a:solidFill>
                  <a:srgbClr val="37D5BE"/>
                </a:solidFill>
                <a:latin typeface="Arial"/>
                <a:ea typeface="Arial"/>
                <a:cs typeface="Arial"/>
              </a:defRPr>
            </a:defPPr>
            <a:lvl1pPr algn="l">
              <a:defRPr sz="3600" b="1">
                <a:solidFill>
                  <a:srgbClr val="37D5BE"/>
                </a:solidFill>
                <a:latin typeface="Arial"/>
                <a:ea typeface="Arial"/>
                <a:cs typeface="Arial"/>
              </a:defRPr>
            </a:lvl1pPr>
            <a:lvl2pPr algn="l">
              <a:defRPr sz="3600" b="1">
                <a:solidFill>
                  <a:srgbClr val="37D5BE"/>
                </a:solidFill>
                <a:latin typeface="Arial"/>
                <a:ea typeface="Arial"/>
                <a:cs typeface="Arial"/>
              </a:defRPr>
            </a:lvl2pPr>
            <a:lvl3pPr algn="l">
              <a:defRPr sz="3600" b="1">
                <a:solidFill>
                  <a:srgbClr val="37D5BE"/>
                </a:solidFill>
                <a:latin typeface="Arial"/>
                <a:ea typeface="Arial"/>
                <a:cs typeface="Arial"/>
              </a:defRPr>
            </a:lvl3pPr>
            <a:lvl4pPr algn="l">
              <a:defRPr sz="3600" b="1">
                <a:solidFill>
                  <a:srgbClr val="37D5BE"/>
                </a:solidFill>
                <a:latin typeface="Arial"/>
                <a:ea typeface="Arial"/>
                <a:cs typeface="Arial"/>
              </a:defRPr>
            </a:lvl4pPr>
            <a:lvl5pPr algn="l">
              <a:defRPr sz="3600" b="1">
                <a:solidFill>
                  <a:srgbClr val="37D5BE"/>
                </a:solidFill>
                <a:latin typeface="Arial"/>
                <a:ea typeface="Arial"/>
                <a:cs typeface="Arial"/>
              </a:defRPr>
            </a:lvl5pPr>
            <a:lvl6pPr algn="l">
              <a:defRPr sz="3600" b="1">
                <a:solidFill>
                  <a:srgbClr val="37D5BE"/>
                </a:solidFill>
                <a:latin typeface="Arial"/>
                <a:ea typeface="Arial"/>
                <a:cs typeface="Arial"/>
              </a:defRPr>
            </a:lvl6pPr>
            <a:lvl7pPr algn="l">
              <a:defRPr sz="3600" b="1">
                <a:solidFill>
                  <a:srgbClr val="37D5BE"/>
                </a:solidFill>
                <a:latin typeface="Arial"/>
                <a:ea typeface="Arial"/>
                <a:cs typeface="Arial"/>
              </a:defRPr>
            </a:lvl7pPr>
            <a:lvl8pPr algn="l">
              <a:defRPr sz="3600" b="1">
                <a:solidFill>
                  <a:srgbClr val="37D5BE"/>
                </a:solidFill>
                <a:latin typeface="Arial"/>
                <a:ea typeface="Arial"/>
                <a:cs typeface="Arial"/>
              </a:defRPr>
            </a:lvl8pPr>
            <a:lvl9pPr algn="l">
              <a:defRPr sz="3600" b="1">
                <a:solidFill>
                  <a:srgbClr val="37D5BE"/>
                </a:solidFill>
                <a:latin typeface="Arial"/>
                <a:ea typeface="Arial"/>
                <a:cs typeface="Arial"/>
              </a:defRPr>
            </a:lvl9pPr>
          </a:lstStyle>
          <a:p xmlns:a="http://schemas.openxmlformats.org/drawingml/2006/main">
            <a:pPr algn="l">
              <a:defRPr sz="3600" b="1">
                <a:solidFill>
                  <a:srgbClr val="37D5BE"/>
                </a:solidFill>
                <a:latin typeface="Arial"/>
                <a:ea typeface="Arial"/>
                <a:cs typeface="Arial"/>
              </a:defRPr>
            </a:pPr>
            <a:r>
              <a:rPr sz="3600" b="1">
                <a:solidFill>
                  <a:srgbClr val="37D5BE"/>
                </a:solidFill>
                <a:latin typeface="Arial"/>
                <a:ea typeface="Arial"/>
                <a:cs typeface="Arial"/>
              </a:rPr>
              <a:t>github.com/mgunjan/</a:t>
            </a:r>
          </a:p>
          <a:p xmlns:a="http://schemas.openxmlformats.org/drawingml/2006/main">
            <a:pPr algn="l">
              <a:defRPr sz="3600" b="1">
                <a:solidFill>
                  <a:srgbClr val="37D5BE"/>
                </a:solidFill>
                <a:latin typeface="Arial"/>
                <a:ea typeface="Arial"/>
                <a:cs typeface="Arial"/>
              </a:defRPr>
            </a:pPr>
            <a:r>
              <a:rPr sz="3600" b="1">
                <a:solidFill>
                  <a:srgbClr val="37D5BE"/>
                </a:solidFill>
                <a:latin typeface="Arial"/>
                <a:ea typeface="Arial"/>
                <a:cs typeface="Arial"/>
              </a:rPr>
              <a:t>sc2632-tabletop</a:t>
            </a:r>
          </a:p>
        </p:txBody>
      </p:sp>
      <p:pic>
        <p:nvPicPr>
          <p:cNvPr id="4" name="">
            <a:extLst xmlns:a="http://schemas.openxmlformats.org/drawingml/2006/main">
              <a:ext uri="{FF2B5EF4-FFF2-40B4-BE49-F238E27FC236}">
                <a16:creationId xmlns:a16="http://schemas.microsoft.com/office/drawing/2014/main" id="{31F90EEA-68D9-4007-B1CC-3B5A64DC9BDA}"/>
              </a:ext>
            </a:extLst>
          </p:cNvPr>
          <p:cNvPicPr>
            <a:picLocks xmlns:a="http://schemas.openxmlformats.org/drawingml/2006/main" noChangeAspect="1"/>
          </p:cNvPicPr>
          <p:nvPr/>
        </p:nvPicPr>
        <p:blipFill>
          <a:blip xmlns:r="http://schemas.openxmlformats.org/officeDocument/2006/relationships" xmlns:a="http://schemas.openxmlformats.org/drawingml/2006/main" r:embed="R9f2b143361e24d68"/>
          <a:stretch xmlns:a="http://schemas.openxmlformats.org/drawingml/2006/main"/>
        </p:blipFill>
        <p:spPr>
          <a:xfrm xmlns:a="http://schemas.openxmlformats.org/drawingml/2006/main">
            <a:off x="8572500" y="2162175"/>
            <a:ext cx="2857500" cy="2857500"/>
          </a:xfrm>
          <a:prstGeom xmlns:a="http://schemas.openxmlformats.org/drawingml/2006/main" prst="rect">
            <a:avLst/>
          </a:prstGeom>
        </p:spPr>
      </p:pic>
      <p:sp>
        <p:nvSpPr>
          <p:cNvPr id="5" name="Policies and tests&#10;Four case packs&#10;Quarantine">
            <a:extLst xmlns:a="http://schemas.openxmlformats.org/drawingml/2006/main">
              <a:ext uri="{FF2B5EF4-FFF2-40B4-BE49-F238E27FC236}">
                <a16:creationId xmlns:a16="http://schemas.microsoft.com/office/drawing/2014/main" id="{D90C5955-72BD-4212-9398-60098297C34F}"/>
              </a:ext>
            </a:extLst>
          </p:cNvPr>
          <p:cNvSpPr>
            <a:spLocks xmlns:a="http://schemas.openxmlformats.org/drawingml/2006/main" noGrp="1"/>
          </p:cNvSpPr>
          <p:nvPr/>
        </p:nvSpPr>
        <p:spPr>
          <a:xfrm xmlns:a="http://schemas.openxmlformats.org/drawingml/2006/main">
            <a:off x="742950" y="4143375"/>
            <a:ext cx="10477500" cy="1543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FFFFFF"/>
                </a:solidFill>
                <a:latin typeface="Arial"/>
                <a:ea typeface="Arial"/>
                <a:cs typeface="Arial"/>
              </a:defRPr>
            </a:defPPr>
            <a:lvl1pPr algn="l">
              <a:defRPr sz="2175" b="0">
                <a:solidFill>
                  <a:srgbClr val="FFFFFF"/>
                </a:solidFill>
                <a:latin typeface="Arial"/>
                <a:ea typeface="Arial"/>
                <a:cs typeface="Arial"/>
              </a:defRPr>
            </a:lvl1pPr>
            <a:lvl2pPr algn="l">
              <a:defRPr sz="2175" b="0">
                <a:solidFill>
                  <a:srgbClr val="FFFFFF"/>
                </a:solidFill>
                <a:latin typeface="Arial"/>
                <a:ea typeface="Arial"/>
                <a:cs typeface="Arial"/>
              </a:defRPr>
            </a:lvl2pPr>
            <a:lvl3pPr algn="l">
              <a:defRPr sz="2175" b="0">
                <a:solidFill>
                  <a:srgbClr val="FFFFFF"/>
                </a:solidFill>
                <a:latin typeface="Arial"/>
                <a:ea typeface="Arial"/>
                <a:cs typeface="Arial"/>
              </a:defRPr>
            </a:lvl3pPr>
            <a:lvl4pPr algn="l">
              <a:defRPr sz="2175" b="0">
                <a:solidFill>
                  <a:srgbClr val="FFFFFF"/>
                </a:solidFill>
                <a:latin typeface="Arial"/>
                <a:ea typeface="Arial"/>
                <a:cs typeface="Arial"/>
              </a:defRPr>
            </a:lvl4pPr>
            <a:lvl5pPr algn="l">
              <a:defRPr sz="2175" b="0">
                <a:solidFill>
                  <a:srgbClr val="FFFFFF"/>
                </a:solidFill>
                <a:latin typeface="Arial"/>
                <a:ea typeface="Arial"/>
                <a:cs typeface="Arial"/>
              </a:defRPr>
            </a:lvl5pPr>
            <a:lvl6pPr algn="l">
              <a:defRPr sz="2175" b="0">
                <a:solidFill>
                  <a:srgbClr val="FFFFFF"/>
                </a:solidFill>
                <a:latin typeface="Arial"/>
                <a:ea typeface="Arial"/>
                <a:cs typeface="Arial"/>
              </a:defRPr>
            </a:lvl6pPr>
            <a:lvl7pPr algn="l">
              <a:defRPr sz="2175" b="0">
                <a:solidFill>
                  <a:srgbClr val="FFFFFF"/>
                </a:solidFill>
                <a:latin typeface="Arial"/>
                <a:ea typeface="Arial"/>
                <a:cs typeface="Arial"/>
              </a:defRPr>
            </a:lvl7pPr>
            <a:lvl8pPr algn="l">
              <a:defRPr sz="2175" b="0">
                <a:solidFill>
                  <a:srgbClr val="FFFFFF"/>
                </a:solidFill>
                <a:latin typeface="Arial"/>
                <a:ea typeface="Arial"/>
                <a:cs typeface="Arial"/>
              </a:defRPr>
            </a:lvl8pPr>
            <a:lvl9pPr algn="l">
              <a:defRPr sz="2175" b="0">
                <a:solidFill>
                  <a:srgbClr val="FFFFFF"/>
                </a:solidFill>
                <a:latin typeface="Arial"/>
                <a:ea typeface="Arial"/>
                <a:cs typeface="Arial"/>
              </a:defRPr>
            </a:lvl9pPr>
          </a:lstStyle>
          <a:p xmlns:a="http://schemas.openxmlformats.org/drawingml/2006/main">
            <a:pPr algn="l">
              <a:defRPr sz="2175" b="0">
                <a:solidFill>
                  <a:srgbClr val="FFFFFF"/>
                </a:solidFill>
                <a:latin typeface="Arial"/>
                <a:ea typeface="Arial"/>
                <a:cs typeface="Arial"/>
              </a:defRPr>
            </a:pPr>
            <a:r>
              <a:rPr sz="2175" b="0">
                <a:solidFill>
                  <a:srgbClr val="FFFFFF"/>
                </a:solidFill>
                <a:latin typeface="Arial"/>
                <a:ea typeface="Arial"/>
                <a:cs typeface="Arial"/>
              </a:rPr>
              <a:t>Policies and tests</a:t>
            </a:r>
          </a:p>
          <a:p xmlns:a="http://schemas.openxmlformats.org/drawingml/2006/main">
            <a:pPr algn="l">
              <a:defRPr sz="2175" b="0">
                <a:solidFill>
                  <a:srgbClr val="FFFFFF"/>
                </a:solidFill>
                <a:latin typeface="Arial"/>
                <a:ea typeface="Arial"/>
                <a:cs typeface="Arial"/>
              </a:defRPr>
            </a:pPr>
            <a:r>
              <a:rPr sz="2175" b="0">
                <a:solidFill>
                  <a:srgbClr val="FFFFFF"/>
                </a:solidFill>
                <a:latin typeface="Arial"/>
                <a:ea typeface="Arial"/>
                <a:cs typeface="Arial"/>
              </a:rPr>
              <a:t>Four case packs</a:t>
            </a:r>
          </a:p>
          <a:p xmlns:a="http://schemas.openxmlformats.org/drawingml/2006/main">
            <a:pPr algn="l">
              <a:defRPr sz="2175" b="0">
                <a:solidFill>
                  <a:srgbClr val="FFFFFF"/>
                </a:solidFill>
                <a:latin typeface="Arial"/>
                <a:ea typeface="Arial"/>
                <a:cs typeface="Arial"/>
              </a:defRPr>
            </a:pPr>
            <a:r>
              <a:rPr sz="2175" b="0">
                <a:solidFill>
                  <a:srgbClr val="FFFFFF"/>
                </a:solidFill>
                <a:latin typeface="Arial"/>
                <a:ea typeface="Arial"/>
                <a:cs typeface="Arial"/>
              </a:rPr>
              <a:t>Quarantine playbook</a:t>
            </a:r>
          </a:p>
          <a:p xmlns:a="http://schemas.openxmlformats.org/drawingml/2006/main">
            <a:pPr algn="l">
              <a:defRPr sz="2175" b="0">
                <a:solidFill>
                  <a:srgbClr val="FFFFFF"/>
                </a:solidFill>
                <a:latin typeface="Arial"/>
                <a:ea typeface="Arial"/>
                <a:cs typeface="Arial"/>
              </a:defRPr>
            </a:pPr>
            <a:r>
              <a:rPr sz="2175" b="0">
                <a:solidFill>
                  <a:srgbClr val="FFFFFF"/>
                </a:solidFill>
                <a:latin typeface="Arial"/>
                <a:ea typeface="Arial"/>
                <a:cs typeface="Arial"/>
              </a:rPr>
              <a:t>Offline reference and replay</a:t>
            </a:r>
          </a:p>
        </p:txBody>
      </p:sp>
      <p:sp>
        <p:nvSpPr>
          <p:cNvPr id="6" name="Adapt to your platform. Managed distributions">
            <a:extLst xmlns:a="http://schemas.openxmlformats.org/drawingml/2006/main">
              <a:ext uri="{FF2B5EF4-FFF2-40B4-BE49-F238E27FC236}">
                <a16:creationId xmlns:a16="http://schemas.microsoft.com/office/drawing/2014/main" id="{CACD662F-04A5-4879-8CD7-E38C9C440F12}"/>
              </a:ext>
            </a:extLst>
          </p:cNvPr>
          <p:cNvSpPr>
            <a:spLocks xmlns:a="http://schemas.openxmlformats.org/drawingml/2006/main" noGrp="1"/>
          </p:cNvSpPr>
          <p:nvPr/>
        </p:nvSpPr>
        <p:spPr>
          <a:xfrm xmlns:a="http://schemas.openxmlformats.org/drawingml/2006/main">
            <a:off x="733425" y="6076950"/>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75" b="0">
                <a:solidFill>
                  <a:srgbClr val="FFFFFF"/>
                </a:solidFill>
                <a:latin typeface="Arial"/>
                <a:ea typeface="Arial"/>
                <a:cs typeface="Arial"/>
              </a:defRPr>
            </a:defPPr>
            <a:lvl1pPr algn="l">
              <a:defRPr sz="1575" b="0">
                <a:solidFill>
                  <a:srgbClr val="FFFFFF"/>
                </a:solidFill>
                <a:latin typeface="Arial"/>
                <a:ea typeface="Arial"/>
                <a:cs typeface="Arial"/>
              </a:defRPr>
            </a:lvl1pPr>
            <a:lvl2pPr algn="l">
              <a:defRPr sz="1575" b="0">
                <a:solidFill>
                  <a:srgbClr val="FFFFFF"/>
                </a:solidFill>
                <a:latin typeface="Arial"/>
                <a:ea typeface="Arial"/>
                <a:cs typeface="Arial"/>
              </a:defRPr>
            </a:lvl2pPr>
            <a:lvl3pPr algn="l">
              <a:defRPr sz="1575" b="0">
                <a:solidFill>
                  <a:srgbClr val="FFFFFF"/>
                </a:solidFill>
                <a:latin typeface="Arial"/>
                <a:ea typeface="Arial"/>
                <a:cs typeface="Arial"/>
              </a:defRPr>
            </a:lvl3pPr>
            <a:lvl4pPr algn="l">
              <a:defRPr sz="1575" b="0">
                <a:solidFill>
                  <a:srgbClr val="FFFFFF"/>
                </a:solidFill>
                <a:latin typeface="Arial"/>
                <a:ea typeface="Arial"/>
                <a:cs typeface="Arial"/>
              </a:defRPr>
            </a:lvl4pPr>
            <a:lvl5pPr algn="l">
              <a:defRPr sz="1575" b="0">
                <a:solidFill>
                  <a:srgbClr val="FFFFFF"/>
                </a:solidFill>
                <a:latin typeface="Arial"/>
                <a:ea typeface="Arial"/>
                <a:cs typeface="Arial"/>
              </a:defRPr>
            </a:lvl5pPr>
            <a:lvl6pPr algn="l">
              <a:defRPr sz="1575" b="0">
                <a:solidFill>
                  <a:srgbClr val="FFFFFF"/>
                </a:solidFill>
                <a:latin typeface="Arial"/>
                <a:ea typeface="Arial"/>
                <a:cs typeface="Arial"/>
              </a:defRPr>
            </a:lvl6pPr>
            <a:lvl7pPr algn="l">
              <a:defRPr sz="1575" b="0">
                <a:solidFill>
                  <a:srgbClr val="FFFFFF"/>
                </a:solidFill>
                <a:latin typeface="Arial"/>
                <a:ea typeface="Arial"/>
                <a:cs typeface="Arial"/>
              </a:defRPr>
            </a:lvl7pPr>
            <a:lvl8pPr algn="l">
              <a:defRPr sz="1575" b="0">
                <a:solidFill>
                  <a:srgbClr val="FFFFFF"/>
                </a:solidFill>
                <a:latin typeface="Arial"/>
                <a:ea typeface="Arial"/>
                <a:cs typeface="Arial"/>
              </a:defRPr>
            </a:lvl8pPr>
            <a:lvl9pPr algn="l">
              <a:defRPr sz="1575" b="0">
                <a:solidFill>
                  <a:srgbClr val="FFFFFF"/>
                </a:solidFill>
                <a:latin typeface="Arial"/>
                <a:ea typeface="Arial"/>
                <a:cs typeface="Arial"/>
              </a:defRPr>
            </a:lvl9pPr>
          </a:lstStyle>
          <a:p xmlns:a="http://schemas.openxmlformats.org/drawingml/2006/main">
            <a:pPr algn="l">
              <a:defRPr sz="1575" b="0">
                <a:solidFill>
                  <a:srgbClr val="FFFFFF"/>
                </a:solidFill>
                <a:latin typeface="Arial"/>
                <a:ea typeface="Arial"/>
                <a:cs typeface="Arial"/>
              </a:defRPr>
            </a:pPr>
            <a:r>
              <a:rPr sz="1575" b="0">
                <a:solidFill>
                  <a:srgbClr val="FFFFFF"/>
                </a:solidFill>
                <a:latin typeface="Arial"/>
                <a:ea typeface="Arial"/>
                <a:cs typeface="Arial"/>
              </a:rPr>
              <a:t>Adapt to your platform. Managed distributions were not all tested.</a:t>
            </a:r>
          </a:p>
        </p:txBody>
      </p:sp>
    </p:spTree>
    <p:extLst>
      <p:ext uri="{BB962C8B-B14F-4D97-AF65-F5344CB8AC3E}">
        <p14:creationId xmlns:p14="http://schemas.microsoft.com/office/powerpoint/2010/main" val="1839249050"/>
      </p:ext>
    </p:extLst>
  </p:cSld>
</p:sld>
</file>

<file path=ppt/slides/slide33.xml><?xml version="1.0" encoding="utf-8"?>
<p:sld xmlns:p="http://schemas.openxmlformats.org/presentationml/2006/main" show="0">
  <p:cSld>
    <p:bg>
      <p:bgPr>
        <a:solidFill xmlns:a="http://schemas.openxmlformats.org/drawingml/2006/main">
          <a:srgbClr val="081A29"/>
        </a:solidFill>
      </p:bgPr>
    </p:bg>
    <p:spTree>
      <p:nvGrpSpPr>
        <p:cNvPr id="1" name=""/>
        <p:cNvGrpSpPr/>
        <p:nvPr/>
      </p:nvGrpSpPr>
      <p:grpSpPr>
        <a:xfrm xmlns:a="http://schemas.openxmlformats.org/drawingml/2006/main"/>
      </p:grpSpPr>
      <p:sp>
        <p:nvSpPr>
          <p:cNvPr id="6" name="slide-33-title">
            <a:extLst xmlns:a="http://schemas.openxmlformats.org/drawingml/2006/main">
              <a:ext uri="{FF2B5EF4-FFF2-40B4-BE49-F238E27FC236}">
                <a16:creationId xmlns:a16="http://schemas.microsoft.com/office/drawing/2014/main" id="{E86C8FF0-E4BF-4E0B-B001-B3D933F0D9AA}"/>
              </a:ext>
            </a:extLst>
          </p:cNvPr>
          <p:cNvSpPr>
            <a:spLocks xmlns:a="http://schemas.openxmlformats.org/drawingml/2006/main" noGrp="1"/>
          </p:cNvSpPr>
          <p:nvPr/>
        </p:nvSpPr>
        <p:spPr>
          <a:xfrm xmlns:a="http://schemas.openxmlformats.org/drawingml/2006/main">
            <a:off x="609600" y="476250"/>
            <a:ext cx="10858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FFFFFF"/>
                </a:solidFill>
                <a:latin typeface="Arial"/>
                <a:ea typeface="Arial"/>
                <a:cs typeface="Arial"/>
              </a:defRPr>
            </a:defPPr>
            <a:lvl1pPr algn="l">
              <a:defRPr sz="3150" b="1">
                <a:solidFill>
                  <a:srgbClr val="FFFFFF"/>
                </a:solidFill>
                <a:latin typeface="Arial"/>
                <a:ea typeface="Arial"/>
                <a:cs typeface="Arial"/>
              </a:defRPr>
            </a:lvl1pPr>
            <a:lvl2pPr algn="l">
              <a:defRPr sz="3150" b="1">
                <a:solidFill>
                  <a:srgbClr val="FFFFFF"/>
                </a:solidFill>
                <a:latin typeface="Arial"/>
                <a:ea typeface="Arial"/>
                <a:cs typeface="Arial"/>
              </a:defRPr>
            </a:lvl2pPr>
            <a:lvl3pPr algn="l">
              <a:defRPr sz="3150" b="1">
                <a:solidFill>
                  <a:srgbClr val="FFFFFF"/>
                </a:solidFill>
                <a:latin typeface="Arial"/>
                <a:ea typeface="Arial"/>
                <a:cs typeface="Arial"/>
              </a:defRPr>
            </a:lvl3pPr>
            <a:lvl4pPr algn="l">
              <a:defRPr sz="3150" b="1">
                <a:solidFill>
                  <a:srgbClr val="FFFFFF"/>
                </a:solidFill>
                <a:latin typeface="Arial"/>
                <a:ea typeface="Arial"/>
                <a:cs typeface="Arial"/>
              </a:defRPr>
            </a:lvl4pPr>
            <a:lvl5pPr algn="l">
              <a:defRPr sz="3150" b="1">
                <a:solidFill>
                  <a:srgbClr val="FFFFFF"/>
                </a:solidFill>
                <a:latin typeface="Arial"/>
                <a:ea typeface="Arial"/>
                <a:cs typeface="Arial"/>
              </a:defRPr>
            </a:lvl5pPr>
            <a:lvl6pPr algn="l">
              <a:defRPr sz="3150" b="1">
                <a:solidFill>
                  <a:srgbClr val="FFFFFF"/>
                </a:solidFill>
                <a:latin typeface="Arial"/>
                <a:ea typeface="Arial"/>
                <a:cs typeface="Arial"/>
              </a:defRPr>
            </a:lvl6pPr>
            <a:lvl7pPr algn="l">
              <a:defRPr sz="3150" b="1">
                <a:solidFill>
                  <a:srgbClr val="FFFFFF"/>
                </a:solidFill>
                <a:latin typeface="Arial"/>
                <a:ea typeface="Arial"/>
                <a:cs typeface="Arial"/>
              </a:defRPr>
            </a:lvl7pPr>
            <a:lvl8pPr algn="l">
              <a:defRPr sz="3150" b="1">
                <a:solidFill>
                  <a:srgbClr val="FFFFFF"/>
                </a:solidFill>
                <a:latin typeface="Arial"/>
                <a:ea typeface="Arial"/>
                <a:cs typeface="Arial"/>
              </a:defRPr>
            </a:lvl8pPr>
            <a:lvl9pPr algn="l">
              <a:defRPr sz="3150" b="1">
                <a:solidFill>
                  <a:srgbClr val="FFFFFF"/>
                </a:solidFill>
                <a:latin typeface="Arial"/>
                <a:ea typeface="Arial"/>
                <a:cs typeface="Arial"/>
              </a:defRPr>
            </a:lvl9pPr>
          </a:lstStyle>
          <a:p xmlns:a="http://schemas.openxmlformats.org/drawingml/2006/main">
            <a:pPr algn="l">
              <a:defRPr sz="3150" b="1">
                <a:solidFill>
                  <a:srgbClr val="FFFFFF"/>
                </a:solidFill>
                <a:latin typeface="Arial"/>
                <a:ea typeface="Arial"/>
                <a:cs typeface="Arial"/>
              </a:defRPr>
            </a:pPr>
            <a:r>
              <a:rPr sz="3150" b="1">
                <a:solidFill>
                  <a:srgbClr val="FFFFFF"/>
                </a:solidFill>
                <a:latin typeface="Arial"/>
                <a:ea typeface="Arial"/>
                <a:cs typeface="Arial"/>
              </a:rPr>
              <a:t>Fallback policy excerpt</a:t>
            </a:r>
          </a:p>
        </p:txBody>
      </p:sp>
      <p:sp>
        <p:nvSpPr>
          <p:cNvPr id="2" name="Hidden supplied reference. Model inference is">
            <a:extLst xmlns:a="http://schemas.openxmlformats.org/drawingml/2006/main">
              <a:ext uri="{FF2B5EF4-FFF2-40B4-BE49-F238E27FC236}">
                <a16:creationId xmlns:a16="http://schemas.microsoft.com/office/drawing/2014/main" id="{58CC7747-2D81-41F2-A2C5-E0F123AC1F77}"/>
              </a:ext>
            </a:extLst>
          </p:cNvPr>
          <p:cNvSpPr>
            <a:spLocks xmlns:a="http://schemas.openxmlformats.org/drawingml/2006/main" noGrp="1"/>
          </p:cNvSpPr>
          <p:nvPr/>
        </p:nvSpPr>
        <p:spPr>
          <a:xfrm xmlns:a="http://schemas.openxmlformats.org/drawingml/2006/main">
            <a:off x="647700" y="1257300"/>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a:solidFill>
                  <a:srgbClr val="37D5BE"/>
                </a:solidFill>
                <a:latin typeface="Arial"/>
                <a:ea typeface="Arial"/>
                <a:cs typeface="Arial"/>
              </a:defRPr>
            </a:defPPr>
            <a:lvl1pPr algn="l">
              <a:defRPr sz="1500" b="0">
                <a:solidFill>
                  <a:srgbClr val="37D5BE"/>
                </a:solidFill>
                <a:latin typeface="Arial"/>
                <a:ea typeface="Arial"/>
                <a:cs typeface="Arial"/>
              </a:defRPr>
            </a:lvl1pPr>
            <a:lvl2pPr algn="l">
              <a:defRPr sz="1500" b="0">
                <a:solidFill>
                  <a:srgbClr val="37D5BE"/>
                </a:solidFill>
                <a:latin typeface="Arial"/>
                <a:ea typeface="Arial"/>
                <a:cs typeface="Arial"/>
              </a:defRPr>
            </a:lvl2pPr>
            <a:lvl3pPr algn="l">
              <a:defRPr sz="1500" b="0">
                <a:solidFill>
                  <a:srgbClr val="37D5BE"/>
                </a:solidFill>
                <a:latin typeface="Arial"/>
                <a:ea typeface="Arial"/>
                <a:cs typeface="Arial"/>
              </a:defRPr>
            </a:lvl3pPr>
            <a:lvl4pPr algn="l">
              <a:defRPr sz="1500" b="0">
                <a:solidFill>
                  <a:srgbClr val="37D5BE"/>
                </a:solidFill>
                <a:latin typeface="Arial"/>
                <a:ea typeface="Arial"/>
                <a:cs typeface="Arial"/>
              </a:defRPr>
            </a:lvl4pPr>
            <a:lvl5pPr algn="l">
              <a:defRPr sz="1500" b="0">
                <a:solidFill>
                  <a:srgbClr val="37D5BE"/>
                </a:solidFill>
                <a:latin typeface="Arial"/>
                <a:ea typeface="Arial"/>
                <a:cs typeface="Arial"/>
              </a:defRPr>
            </a:lvl5pPr>
            <a:lvl6pPr algn="l">
              <a:defRPr sz="1500" b="0">
                <a:solidFill>
                  <a:srgbClr val="37D5BE"/>
                </a:solidFill>
                <a:latin typeface="Arial"/>
                <a:ea typeface="Arial"/>
                <a:cs typeface="Arial"/>
              </a:defRPr>
            </a:lvl6pPr>
            <a:lvl7pPr algn="l">
              <a:defRPr sz="1500" b="0">
                <a:solidFill>
                  <a:srgbClr val="37D5BE"/>
                </a:solidFill>
                <a:latin typeface="Arial"/>
                <a:ea typeface="Arial"/>
                <a:cs typeface="Arial"/>
              </a:defRPr>
            </a:lvl7pPr>
            <a:lvl8pPr algn="l">
              <a:defRPr sz="1500" b="0">
                <a:solidFill>
                  <a:srgbClr val="37D5BE"/>
                </a:solidFill>
                <a:latin typeface="Arial"/>
                <a:ea typeface="Arial"/>
                <a:cs typeface="Arial"/>
              </a:defRPr>
            </a:lvl8pPr>
            <a:lvl9pPr algn="l">
              <a:defRPr sz="1500" b="0">
                <a:solidFill>
                  <a:srgbClr val="37D5BE"/>
                </a:solidFill>
                <a:latin typeface="Arial"/>
                <a:ea typeface="Arial"/>
                <a:cs typeface="Arial"/>
              </a:defRPr>
            </a:lvl9pPr>
          </a:lstStyle>
          <a:p xmlns:a="http://schemas.openxmlformats.org/drawingml/2006/main">
            <a:pPr algn="l">
              <a:defRPr sz="1500" b="0">
                <a:solidFill>
                  <a:srgbClr val="37D5BE"/>
                </a:solidFill>
                <a:latin typeface="Arial"/>
                <a:ea typeface="Arial"/>
                <a:cs typeface="Arial"/>
              </a:defRPr>
            </a:pPr>
            <a:r>
              <a:rPr sz="1500" b="0">
                <a:solidFill>
                  <a:srgbClr val="37D5BE"/>
                </a:solidFill>
                <a:latin typeface="Arial"/>
                <a:ea typeface="Arial"/>
                <a:cs typeface="Arial"/>
              </a:rPr>
              <a:t>Hidden supplied reference. Model inference is not required.</a:t>
            </a:r>
          </a:p>
        </p:txBody>
      </p:sp>
      <p:sp>
        <p:nvSpPr>
          <p:cNvPr id="3" name="33">
            <a:extLst xmlns:a="http://schemas.openxmlformats.org/drawingml/2006/main">
              <a:ext uri="{FF2B5EF4-FFF2-40B4-BE49-F238E27FC236}">
                <a16:creationId xmlns:a16="http://schemas.microsoft.com/office/drawing/2014/main" id="{975903A4-708D-4229-8F85-0C8F83766A8E}"/>
              </a:ext>
            </a:extLst>
          </p:cNvPr>
          <p:cNvSpPr>
            <a:spLocks xmlns:a="http://schemas.openxmlformats.org/drawingml/2006/main" noGrp="1"/>
          </p:cNvSpPr>
          <p:nvPr/>
        </p:nvSpPr>
        <p:spPr>
          <a:xfrm xmlns:a="http://schemas.openxmlformats.org/drawingml/2006/main">
            <a:off x="11172825" y="641032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0">
                <a:solidFill>
                  <a:srgbClr val="A8C1CA"/>
                </a:solidFill>
                <a:latin typeface="Arial"/>
                <a:ea typeface="Arial"/>
                <a:cs typeface="Arial"/>
              </a:defRPr>
            </a:defPPr>
            <a:lvl1pPr algn="r">
              <a:defRPr sz="975" b="0">
                <a:solidFill>
                  <a:srgbClr val="A8C1CA"/>
                </a:solidFill>
                <a:latin typeface="Arial"/>
                <a:ea typeface="Arial"/>
                <a:cs typeface="Arial"/>
              </a:defRPr>
            </a:lvl1pPr>
            <a:lvl2pPr algn="r">
              <a:defRPr sz="975" b="0">
                <a:solidFill>
                  <a:srgbClr val="A8C1CA"/>
                </a:solidFill>
                <a:latin typeface="Arial"/>
                <a:ea typeface="Arial"/>
                <a:cs typeface="Arial"/>
              </a:defRPr>
            </a:lvl2pPr>
            <a:lvl3pPr algn="r">
              <a:defRPr sz="975" b="0">
                <a:solidFill>
                  <a:srgbClr val="A8C1CA"/>
                </a:solidFill>
                <a:latin typeface="Arial"/>
                <a:ea typeface="Arial"/>
                <a:cs typeface="Arial"/>
              </a:defRPr>
            </a:lvl3pPr>
            <a:lvl4pPr algn="r">
              <a:defRPr sz="975" b="0">
                <a:solidFill>
                  <a:srgbClr val="A8C1CA"/>
                </a:solidFill>
                <a:latin typeface="Arial"/>
                <a:ea typeface="Arial"/>
                <a:cs typeface="Arial"/>
              </a:defRPr>
            </a:lvl4pPr>
            <a:lvl5pPr algn="r">
              <a:defRPr sz="975" b="0">
                <a:solidFill>
                  <a:srgbClr val="A8C1CA"/>
                </a:solidFill>
                <a:latin typeface="Arial"/>
                <a:ea typeface="Arial"/>
                <a:cs typeface="Arial"/>
              </a:defRPr>
            </a:lvl5pPr>
            <a:lvl6pPr algn="r">
              <a:defRPr sz="975" b="0">
                <a:solidFill>
                  <a:srgbClr val="A8C1CA"/>
                </a:solidFill>
                <a:latin typeface="Arial"/>
                <a:ea typeface="Arial"/>
                <a:cs typeface="Arial"/>
              </a:defRPr>
            </a:lvl6pPr>
            <a:lvl7pPr algn="r">
              <a:defRPr sz="975" b="0">
                <a:solidFill>
                  <a:srgbClr val="A8C1CA"/>
                </a:solidFill>
                <a:latin typeface="Arial"/>
                <a:ea typeface="Arial"/>
                <a:cs typeface="Arial"/>
              </a:defRPr>
            </a:lvl7pPr>
            <a:lvl8pPr algn="r">
              <a:defRPr sz="975" b="0">
                <a:solidFill>
                  <a:srgbClr val="A8C1CA"/>
                </a:solidFill>
                <a:latin typeface="Arial"/>
                <a:ea typeface="Arial"/>
                <a:cs typeface="Arial"/>
              </a:defRPr>
            </a:lvl8pPr>
            <a:lvl9pPr algn="r">
              <a:defRPr sz="975" b="0">
                <a:solidFill>
                  <a:srgbClr val="A8C1CA"/>
                </a:solidFill>
                <a:latin typeface="Arial"/>
                <a:ea typeface="Arial"/>
                <a:cs typeface="Arial"/>
              </a:defRPr>
            </a:lvl9pPr>
          </a:lstStyle>
          <a:p xmlns:a="http://schemas.openxmlformats.org/drawingml/2006/main">
            <a:pPr algn="r">
              <a:defRPr sz="975" b="0">
                <a:solidFill>
                  <a:srgbClr val="A8C1CA"/>
                </a:solidFill>
                <a:latin typeface="Arial"/>
                <a:ea typeface="Arial"/>
                <a:cs typeface="Arial"/>
              </a:defRPr>
            </a:pPr>
            <a:r>
              <a:rPr sz="975" b="0">
                <a:solidFill>
                  <a:srgbClr val="A8C1CA"/>
                </a:solidFill>
                <a:latin typeface="Arial"/>
                <a:ea typeface="Arial"/>
                <a:cs typeface="Arial"/>
              </a:rPr>
              <a:t>33</a:t>
            </a:r>
          </a:p>
        </p:txBody>
      </p:sp>
      <p:sp>
        <p:nvSpPr>
          <p:cNvPr id="4" name="apiVersion: policies.kyverno.io/v1&#10;kind: Vali">
            <a:extLst xmlns:a="http://schemas.openxmlformats.org/drawingml/2006/main">
              <a:ext uri="{FF2B5EF4-FFF2-40B4-BE49-F238E27FC236}">
                <a16:creationId xmlns:a16="http://schemas.microsoft.com/office/drawing/2014/main" id="{6E7EFF78-69C6-4400-B75E-C160627C6EBD}"/>
              </a:ext>
            </a:extLst>
          </p:cNvPr>
          <p:cNvSpPr>
            <a:spLocks xmlns:a="http://schemas.openxmlformats.org/drawingml/2006/main" noGrp="1"/>
          </p:cNvSpPr>
          <p:nvPr/>
        </p:nvSpPr>
        <p:spPr>
          <a:xfrm xmlns:a="http://schemas.openxmlformats.org/drawingml/2006/main">
            <a:off x="742950" y="1990725"/>
            <a:ext cx="10572750" cy="2466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1">
                <a:solidFill>
                  <a:srgbClr val="37D5BE"/>
                </a:solidFill>
                <a:latin typeface="Courier New"/>
                <a:ea typeface="Courier New"/>
                <a:cs typeface="Courier New"/>
              </a:defRPr>
            </a:defPPr>
            <a:lvl1pPr algn="l">
              <a:defRPr sz="2100" b="1">
                <a:solidFill>
                  <a:srgbClr val="37D5BE"/>
                </a:solidFill>
                <a:latin typeface="Courier New"/>
                <a:ea typeface="Courier New"/>
                <a:cs typeface="Courier New"/>
              </a:defRPr>
            </a:lvl1pPr>
            <a:lvl2pPr algn="l">
              <a:defRPr sz="2100" b="1">
                <a:solidFill>
                  <a:srgbClr val="37D5BE"/>
                </a:solidFill>
                <a:latin typeface="Courier New"/>
                <a:ea typeface="Courier New"/>
                <a:cs typeface="Courier New"/>
              </a:defRPr>
            </a:lvl2pPr>
            <a:lvl3pPr algn="l">
              <a:defRPr sz="2100" b="1">
                <a:solidFill>
                  <a:srgbClr val="37D5BE"/>
                </a:solidFill>
                <a:latin typeface="Courier New"/>
                <a:ea typeface="Courier New"/>
                <a:cs typeface="Courier New"/>
              </a:defRPr>
            </a:lvl3pPr>
            <a:lvl4pPr algn="l">
              <a:defRPr sz="2100" b="1">
                <a:solidFill>
                  <a:srgbClr val="37D5BE"/>
                </a:solidFill>
                <a:latin typeface="Courier New"/>
                <a:ea typeface="Courier New"/>
                <a:cs typeface="Courier New"/>
              </a:defRPr>
            </a:lvl4pPr>
            <a:lvl5pPr algn="l">
              <a:defRPr sz="2100" b="1">
                <a:solidFill>
                  <a:srgbClr val="37D5BE"/>
                </a:solidFill>
                <a:latin typeface="Courier New"/>
                <a:ea typeface="Courier New"/>
                <a:cs typeface="Courier New"/>
              </a:defRPr>
            </a:lvl5pPr>
            <a:lvl6pPr algn="l">
              <a:defRPr sz="2100" b="1">
                <a:solidFill>
                  <a:srgbClr val="37D5BE"/>
                </a:solidFill>
                <a:latin typeface="Courier New"/>
                <a:ea typeface="Courier New"/>
                <a:cs typeface="Courier New"/>
              </a:defRPr>
            </a:lvl6pPr>
            <a:lvl7pPr algn="l">
              <a:defRPr sz="2100" b="1">
                <a:solidFill>
                  <a:srgbClr val="37D5BE"/>
                </a:solidFill>
                <a:latin typeface="Courier New"/>
                <a:ea typeface="Courier New"/>
                <a:cs typeface="Courier New"/>
              </a:defRPr>
            </a:lvl7pPr>
            <a:lvl8pPr algn="l">
              <a:defRPr sz="2100" b="1">
                <a:solidFill>
                  <a:srgbClr val="37D5BE"/>
                </a:solidFill>
                <a:latin typeface="Courier New"/>
                <a:ea typeface="Courier New"/>
                <a:cs typeface="Courier New"/>
              </a:defRPr>
            </a:lvl8pPr>
            <a:lvl9pPr algn="l">
              <a:defRPr sz="2100" b="1">
                <a:solidFill>
                  <a:srgbClr val="37D5BE"/>
                </a:solidFill>
                <a:latin typeface="Courier New"/>
                <a:ea typeface="Courier New"/>
                <a:cs typeface="Courier New"/>
              </a:defRPr>
            </a:lvl9pPr>
          </a:lstStyle>
          <a:p xmlns:a="http://schemas.openxmlformats.org/drawingml/2006/main">
            <a:pPr algn="l">
              <a:defRPr sz="2100" b="1">
                <a:solidFill>
                  <a:srgbClr val="37D5BE"/>
                </a:solidFill>
                <a:latin typeface="Courier New"/>
                <a:ea typeface="Courier New"/>
                <a:cs typeface="Courier New"/>
              </a:defRPr>
            </a:pPr>
            <a:r>
              <a:rPr sz="2100" b="1">
                <a:solidFill>
                  <a:srgbClr val="37D5BE"/>
                </a:solidFill>
                <a:latin typeface="Courier New"/>
                <a:ea typeface="Courier New"/>
                <a:cs typeface="Courier New"/>
              </a:rPr>
              <a:t>apiVersion: policies.kyverno.io/v1</a:t>
            </a:r>
          </a:p>
          <a:p xmlns:a="http://schemas.openxmlformats.org/drawingml/2006/main">
            <a:pPr algn="l">
              <a:defRPr sz="2100" b="1">
                <a:solidFill>
                  <a:srgbClr val="37D5BE"/>
                </a:solidFill>
                <a:latin typeface="Courier New"/>
                <a:ea typeface="Courier New"/>
                <a:cs typeface="Courier New"/>
              </a:defRPr>
            </a:pPr>
            <a:r>
              <a:rPr sz="2100" b="1">
                <a:solidFill>
                  <a:srgbClr val="37D5BE"/>
                </a:solidFill>
                <a:latin typeface="Courier New"/>
                <a:ea typeface="Courier New"/>
                <a:cs typeface="Courier New"/>
              </a:rPr>
              <a:t>kind: ValidatingPolicy</a:t>
            </a:r>
          </a:p>
          <a:p xmlns:a="http://schemas.openxmlformats.org/drawingml/2006/main">
            <a:pPr algn="l">
              <a:defRPr sz="2100" b="1">
                <a:solidFill>
                  <a:srgbClr val="37D5BE"/>
                </a:solidFill>
                <a:latin typeface="Courier New"/>
                <a:ea typeface="Courier New"/>
                <a:cs typeface="Courier New"/>
              </a:defRPr>
            </a:pPr>
            <a:r>
              <a:rPr sz="2100" b="1">
                <a:solidFill>
                  <a:srgbClr val="37D5BE"/>
                </a:solidFill>
                <a:latin typeface="Courier New"/>
                <a:ea typeface="Courier New"/>
                <a:cs typeface="Courier New"/>
              </a:rPr>
              <a:t>metadata:</a:t>
            </a:r>
          </a:p>
          <a:p xmlns:a="http://schemas.openxmlformats.org/drawingml/2006/main">
            <a:pPr algn="l">
              <a:defRPr sz="2100" b="1">
                <a:solidFill>
                  <a:srgbClr val="37D5BE"/>
                </a:solidFill>
                <a:latin typeface="Courier New"/>
                <a:ea typeface="Courier New"/>
                <a:cs typeface="Courier New"/>
              </a:defRPr>
            </a:pPr>
            <a:r>
              <a:rPr sz="2100" b="1">
                <a:solidFill>
                  <a:srgbClr val="37D5BE"/>
                </a:solidFill>
                <a:latin typeface="Courier New"/>
                <a:ea typeface="Courier New"/>
                <a:cs typeface="Courier New"/>
              </a:rPr>
              <a:t>  name: deny-privilege-escalation</a:t>
            </a:r>
          </a:p>
          <a:p xmlns:a="http://schemas.openxmlformats.org/drawingml/2006/main">
            <a:pPr algn="l">
              <a:defRPr sz="2100" b="1">
                <a:solidFill>
                  <a:srgbClr val="37D5BE"/>
                </a:solidFill>
                <a:latin typeface="Courier New"/>
                <a:ea typeface="Courier New"/>
                <a:cs typeface="Courier New"/>
              </a:defRPr>
            </a:pPr>
            <a:r>
              <a:rPr sz="2100" b="1">
                <a:solidFill>
                  <a:srgbClr val="37D5BE"/>
                </a:solidFill>
                <a:latin typeface="Courier New"/>
                <a:ea typeface="Courier New"/>
                <a:cs typeface="Courier New"/>
              </a:rPr>
              <a:t>spec:</a:t>
            </a:r>
          </a:p>
          <a:p xmlns:a="http://schemas.openxmlformats.org/drawingml/2006/main">
            <a:pPr algn="l">
              <a:defRPr sz="2100" b="1">
                <a:solidFill>
                  <a:srgbClr val="37D5BE"/>
                </a:solidFill>
                <a:latin typeface="Courier New"/>
                <a:ea typeface="Courier New"/>
                <a:cs typeface="Courier New"/>
              </a:defRPr>
            </a:pPr>
            <a:r>
              <a:rPr sz="2100" b="1">
                <a:solidFill>
                  <a:srgbClr val="37D5BE"/>
                </a:solidFill>
                <a:latin typeface="Courier New"/>
                <a:ea typeface="Courier New"/>
                <a:cs typeface="Courier New"/>
              </a:rPr>
              <a:t>  validationActions: [Deny]</a:t>
            </a:r>
          </a:p>
        </p:txBody>
      </p:sp>
      <p:sp>
        <p:nvSpPr>
          <p:cNvPr id="5" name="Privilege checks apply to covered new Pod req">
            <a:extLst xmlns:a="http://schemas.openxmlformats.org/drawingml/2006/main">
              <a:ext uri="{FF2B5EF4-FFF2-40B4-BE49-F238E27FC236}">
                <a16:creationId xmlns:a16="http://schemas.microsoft.com/office/drawing/2014/main" id="{A7EB8CBE-BA14-4F3E-AD4A-30CD69D63EA4}"/>
              </a:ext>
            </a:extLst>
          </p:cNvPr>
          <p:cNvSpPr>
            <a:spLocks xmlns:a="http://schemas.openxmlformats.org/drawingml/2006/main" noGrp="1"/>
          </p:cNvSpPr>
          <p:nvPr/>
        </p:nvSpPr>
        <p:spPr>
          <a:xfrm xmlns:a="http://schemas.openxmlformats.org/drawingml/2006/main">
            <a:off x="733425" y="5124450"/>
            <a:ext cx="1057275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400" b="1">
                <a:solidFill>
                  <a:srgbClr val="FFFFFF"/>
                </a:solidFill>
                <a:latin typeface="Arial"/>
                <a:ea typeface="Arial"/>
                <a:cs typeface="Arial"/>
              </a:defRPr>
            </a:defPPr>
            <a:lvl1pPr algn="l">
              <a:defRPr sz="2400" b="1">
                <a:solidFill>
                  <a:srgbClr val="FFFFFF"/>
                </a:solidFill>
                <a:latin typeface="Arial"/>
                <a:ea typeface="Arial"/>
                <a:cs typeface="Arial"/>
              </a:defRPr>
            </a:lvl1pPr>
            <a:lvl2pPr algn="l">
              <a:defRPr sz="2400" b="1">
                <a:solidFill>
                  <a:srgbClr val="FFFFFF"/>
                </a:solidFill>
                <a:latin typeface="Arial"/>
                <a:ea typeface="Arial"/>
                <a:cs typeface="Arial"/>
              </a:defRPr>
            </a:lvl2pPr>
            <a:lvl3pPr algn="l">
              <a:defRPr sz="2400" b="1">
                <a:solidFill>
                  <a:srgbClr val="FFFFFF"/>
                </a:solidFill>
                <a:latin typeface="Arial"/>
                <a:ea typeface="Arial"/>
                <a:cs typeface="Arial"/>
              </a:defRPr>
            </a:lvl3pPr>
            <a:lvl4pPr algn="l">
              <a:defRPr sz="2400" b="1">
                <a:solidFill>
                  <a:srgbClr val="FFFFFF"/>
                </a:solidFill>
                <a:latin typeface="Arial"/>
                <a:ea typeface="Arial"/>
                <a:cs typeface="Arial"/>
              </a:defRPr>
            </a:lvl4pPr>
            <a:lvl5pPr algn="l">
              <a:defRPr sz="2400" b="1">
                <a:solidFill>
                  <a:srgbClr val="FFFFFF"/>
                </a:solidFill>
                <a:latin typeface="Arial"/>
                <a:ea typeface="Arial"/>
                <a:cs typeface="Arial"/>
              </a:defRPr>
            </a:lvl5pPr>
            <a:lvl6pPr algn="l">
              <a:defRPr sz="2400" b="1">
                <a:solidFill>
                  <a:srgbClr val="FFFFFF"/>
                </a:solidFill>
                <a:latin typeface="Arial"/>
                <a:ea typeface="Arial"/>
                <a:cs typeface="Arial"/>
              </a:defRPr>
            </a:lvl6pPr>
            <a:lvl7pPr algn="l">
              <a:defRPr sz="2400" b="1">
                <a:solidFill>
                  <a:srgbClr val="FFFFFF"/>
                </a:solidFill>
                <a:latin typeface="Arial"/>
                <a:ea typeface="Arial"/>
                <a:cs typeface="Arial"/>
              </a:defRPr>
            </a:lvl7pPr>
            <a:lvl8pPr algn="l">
              <a:defRPr sz="2400" b="1">
                <a:solidFill>
                  <a:srgbClr val="FFFFFF"/>
                </a:solidFill>
                <a:latin typeface="Arial"/>
                <a:ea typeface="Arial"/>
                <a:cs typeface="Arial"/>
              </a:defRPr>
            </a:lvl8pPr>
            <a:lvl9pPr algn="l">
              <a:defRPr sz="2400" b="1">
                <a:solidFill>
                  <a:srgbClr val="FFFFFF"/>
                </a:solidFill>
                <a:latin typeface="Arial"/>
                <a:ea typeface="Arial"/>
                <a:cs typeface="Arial"/>
              </a:defRPr>
            </a:lvl9pPr>
          </a:lstStyle>
          <a:p xmlns:a="http://schemas.openxmlformats.org/drawingml/2006/main">
            <a:pPr algn="l">
              <a:defRPr sz="2400" b="1">
                <a:solidFill>
                  <a:srgbClr val="FFFFFF"/>
                </a:solidFill>
                <a:latin typeface="Arial"/>
                <a:ea typeface="Arial"/>
                <a:cs typeface="Arial"/>
              </a:defRPr>
            </a:pPr>
            <a:r>
              <a:rPr sz="2400" b="1">
                <a:solidFill>
                  <a:srgbClr val="FFFFFF"/>
                </a:solidFill>
                <a:latin typeface="Arial"/>
                <a:ea typeface="Arial"/>
                <a:cs typeface="Arial"/>
              </a:rPr>
              <a:t>Privilege checks apply to covered new Pod requests</a:t>
            </a:r>
          </a:p>
        </p:txBody>
      </p:sp>
    </p:spTree>
    <p:extLst>
      <p:ext uri="{BB962C8B-B14F-4D97-AF65-F5344CB8AC3E}">
        <p14:creationId xmlns:p14="http://schemas.microsoft.com/office/powerpoint/2010/main" val="1082877308"/>
      </p:ext>
    </p:extLst>
  </p:cSld>
</p:sld>
</file>

<file path=ppt/slides/slide34.xml><?xml version="1.0" encoding="utf-8"?>
<p:sld xmlns:p="http://schemas.openxmlformats.org/presentationml/2006/main" show="0">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6" name="slide-34-title">
            <a:extLst xmlns:a="http://schemas.openxmlformats.org/drawingml/2006/main">
              <a:ext uri="{FF2B5EF4-FFF2-40B4-BE49-F238E27FC236}">
                <a16:creationId xmlns:a16="http://schemas.microsoft.com/office/drawing/2014/main" id="{C97984F0-CF49-43E3-9F23-21C562A3CD7B}"/>
              </a:ext>
            </a:extLst>
          </p:cNvPr>
          <p:cNvSpPr>
            <a:spLocks xmlns:a="http://schemas.openxmlformats.org/drawingml/2006/main" noGrp="1"/>
          </p:cNvSpPr>
          <p:nvPr/>
        </p:nvSpPr>
        <p:spPr>
          <a:xfrm xmlns:a="http://schemas.openxmlformats.org/drawingml/2006/main">
            <a:off x="609600" y="476250"/>
            <a:ext cx="10858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112B3A"/>
                </a:solidFill>
                <a:latin typeface="Arial"/>
                <a:ea typeface="Arial"/>
                <a:cs typeface="Arial"/>
              </a:defRPr>
            </a:defPPr>
            <a:lvl1pPr algn="l">
              <a:defRPr sz="3150" b="1">
                <a:solidFill>
                  <a:srgbClr val="112B3A"/>
                </a:solidFill>
                <a:latin typeface="Arial"/>
                <a:ea typeface="Arial"/>
                <a:cs typeface="Arial"/>
              </a:defRPr>
            </a:lvl1pPr>
            <a:lvl2pPr algn="l">
              <a:defRPr sz="3150" b="1">
                <a:solidFill>
                  <a:srgbClr val="112B3A"/>
                </a:solidFill>
                <a:latin typeface="Arial"/>
                <a:ea typeface="Arial"/>
                <a:cs typeface="Arial"/>
              </a:defRPr>
            </a:lvl2pPr>
            <a:lvl3pPr algn="l">
              <a:defRPr sz="3150" b="1">
                <a:solidFill>
                  <a:srgbClr val="112B3A"/>
                </a:solidFill>
                <a:latin typeface="Arial"/>
                <a:ea typeface="Arial"/>
                <a:cs typeface="Arial"/>
              </a:defRPr>
            </a:lvl3pPr>
            <a:lvl4pPr algn="l">
              <a:defRPr sz="3150" b="1">
                <a:solidFill>
                  <a:srgbClr val="112B3A"/>
                </a:solidFill>
                <a:latin typeface="Arial"/>
                <a:ea typeface="Arial"/>
                <a:cs typeface="Arial"/>
              </a:defRPr>
            </a:lvl4pPr>
            <a:lvl5pPr algn="l">
              <a:defRPr sz="3150" b="1">
                <a:solidFill>
                  <a:srgbClr val="112B3A"/>
                </a:solidFill>
                <a:latin typeface="Arial"/>
                <a:ea typeface="Arial"/>
                <a:cs typeface="Arial"/>
              </a:defRPr>
            </a:lvl5pPr>
            <a:lvl6pPr algn="l">
              <a:defRPr sz="3150" b="1">
                <a:solidFill>
                  <a:srgbClr val="112B3A"/>
                </a:solidFill>
                <a:latin typeface="Arial"/>
                <a:ea typeface="Arial"/>
                <a:cs typeface="Arial"/>
              </a:defRPr>
            </a:lvl6pPr>
            <a:lvl7pPr algn="l">
              <a:defRPr sz="3150" b="1">
                <a:solidFill>
                  <a:srgbClr val="112B3A"/>
                </a:solidFill>
                <a:latin typeface="Arial"/>
                <a:ea typeface="Arial"/>
                <a:cs typeface="Arial"/>
              </a:defRPr>
            </a:lvl7pPr>
            <a:lvl8pPr algn="l">
              <a:defRPr sz="3150" b="1">
                <a:solidFill>
                  <a:srgbClr val="112B3A"/>
                </a:solidFill>
                <a:latin typeface="Arial"/>
                <a:ea typeface="Arial"/>
                <a:cs typeface="Arial"/>
              </a:defRPr>
            </a:lvl8pPr>
            <a:lvl9pPr algn="l">
              <a:defRPr sz="3150" b="1">
                <a:solidFill>
                  <a:srgbClr val="112B3A"/>
                </a:solidFill>
                <a:latin typeface="Arial"/>
                <a:ea typeface="Arial"/>
                <a:cs typeface="Arial"/>
              </a:defRPr>
            </a:lvl9pPr>
          </a:lstStyle>
          <a:p xmlns:a="http://schemas.openxmlformats.org/drawingml/2006/main">
            <a:pPr algn="l">
              <a:defRPr sz="3150" b="1">
                <a:solidFill>
                  <a:srgbClr val="112B3A"/>
                </a:solidFill>
                <a:latin typeface="Arial"/>
                <a:ea typeface="Arial"/>
                <a:cs typeface="Arial"/>
              </a:defRPr>
            </a:pPr>
            <a:r>
              <a:rPr sz="3150" b="1">
                <a:solidFill>
                  <a:srgbClr val="112B3A"/>
                </a:solidFill>
                <a:latin typeface="Arial"/>
                <a:ea typeface="Arial"/>
                <a:cs typeface="Arial"/>
              </a:rPr>
              <a:t>Offline fixture outcomes</a:t>
            </a:r>
          </a:p>
        </p:txBody>
      </p:sp>
      <p:sp>
        <p:nvSpPr>
          <p:cNvPr id="2" name="Hidden reference. Read the evidence limits in">
            <a:extLst xmlns:a="http://schemas.openxmlformats.org/drawingml/2006/main">
              <a:ext uri="{FF2B5EF4-FFF2-40B4-BE49-F238E27FC236}">
                <a16:creationId xmlns:a16="http://schemas.microsoft.com/office/drawing/2014/main" id="{13ACEE04-0427-4E58-AB28-87F59F45A547}"/>
              </a:ext>
            </a:extLst>
          </p:cNvPr>
          <p:cNvSpPr>
            <a:spLocks xmlns:a="http://schemas.openxmlformats.org/drawingml/2006/main" noGrp="1"/>
          </p:cNvSpPr>
          <p:nvPr/>
        </p:nvSpPr>
        <p:spPr>
          <a:xfrm xmlns:a="http://schemas.openxmlformats.org/drawingml/2006/main">
            <a:off x="647700" y="1257300"/>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a:solidFill>
                  <a:srgbClr val="526875"/>
                </a:solidFill>
                <a:latin typeface="Arial"/>
                <a:ea typeface="Arial"/>
                <a:cs typeface="Arial"/>
              </a:defRPr>
            </a:defPPr>
            <a:lvl1pPr algn="l">
              <a:defRPr sz="1500" b="0">
                <a:solidFill>
                  <a:srgbClr val="526875"/>
                </a:solidFill>
                <a:latin typeface="Arial"/>
                <a:ea typeface="Arial"/>
                <a:cs typeface="Arial"/>
              </a:defRPr>
            </a:lvl1pPr>
            <a:lvl2pPr algn="l">
              <a:defRPr sz="1500" b="0">
                <a:solidFill>
                  <a:srgbClr val="526875"/>
                </a:solidFill>
                <a:latin typeface="Arial"/>
                <a:ea typeface="Arial"/>
                <a:cs typeface="Arial"/>
              </a:defRPr>
            </a:lvl2pPr>
            <a:lvl3pPr algn="l">
              <a:defRPr sz="1500" b="0">
                <a:solidFill>
                  <a:srgbClr val="526875"/>
                </a:solidFill>
                <a:latin typeface="Arial"/>
                <a:ea typeface="Arial"/>
                <a:cs typeface="Arial"/>
              </a:defRPr>
            </a:lvl3pPr>
            <a:lvl4pPr algn="l">
              <a:defRPr sz="1500" b="0">
                <a:solidFill>
                  <a:srgbClr val="526875"/>
                </a:solidFill>
                <a:latin typeface="Arial"/>
                <a:ea typeface="Arial"/>
                <a:cs typeface="Arial"/>
              </a:defRPr>
            </a:lvl4pPr>
            <a:lvl5pPr algn="l">
              <a:defRPr sz="1500" b="0">
                <a:solidFill>
                  <a:srgbClr val="526875"/>
                </a:solidFill>
                <a:latin typeface="Arial"/>
                <a:ea typeface="Arial"/>
                <a:cs typeface="Arial"/>
              </a:defRPr>
            </a:lvl5pPr>
            <a:lvl6pPr algn="l">
              <a:defRPr sz="1500" b="0">
                <a:solidFill>
                  <a:srgbClr val="526875"/>
                </a:solidFill>
                <a:latin typeface="Arial"/>
                <a:ea typeface="Arial"/>
                <a:cs typeface="Arial"/>
              </a:defRPr>
            </a:lvl6pPr>
            <a:lvl7pPr algn="l">
              <a:defRPr sz="1500" b="0">
                <a:solidFill>
                  <a:srgbClr val="526875"/>
                </a:solidFill>
                <a:latin typeface="Arial"/>
                <a:ea typeface="Arial"/>
                <a:cs typeface="Arial"/>
              </a:defRPr>
            </a:lvl7pPr>
            <a:lvl8pPr algn="l">
              <a:defRPr sz="1500" b="0">
                <a:solidFill>
                  <a:srgbClr val="526875"/>
                </a:solidFill>
                <a:latin typeface="Arial"/>
                <a:ea typeface="Arial"/>
                <a:cs typeface="Arial"/>
              </a:defRPr>
            </a:lvl8pPr>
            <a:lvl9pPr algn="l">
              <a:defRPr sz="1500" b="0">
                <a:solidFill>
                  <a:srgbClr val="526875"/>
                </a:solidFill>
                <a:latin typeface="Arial"/>
                <a:ea typeface="Arial"/>
                <a:cs typeface="Arial"/>
              </a:defRPr>
            </a:lvl9pPr>
          </a:lstStyle>
          <a:p xmlns:a="http://schemas.openxmlformats.org/drawingml/2006/main">
            <a:pPr algn="l">
              <a:defRPr sz="1500" b="0">
                <a:solidFill>
                  <a:srgbClr val="526875"/>
                </a:solidFill>
                <a:latin typeface="Arial"/>
                <a:ea typeface="Arial"/>
                <a:cs typeface="Arial"/>
              </a:defRPr>
            </a:pPr>
            <a:r>
              <a:rPr sz="1500" b="0">
                <a:solidFill>
                  <a:srgbClr val="526875"/>
                </a:solidFill>
                <a:latin typeface="Arial"/>
                <a:ea typeface="Arial"/>
                <a:cs typeface="Arial"/>
              </a:rPr>
              <a:t>Hidden reference. Read the evidence limits in the notes.</a:t>
            </a:r>
          </a:p>
        </p:txBody>
      </p:sp>
      <p:sp>
        <p:nvSpPr>
          <p:cNvPr id="3" name="34">
            <a:extLst xmlns:a="http://schemas.openxmlformats.org/drawingml/2006/main">
              <a:ext uri="{FF2B5EF4-FFF2-40B4-BE49-F238E27FC236}">
                <a16:creationId xmlns:a16="http://schemas.microsoft.com/office/drawing/2014/main" id="{9B287D1D-052D-4500-B381-D8BD02E19983}"/>
              </a:ext>
            </a:extLst>
          </p:cNvPr>
          <p:cNvSpPr>
            <a:spLocks xmlns:a="http://schemas.openxmlformats.org/drawingml/2006/main" noGrp="1"/>
          </p:cNvSpPr>
          <p:nvPr/>
        </p:nvSpPr>
        <p:spPr>
          <a:xfrm xmlns:a="http://schemas.openxmlformats.org/drawingml/2006/main">
            <a:off x="11172825" y="641032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0">
                <a:solidFill>
                  <a:srgbClr val="526875"/>
                </a:solidFill>
                <a:latin typeface="Arial"/>
                <a:ea typeface="Arial"/>
                <a:cs typeface="Arial"/>
              </a:defRPr>
            </a:defPPr>
            <a:lvl1pPr algn="r">
              <a:defRPr sz="975" b="0">
                <a:solidFill>
                  <a:srgbClr val="526875"/>
                </a:solidFill>
                <a:latin typeface="Arial"/>
                <a:ea typeface="Arial"/>
                <a:cs typeface="Arial"/>
              </a:defRPr>
            </a:lvl1pPr>
            <a:lvl2pPr algn="r">
              <a:defRPr sz="975" b="0">
                <a:solidFill>
                  <a:srgbClr val="526875"/>
                </a:solidFill>
                <a:latin typeface="Arial"/>
                <a:ea typeface="Arial"/>
                <a:cs typeface="Arial"/>
              </a:defRPr>
            </a:lvl2pPr>
            <a:lvl3pPr algn="r">
              <a:defRPr sz="975" b="0">
                <a:solidFill>
                  <a:srgbClr val="526875"/>
                </a:solidFill>
                <a:latin typeface="Arial"/>
                <a:ea typeface="Arial"/>
                <a:cs typeface="Arial"/>
              </a:defRPr>
            </a:lvl3pPr>
            <a:lvl4pPr algn="r">
              <a:defRPr sz="975" b="0">
                <a:solidFill>
                  <a:srgbClr val="526875"/>
                </a:solidFill>
                <a:latin typeface="Arial"/>
                <a:ea typeface="Arial"/>
                <a:cs typeface="Arial"/>
              </a:defRPr>
            </a:lvl4pPr>
            <a:lvl5pPr algn="r">
              <a:defRPr sz="975" b="0">
                <a:solidFill>
                  <a:srgbClr val="526875"/>
                </a:solidFill>
                <a:latin typeface="Arial"/>
                <a:ea typeface="Arial"/>
                <a:cs typeface="Arial"/>
              </a:defRPr>
            </a:lvl5pPr>
            <a:lvl6pPr algn="r">
              <a:defRPr sz="975" b="0">
                <a:solidFill>
                  <a:srgbClr val="526875"/>
                </a:solidFill>
                <a:latin typeface="Arial"/>
                <a:ea typeface="Arial"/>
                <a:cs typeface="Arial"/>
              </a:defRPr>
            </a:lvl6pPr>
            <a:lvl7pPr algn="r">
              <a:defRPr sz="975" b="0">
                <a:solidFill>
                  <a:srgbClr val="526875"/>
                </a:solidFill>
                <a:latin typeface="Arial"/>
                <a:ea typeface="Arial"/>
                <a:cs typeface="Arial"/>
              </a:defRPr>
            </a:lvl7pPr>
            <a:lvl8pPr algn="r">
              <a:defRPr sz="975" b="0">
                <a:solidFill>
                  <a:srgbClr val="526875"/>
                </a:solidFill>
                <a:latin typeface="Arial"/>
                <a:ea typeface="Arial"/>
                <a:cs typeface="Arial"/>
              </a:defRPr>
            </a:lvl8pPr>
            <a:lvl9pPr algn="r">
              <a:defRPr sz="975" b="0">
                <a:solidFill>
                  <a:srgbClr val="526875"/>
                </a:solidFill>
                <a:latin typeface="Arial"/>
                <a:ea typeface="Arial"/>
                <a:cs typeface="Arial"/>
              </a:defRPr>
            </a:lvl9pPr>
          </a:lstStyle>
          <a:p xmlns:a="http://schemas.openxmlformats.org/drawingml/2006/main">
            <a:pPr algn="r">
              <a:defRPr sz="975" b="0">
                <a:solidFill>
                  <a:srgbClr val="526875"/>
                </a:solidFill>
                <a:latin typeface="Arial"/>
                <a:ea typeface="Arial"/>
                <a:cs typeface="Arial"/>
              </a:defRPr>
            </a:pPr>
            <a:r>
              <a:rPr sz="975" b="0">
                <a:solidFill>
                  <a:srgbClr val="526875"/>
                </a:solidFill>
                <a:latin typeface="Arial"/>
                <a:ea typeface="Arial"/>
                <a:cs typeface="Arial"/>
              </a:rPr>
              <a:t>34</a:t>
            </a:r>
          </a:p>
        </p:txBody>
      </p:sp>
      <p:graphicFrame>
        <p:nvGraphicFramePr>
          <p:cNvPr id="4" name="">
            <a:extLst xmlns:a="http://schemas.openxmlformats.org/drawingml/2006/main">
              <a:ext uri="{FF2B5EF4-FFF2-40B4-BE49-F238E27FC236}">
                <a16:creationId xmlns:a16="http://schemas.microsoft.com/office/drawing/2014/main" id="{FE22AB5F-5AE5-41D6-AEA4-9A198B19D4A3}"/>
              </a:ext>
            </a:extLst>
          </p:cNvPr>
          <p:cNvGraphicFramePr/>
          <p:nvPr/>
        </p:nvGraphicFramePr>
        <p:xfrm>
          <a:off xmlns:a="http://schemas.openxmlformats.org/drawingml/2006/main" x="714375" y="1885950"/>
          <a:ext xmlns:a="http://schemas.openxmlformats.org/drawingml/2006/main" cx="10763250" cy="3486150"/>
        </p:xfrm>
        <a:graphic xmlns:a="http://schemas.openxmlformats.org/drawingml/2006/main">
          <a:graphicData uri="http://schemas.openxmlformats.org/drawingml/2006/table">
            <a:tbl>
              <a:tblPr firstRow="1" bandRow="0"/>
              <a:tblGrid>
                <a:gridCol w="3143250"/>
                <a:gridCol w="7620000"/>
              </a:tblGrid>
              <a:tr h="697230">
                <a:tc>
                  <a:txBody>
                    <a:bodyPr/>
                    <a:lstStyle/>
                    <a:p>
                      <a:r>
                        <a:rPr sz="1725" b="1">
                          <a:solidFill>
                            <a:srgbClr val="FFFFFF"/>
                          </a:solidFill>
                          <a:latin typeface="Arial"/>
                          <a:ea typeface="Arial"/>
                          <a:cs typeface="Arial"/>
                        </a:rPr>
                        <a:t>Workload</a:t>
                      </a:r>
                    </a:p>
                  </a:txBody>
                  <a:tcPr marL="91440" marR="91440" marT="45720" marB="45720">
                    <a:lnL w="9525">
                      <a:solidFill>
                        <a:srgbClr val="D7DCD8"/>
                      </a:solidFill>
                      <a:prstDash val="solid"/>
                    </a:lnL>
                    <a:lnR w="9525">
                      <a:solidFill>
                        <a:srgbClr val="D7DCD8"/>
                      </a:solidFill>
                      <a:prstDash val="solid"/>
                    </a:lnR>
                    <a:lnT w="9525">
                      <a:solidFill>
                        <a:srgbClr val="D7DCD8"/>
                      </a:solidFill>
                      <a:prstDash val="solid"/>
                    </a:lnT>
                    <a:lnB w="9525">
                      <a:solidFill>
                        <a:srgbClr val="D7DCD8"/>
                      </a:solidFill>
                      <a:prstDash val="solid"/>
                    </a:lnB>
                    <a:solidFill>
                      <a:srgbClr val="123148"/>
                    </a:solidFill>
                  </a:tcPr>
                </a:tc>
                <a:tc>
                  <a:txBody>
                    <a:bodyPr/>
                    <a:lstStyle/>
                    <a:p>
                      <a:r>
                        <a:rPr sz="1725" b="1">
                          <a:solidFill>
                            <a:srgbClr val="FFFFFF"/>
                          </a:solidFill>
                          <a:latin typeface="Arial"/>
                          <a:ea typeface="Arial"/>
                          <a:cs typeface="Arial"/>
                        </a:rPr>
                        <a:t>Policy result</a:t>
                      </a:r>
                    </a:p>
                  </a:txBody>
                  <a:tcPr marL="91440" marR="91440" marT="45720" marB="45720">
                    <a:lnR w="9525">
                      <a:solidFill>
                        <a:srgbClr val="D7DCD8"/>
                      </a:solidFill>
                      <a:prstDash val="solid"/>
                    </a:lnR>
                    <a:lnT w="9525">
                      <a:solidFill>
                        <a:srgbClr val="D7DCD8"/>
                      </a:solidFill>
                      <a:prstDash val="solid"/>
                    </a:lnT>
                    <a:lnB w="9525">
                      <a:solidFill>
                        <a:srgbClr val="D7DCD8"/>
                      </a:solidFill>
                      <a:prstDash val="solid"/>
                    </a:lnB>
                    <a:solidFill>
                      <a:srgbClr val="123148"/>
                    </a:solidFill>
                  </a:tcPr>
                </a:tc>
              </a:tr>
              <a:tr h="697230">
                <a:tc>
                  <a:txBody>
                    <a:bodyPr/>
                    <a:lstStyle/>
                    <a:p>
                      <a:r>
                        <a:rPr sz="1800" b="1">
                          <a:solidFill>
                            <a:srgbClr val="112B3A"/>
                          </a:solidFill>
                          <a:latin typeface="Arial"/>
                          <a:ea typeface="Arial"/>
                          <a:cs typeface="Arial"/>
                        </a:rPr>
                        <a:t>payments-api</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FFFFFF"/>
                    </a:solidFill>
                  </a:tcPr>
                </a:tc>
                <a:tc>
                  <a:txBody>
                    <a:bodyPr/>
                    <a:lstStyle/>
                    <a:p>
                      <a:r>
                        <a:rPr sz="1800" b="0">
                          <a:solidFill>
                            <a:srgbClr val="112B3A"/>
                          </a:solidFill>
                          <a:latin typeface="Arial"/>
                          <a:ea typeface="Arial"/>
                          <a:cs typeface="Arial"/>
                        </a:rPr>
                        <a:t>Passes privilege and egress checks</a:t>
                      </a:r>
                    </a:p>
                  </a:txBody>
                  <a:tcPr marL="91440" marR="91440" marT="45720" marB="45720">
                    <a:lnR w="9525">
                      <a:solidFill>
                        <a:srgbClr val="D7DCD8"/>
                      </a:solidFill>
                      <a:prstDash val="solid"/>
                    </a:lnR>
                    <a:lnB w="9525">
                      <a:solidFill>
                        <a:srgbClr val="D7DCD8"/>
                      </a:solidFill>
                      <a:prstDash val="solid"/>
                    </a:lnB>
                    <a:solidFill>
                      <a:srgbClr val="FFFFFF"/>
                    </a:solidFill>
                  </a:tcPr>
                </a:tc>
              </a:tr>
              <a:tr h="697230">
                <a:tc>
                  <a:txBody>
                    <a:bodyPr/>
                    <a:lstStyle/>
                    <a:p>
                      <a:r>
                        <a:rPr sz="1800" b="1">
                          <a:solidFill>
                            <a:srgbClr val="112B3A"/>
                          </a:solidFill>
                          <a:latin typeface="Arial"/>
                          <a:ea typeface="Arial"/>
                          <a:cs typeface="Arial"/>
                        </a:rPr>
                        <a:t>backup-job</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E2EDEB"/>
                    </a:solidFill>
                  </a:tcPr>
                </a:tc>
                <a:tc>
                  <a:txBody>
                    <a:bodyPr/>
                    <a:lstStyle/>
                    <a:p>
                      <a:r>
                        <a:rPr sz="1800" b="0">
                          <a:solidFill>
                            <a:srgbClr val="112B3A"/>
                          </a:solidFill>
                          <a:latin typeface="Arial"/>
                          <a:ea typeface="Arial"/>
                          <a:cs typeface="Arial"/>
                        </a:rPr>
                        <a:t>Would block under the egress-profile policy</a:t>
                      </a:r>
                    </a:p>
                  </a:txBody>
                  <a:tcPr marL="91440" marR="91440" marT="45720" marB="45720">
                    <a:lnR w="9525">
                      <a:solidFill>
                        <a:srgbClr val="D7DCD8"/>
                      </a:solidFill>
                      <a:prstDash val="solid"/>
                    </a:lnR>
                    <a:lnB w="9525">
                      <a:solidFill>
                        <a:srgbClr val="D7DCD8"/>
                      </a:solidFill>
                      <a:prstDash val="solid"/>
                    </a:lnB>
                    <a:solidFill>
                      <a:srgbClr val="E2EDEB"/>
                    </a:solidFill>
                  </a:tcPr>
                </a:tc>
              </a:tr>
              <a:tr h="697230">
                <a:tc>
                  <a:txBody>
                    <a:bodyPr/>
                    <a:lstStyle/>
                    <a:p>
                      <a:r>
                        <a:rPr sz="1800" b="1">
                          <a:solidFill>
                            <a:srgbClr val="112B3A"/>
                          </a:solidFill>
                          <a:latin typeface="Arial"/>
                          <a:ea typeface="Arial"/>
                          <a:cs typeface="Arial"/>
                        </a:rPr>
                        <a:t>report-runner</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FFFFFF"/>
                    </a:solidFill>
                  </a:tcPr>
                </a:tc>
                <a:tc>
                  <a:txBody>
                    <a:bodyPr/>
                    <a:lstStyle/>
                    <a:p>
                      <a:r>
                        <a:rPr sz="1800" b="0">
                          <a:solidFill>
                            <a:srgbClr val="112B3A"/>
                          </a:solidFill>
                          <a:latin typeface="Arial"/>
                          <a:ea typeface="Arial"/>
                          <a:cs typeface="Arial"/>
                        </a:rPr>
                        <a:t>Registry violation at Audit, admitted</a:t>
                      </a:r>
                    </a:p>
                  </a:txBody>
                  <a:tcPr marL="91440" marR="91440" marT="45720" marB="45720">
                    <a:lnR w="9525">
                      <a:solidFill>
                        <a:srgbClr val="D7DCD8"/>
                      </a:solidFill>
                      <a:prstDash val="solid"/>
                    </a:lnR>
                    <a:lnB w="9525">
                      <a:solidFill>
                        <a:srgbClr val="D7DCD8"/>
                      </a:solidFill>
                      <a:prstDash val="solid"/>
                    </a:lnB>
                    <a:solidFill>
                      <a:srgbClr val="FFFFFF"/>
                    </a:solidFill>
                  </a:tcPr>
                </a:tc>
              </a:tr>
              <a:tr h="697230">
                <a:tc>
                  <a:txBody>
                    <a:bodyPr/>
                    <a:lstStyle/>
                    <a:p>
                      <a:r>
                        <a:rPr sz="1800" b="1">
                          <a:solidFill>
                            <a:srgbClr val="112B3A"/>
                          </a:solidFill>
                          <a:latin typeface="Arial"/>
                          <a:ea typeface="Arial"/>
                          <a:cs typeface="Arial"/>
                        </a:rPr>
                        <a:t>backup-job with exception</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E2EDEB"/>
                    </a:solidFill>
                  </a:tcPr>
                </a:tc>
                <a:tc>
                  <a:txBody>
                    <a:bodyPr/>
                    <a:lstStyle/>
                    <a:p>
                      <a:r>
                        <a:rPr sz="1800" b="0">
                          <a:solidFill>
                            <a:srgbClr val="112B3A"/>
                          </a:solidFill>
                          <a:latin typeface="Arial"/>
                          <a:ea typeface="Arial"/>
                          <a:cs typeface="Arial"/>
                        </a:rPr>
                        <a:t>Egress check skips the matched exception</a:t>
                      </a:r>
                    </a:p>
                  </a:txBody>
                  <a:tcPr marL="91440" marR="91440" marT="45720" marB="45720">
                    <a:lnR w="9525">
                      <a:solidFill>
                        <a:srgbClr val="D7DCD8"/>
                      </a:solidFill>
                      <a:prstDash val="solid"/>
                    </a:lnR>
                    <a:lnB w="9525">
                      <a:solidFill>
                        <a:srgbClr val="D7DCD8"/>
                      </a:solidFill>
                      <a:prstDash val="solid"/>
                    </a:lnB>
                    <a:solidFill>
                      <a:srgbClr val="E2EDEB"/>
                    </a:solidFill>
                  </a:tcPr>
                </a:tc>
              </a:tr>
            </a:tbl>
          </a:graphicData>
        </a:graphic>
      </p:graphicFrame>
      <p:sp>
        <p:nvSpPr>
          <p:cNvPr id="5" name="Fixture simulation does not prove runtime con">
            <a:extLst xmlns:a="http://schemas.openxmlformats.org/drawingml/2006/main">
              <a:ext uri="{FF2B5EF4-FFF2-40B4-BE49-F238E27FC236}">
                <a16:creationId xmlns:a16="http://schemas.microsoft.com/office/drawing/2014/main" id="{43337994-A57A-4B4A-9DCC-2F01FCADCF88}"/>
              </a:ext>
            </a:extLst>
          </p:cNvPr>
          <p:cNvSpPr>
            <a:spLocks xmlns:a="http://schemas.openxmlformats.org/drawingml/2006/main" noGrp="1"/>
          </p:cNvSpPr>
          <p:nvPr/>
        </p:nvSpPr>
        <p:spPr>
          <a:xfrm xmlns:a="http://schemas.openxmlformats.org/drawingml/2006/main">
            <a:off x="723900" y="6019800"/>
            <a:ext cx="105727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75" b="1">
                <a:solidFill>
                  <a:srgbClr val="F7785D"/>
                </a:solidFill>
                <a:latin typeface="Arial"/>
                <a:ea typeface="Arial"/>
                <a:cs typeface="Arial"/>
              </a:defRPr>
            </a:defPPr>
            <a:lvl1pPr algn="l">
              <a:defRPr sz="1575" b="1">
                <a:solidFill>
                  <a:srgbClr val="F7785D"/>
                </a:solidFill>
                <a:latin typeface="Arial"/>
                <a:ea typeface="Arial"/>
                <a:cs typeface="Arial"/>
              </a:defRPr>
            </a:lvl1pPr>
            <a:lvl2pPr algn="l">
              <a:defRPr sz="1575" b="1">
                <a:solidFill>
                  <a:srgbClr val="F7785D"/>
                </a:solidFill>
                <a:latin typeface="Arial"/>
                <a:ea typeface="Arial"/>
                <a:cs typeface="Arial"/>
              </a:defRPr>
            </a:lvl2pPr>
            <a:lvl3pPr algn="l">
              <a:defRPr sz="1575" b="1">
                <a:solidFill>
                  <a:srgbClr val="F7785D"/>
                </a:solidFill>
                <a:latin typeface="Arial"/>
                <a:ea typeface="Arial"/>
                <a:cs typeface="Arial"/>
              </a:defRPr>
            </a:lvl3pPr>
            <a:lvl4pPr algn="l">
              <a:defRPr sz="1575" b="1">
                <a:solidFill>
                  <a:srgbClr val="F7785D"/>
                </a:solidFill>
                <a:latin typeface="Arial"/>
                <a:ea typeface="Arial"/>
                <a:cs typeface="Arial"/>
              </a:defRPr>
            </a:lvl4pPr>
            <a:lvl5pPr algn="l">
              <a:defRPr sz="1575" b="1">
                <a:solidFill>
                  <a:srgbClr val="F7785D"/>
                </a:solidFill>
                <a:latin typeface="Arial"/>
                <a:ea typeface="Arial"/>
                <a:cs typeface="Arial"/>
              </a:defRPr>
            </a:lvl5pPr>
            <a:lvl6pPr algn="l">
              <a:defRPr sz="1575" b="1">
                <a:solidFill>
                  <a:srgbClr val="F7785D"/>
                </a:solidFill>
                <a:latin typeface="Arial"/>
                <a:ea typeface="Arial"/>
                <a:cs typeface="Arial"/>
              </a:defRPr>
            </a:lvl6pPr>
            <a:lvl7pPr algn="l">
              <a:defRPr sz="1575" b="1">
                <a:solidFill>
                  <a:srgbClr val="F7785D"/>
                </a:solidFill>
                <a:latin typeface="Arial"/>
                <a:ea typeface="Arial"/>
                <a:cs typeface="Arial"/>
              </a:defRPr>
            </a:lvl7pPr>
            <a:lvl8pPr algn="l">
              <a:defRPr sz="1575" b="1">
                <a:solidFill>
                  <a:srgbClr val="F7785D"/>
                </a:solidFill>
                <a:latin typeface="Arial"/>
                <a:ea typeface="Arial"/>
                <a:cs typeface="Arial"/>
              </a:defRPr>
            </a:lvl8pPr>
            <a:lvl9pPr algn="l">
              <a:defRPr sz="1575" b="1">
                <a:solidFill>
                  <a:srgbClr val="F7785D"/>
                </a:solidFill>
                <a:latin typeface="Arial"/>
                <a:ea typeface="Arial"/>
                <a:cs typeface="Arial"/>
              </a:defRPr>
            </a:lvl9pPr>
          </a:lstStyle>
          <a:p xmlns:a="http://schemas.openxmlformats.org/drawingml/2006/main">
            <a:pPr algn="l">
              <a:defRPr sz="1575" b="1">
                <a:solidFill>
                  <a:srgbClr val="F7785D"/>
                </a:solidFill>
                <a:latin typeface="Arial"/>
                <a:ea typeface="Arial"/>
                <a:cs typeface="Arial"/>
              </a:defRPr>
            </a:pPr>
            <a:r>
              <a:rPr sz="1575" b="1">
                <a:solidFill>
                  <a:srgbClr val="F7785D"/>
                </a:solidFill>
                <a:latin typeface="Arial"/>
                <a:ea typeface="Arial"/>
                <a:cs typeface="Arial"/>
              </a:rPr>
              <a:t>Fixture simulation does not prove runtime containment</a:t>
            </a:r>
          </a:p>
        </p:txBody>
      </p:sp>
    </p:spTree>
    <p:extLst>
      <p:ext uri="{BB962C8B-B14F-4D97-AF65-F5344CB8AC3E}">
        <p14:creationId xmlns:p14="http://schemas.microsoft.com/office/powerpoint/2010/main" val="791768579"/>
      </p:ext>
    </p:extLst>
  </p:cSld>
</p:sld>
</file>

<file path=ppt/slides/slide35.xml><?xml version="1.0" encoding="utf-8"?>
<p:sld xmlns:p="http://schemas.openxmlformats.org/presentationml/2006/main" show="0">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6" name="slide-35-title">
            <a:extLst xmlns:a="http://schemas.openxmlformats.org/drawingml/2006/main">
              <a:ext uri="{FF2B5EF4-FFF2-40B4-BE49-F238E27FC236}">
                <a16:creationId xmlns:a16="http://schemas.microsoft.com/office/drawing/2014/main" id="{8603ACBC-64C0-4CCB-A817-6083EBD9FF95}"/>
              </a:ext>
            </a:extLst>
          </p:cNvPr>
          <p:cNvSpPr>
            <a:spLocks xmlns:a="http://schemas.openxmlformats.org/drawingml/2006/main" noGrp="1"/>
          </p:cNvSpPr>
          <p:nvPr/>
        </p:nvSpPr>
        <p:spPr>
          <a:xfrm xmlns:a="http://schemas.openxmlformats.org/drawingml/2006/main">
            <a:off x="609600" y="476250"/>
            <a:ext cx="10858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112B3A"/>
                </a:solidFill>
                <a:latin typeface="Arial"/>
                <a:ea typeface="Arial"/>
                <a:cs typeface="Arial"/>
              </a:defRPr>
            </a:defPPr>
            <a:lvl1pPr algn="l">
              <a:defRPr sz="3150" b="1">
                <a:solidFill>
                  <a:srgbClr val="112B3A"/>
                </a:solidFill>
                <a:latin typeface="Arial"/>
                <a:ea typeface="Arial"/>
                <a:cs typeface="Arial"/>
              </a:defRPr>
            </a:lvl1pPr>
            <a:lvl2pPr algn="l">
              <a:defRPr sz="3150" b="1">
                <a:solidFill>
                  <a:srgbClr val="112B3A"/>
                </a:solidFill>
                <a:latin typeface="Arial"/>
                <a:ea typeface="Arial"/>
                <a:cs typeface="Arial"/>
              </a:defRPr>
            </a:lvl2pPr>
            <a:lvl3pPr algn="l">
              <a:defRPr sz="3150" b="1">
                <a:solidFill>
                  <a:srgbClr val="112B3A"/>
                </a:solidFill>
                <a:latin typeface="Arial"/>
                <a:ea typeface="Arial"/>
                <a:cs typeface="Arial"/>
              </a:defRPr>
            </a:lvl3pPr>
            <a:lvl4pPr algn="l">
              <a:defRPr sz="3150" b="1">
                <a:solidFill>
                  <a:srgbClr val="112B3A"/>
                </a:solidFill>
                <a:latin typeface="Arial"/>
                <a:ea typeface="Arial"/>
                <a:cs typeface="Arial"/>
              </a:defRPr>
            </a:lvl4pPr>
            <a:lvl5pPr algn="l">
              <a:defRPr sz="3150" b="1">
                <a:solidFill>
                  <a:srgbClr val="112B3A"/>
                </a:solidFill>
                <a:latin typeface="Arial"/>
                <a:ea typeface="Arial"/>
                <a:cs typeface="Arial"/>
              </a:defRPr>
            </a:lvl5pPr>
            <a:lvl6pPr algn="l">
              <a:defRPr sz="3150" b="1">
                <a:solidFill>
                  <a:srgbClr val="112B3A"/>
                </a:solidFill>
                <a:latin typeface="Arial"/>
                <a:ea typeface="Arial"/>
                <a:cs typeface="Arial"/>
              </a:defRPr>
            </a:lvl6pPr>
            <a:lvl7pPr algn="l">
              <a:defRPr sz="3150" b="1">
                <a:solidFill>
                  <a:srgbClr val="112B3A"/>
                </a:solidFill>
                <a:latin typeface="Arial"/>
                <a:ea typeface="Arial"/>
                <a:cs typeface="Arial"/>
              </a:defRPr>
            </a:lvl7pPr>
            <a:lvl8pPr algn="l">
              <a:defRPr sz="3150" b="1">
                <a:solidFill>
                  <a:srgbClr val="112B3A"/>
                </a:solidFill>
                <a:latin typeface="Arial"/>
                <a:ea typeface="Arial"/>
                <a:cs typeface="Arial"/>
              </a:defRPr>
            </a:lvl8pPr>
            <a:lvl9pPr algn="l">
              <a:defRPr sz="3150" b="1">
                <a:solidFill>
                  <a:srgbClr val="112B3A"/>
                </a:solidFill>
                <a:latin typeface="Arial"/>
                <a:ea typeface="Arial"/>
                <a:cs typeface="Arial"/>
              </a:defRPr>
            </a:lvl9pPr>
          </a:lstStyle>
          <a:p xmlns:a="http://schemas.openxmlformats.org/drawingml/2006/main">
            <a:pPr algn="l">
              <a:defRPr sz="3150" b="1">
                <a:solidFill>
                  <a:srgbClr val="112B3A"/>
                </a:solidFill>
                <a:latin typeface="Arial"/>
                <a:ea typeface="Arial"/>
                <a:cs typeface="Arial"/>
              </a:defRPr>
            </a:pPr>
            <a:r>
              <a:rPr sz="3150" b="1">
                <a:solidFill>
                  <a:srgbClr val="112B3A"/>
                </a:solidFill>
                <a:latin typeface="Arial"/>
                <a:ea typeface="Arial"/>
                <a:cs typeface="Arial"/>
              </a:rPr>
              <a:t>Copied credential response</a:t>
            </a:r>
          </a:p>
        </p:txBody>
      </p:sp>
      <p:sp>
        <p:nvSpPr>
          <p:cNvPr id="2" name="Hidden reference. Read the evidence limits in">
            <a:extLst xmlns:a="http://schemas.openxmlformats.org/drawingml/2006/main">
              <a:ext uri="{FF2B5EF4-FFF2-40B4-BE49-F238E27FC236}">
                <a16:creationId xmlns:a16="http://schemas.microsoft.com/office/drawing/2014/main" id="{4698A9B9-862C-40F5-A742-B863E4FF54ED}"/>
              </a:ext>
            </a:extLst>
          </p:cNvPr>
          <p:cNvSpPr>
            <a:spLocks xmlns:a="http://schemas.openxmlformats.org/drawingml/2006/main" noGrp="1"/>
          </p:cNvSpPr>
          <p:nvPr/>
        </p:nvSpPr>
        <p:spPr>
          <a:xfrm xmlns:a="http://schemas.openxmlformats.org/drawingml/2006/main">
            <a:off x="647700" y="1257300"/>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a:solidFill>
                  <a:srgbClr val="526875"/>
                </a:solidFill>
                <a:latin typeface="Arial"/>
                <a:ea typeface="Arial"/>
                <a:cs typeface="Arial"/>
              </a:defRPr>
            </a:defPPr>
            <a:lvl1pPr algn="l">
              <a:defRPr sz="1500" b="0">
                <a:solidFill>
                  <a:srgbClr val="526875"/>
                </a:solidFill>
                <a:latin typeface="Arial"/>
                <a:ea typeface="Arial"/>
                <a:cs typeface="Arial"/>
              </a:defRPr>
            </a:lvl1pPr>
            <a:lvl2pPr algn="l">
              <a:defRPr sz="1500" b="0">
                <a:solidFill>
                  <a:srgbClr val="526875"/>
                </a:solidFill>
                <a:latin typeface="Arial"/>
                <a:ea typeface="Arial"/>
                <a:cs typeface="Arial"/>
              </a:defRPr>
            </a:lvl2pPr>
            <a:lvl3pPr algn="l">
              <a:defRPr sz="1500" b="0">
                <a:solidFill>
                  <a:srgbClr val="526875"/>
                </a:solidFill>
                <a:latin typeface="Arial"/>
                <a:ea typeface="Arial"/>
                <a:cs typeface="Arial"/>
              </a:defRPr>
            </a:lvl3pPr>
            <a:lvl4pPr algn="l">
              <a:defRPr sz="1500" b="0">
                <a:solidFill>
                  <a:srgbClr val="526875"/>
                </a:solidFill>
                <a:latin typeface="Arial"/>
                <a:ea typeface="Arial"/>
                <a:cs typeface="Arial"/>
              </a:defRPr>
            </a:lvl4pPr>
            <a:lvl5pPr algn="l">
              <a:defRPr sz="1500" b="0">
                <a:solidFill>
                  <a:srgbClr val="526875"/>
                </a:solidFill>
                <a:latin typeface="Arial"/>
                <a:ea typeface="Arial"/>
                <a:cs typeface="Arial"/>
              </a:defRPr>
            </a:lvl5pPr>
            <a:lvl6pPr algn="l">
              <a:defRPr sz="1500" b="0">
                <a:solidFill>
                  <a:srgbClr val="526875"/>
                </a:solidFill>
                <a:latin typeface="Arial"/>
                <a:ea typeface="Arial"/>
                <a:cs typeface="Arial"/>
              </a:defRPr>
            </a:lvl6pPr>
            <a:lvl7pPr algn="l">
              <a:defRPr sz="1500" b="0">
                <a:solidFill>
                  <a:srgbClr val="526875"/>
                </a:solidFill>
                <a:latin typeface="Arial"/>
                <a:ea typeface="Arial"/>
                <a:cs typeface="Arial"/>
              </a:defRPr>
            </a:lvl7pPr>
            <a:lvl8pPr algn="l">
              <a:defRPr sz="1500" b="0">
                <a:solidFill>
                  <a:srgbClr val="526875"/>
                </a:solidFill>
                <a:latin typeface="Arial"/>
                <a:ea typeface="Arial"/>
                <a:cs typeface="Arial"/>
              </a:defRPr>
            </a:lvl8pPr>
            <a:lvl9pPr algn="l">
              <a:defRPr sz="1500" b="0">
                <a:solidFill>
                  <a:srgbClr val="526875"/>
                </a:solidFill>
                <a:latin typeface="Arial"/>
                <a:ea typeface="Arial"/>
                <a:cs typeface="Arial"/>
              </a:defRPr>
            </a:lvl9pPr>
          </a:lstStyle>
          <a:p xmlns:a="http://schemas.openxmlformats.org/drawingml/2006/main">
            <a:pPr algn="l">
              <a:defRPr sz="1500" b="0">
                <a:solidFill>
                  <a:srgbClr val="526875"/>
                </a:solidFill>
                <a:latin typeface="Arial"/>
                <a:ea typeface="Arial"/>
                <a:cs typeface="Arial"/>
              </a:defRPr>
            </a:pPr>
            <a:r>
              <a:rPr sz="1500" b="0">
                <a:solidFill>
                  <a:srgbClr val="526875"/>
                </a:solidFill>
                <a:latin typeface="Arial"/>
                <a:ea typeface="Arial"/>
                <a:cs typeface="Arial"/>
              </a:rPr>
              <a:t>Hidden reference. Read the evidence limits in the notes.</a:t>
            </a:r>
          </a:p>
        </p:txBody>
      </p:sp>
      <p:sp>
        <p:nvSpPr>
          <p:cNvPr id="3" name="35">
            <a:extLst xmlns:a="http://schemas.openxmlformats.org/drawingml/2006/main">
              <a:ext uri="{FF2B5EF4-FFF2-40B4-BE49-F238E27FC236}">
                <a16:creationId xmlns:a16="http://schemas.microsoft.com/office/drawing/2014/main" id="{44055540-1FC9-481D-A403-6AC50D96B0A3}"/>
              </a:ext>
            </a:extLst>
          </p:cNvPr>
          <p:cNvSpPr>
            <a:spLocks xmlns:a="http://schemas.openxmlformats.org/drawingml/2006/main" noGrp="1"/>
          </p:cNvSpPr>
          <p:nvPr/>
        </p:nvSpPr>
        <p:spPr>
          <a:xfrm xmlns:a="http://schemas.openxmlformats.org/drawingml/2006/main">
            <a:off x="11172825" y="641032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0">
                <a:solidFill>
                  <a:srgbClr val="526875"/>
                </a:solidFill>
                <a:latin typeface="Arial"/>
                <a:ea typeface="Arial"/>
                <a:cs typeface="Arial"/>
              </a:defRPr>
            </a:defPPr>
            <a:lvl1pPr algn="r">
              <a:defRPr sz="975" b="0">
                <a:solidFill>
                  <a:srgbClr val="526875"/>
                </a:solidFill>
                <a:latin typeface="Arial"/>
                <a:ea typeface="Arial"/>
                <a:cs typeface="Arial"/>
              </a:defRPr>
            </a:lvl1pPr>
            <a:lvl2pPr algn="r">
              <a:defRPr sz="975" b="0">
                <a:solidFill>
                  <a:srgbClr val="526875"/>
                </a:solidFill>
                <a:latin typeface="Arial"/>
                <a:ea typeface="Arial"/>
                <a:cs typeface="Arial"/>
              </a:defRPr>
            </a:lvl2pPr>
            <a:lvl3pPr algn="r">
              <a:defRPr sz="975" b="0">
                <a:solidFill>
                  <a:srgbClr val="526875"/>
                </a:solidFill>
                <a:latin typeface="Arial"/>
                <a:ea typeface="Arial"/>
                <a:cs typeface="Arial"/>
              </a:defRPr>
            </a:lvl3pPr>
            <a:lvl4pPr algn="r">
              <a:defRPr sz="975" b="0">
                <a:solidFill>
                  <a:srgbClr val="526875"/>
                </a:solidFill>
                <a:latin typeface="Arial"/>
                <a:ea typeface="Arial"/>
                <a:cs typeface="Arial"/>
              </a:defRPr>
            </a:lvl4pPr>
            <a:lvl5pPr algn="r">
              <a:defRPr sz="975" b="0">
                <a:solidFill>
                  <a:srgbClr val="526875"/>
                </a:solidFill>
                <a:latin typeface="Arial"/>
                <a:ea typeface="Arial"/>
                <a:cs typeface="Arial"/>
              </a:defRPr>
            </a:lvl5pPr>
            <a:lvl6pPr algn="r">
              <a:defRPr sz="975" b="0">
                <a:solidFill>
                  <a:srgbClr val="526875"/>
                </a:solidFill>
                <a:latin typeface="Arial"/>
                <a:ea typeface="Arial"/>
                <a:cs typeface="Arial"/>
              </a:defRPr>
            </a:lvl6pPr>
            <a:lvl7pPr algn="r">
              <a:defRPr sz="975" b="0">
                <a:solidFill>
                  <a:srgbClr val="526875"/>
                </a:solidFill>
                <a:latin typeface="Arial"/>
                <a:ea typeface="Arial"/>
                <a:cs typeface="Arial"/>
              </a:defRPr>
            </a:lvl7pPr>
            <a:lvl8pPr algn="r">
              <a:defRPr sz="975" b="0">
                <a:solidFill>
                  <a:srgbClr val="526875"/>
                </a:solidFill>
                <a:latin typeface="Arial"/>
                <a:ea typeface="Arial"/>
                <a:cs typeface="Arial"/>
              </a:defRPr>
            </a:lvl8pPr>
            <a:lvl9pPr algn="r">
              <a:defRPr sz="975" b="0">
                <a:solidFill>
                  <a:srgbClr val="526875"/>
                </a:solidFill>
                <a:latin typeface="Arial"/>
                <a:ea typeface="Arial"/>
                <a:cs typeface="Arial"/>
              </a:defRPr>
            </a:lvl9pPr>
          </a:lstStyle>
          <a:p xmlns:a="http://schemas.openxmlformats.org/drawingml/2006/main">
            <a:pPr algn="r">
              <a:defRPr sz="975" b="0">
                <a:solidFill>
                  <a:srgbClr val="526875"/>
                </a:solidFill>
                <a:latin typeface="Arial"/>
                <a:ea typeface="Arial"/>
                <a:cs typeface="Arial"/>
              </a:defRPr>
            </a:pPr>
            <a:r>
              <a:rPr sz="975" b="0">
                <a:solidFill>
                  <a:srgbClr val="526875"/>
                </a:solidFill>
                <a:latin typeface="Arial"/>
                <a:ea typeface="Arial"/>
                <a:cs typeface="Arial"/>
              </a:rPr>
              <a:t>35</a:t>
            </a:r>
          </a:p>
        </p:txBody>
      </p:sp>
      <p:graphicFrame>
        <p:nvGraphicFramePr>
          <p:cNvPr id="4" name="">
            <a:extLst xmlns:a="http://schemas.openxmlformats.org/drawingml/2006/main">
              <a:ext uri="{FF2B5EF4-FFF2-40B4-BE49-F238E27FC236}">
                <a16:creationId xmlns:a16="http://schemas.microsoft.com/office/drawing/2014/main" id="{EDEF1EA1-D77E-4FD2-9C2C-56509671376B}"/>
              </a:ext>
            </a:extLst>
          </p:cNvPr>
          <p:cNvGraphicFramePr/>
          <p:nvPr/>
        </p:nvGraphicFramePr>
        <p:xfrm>
          <a:off xmlns:a="http://schemas.openxmlformats.org/drawingml/2006/main" x="714375" y="1885950"/>
          <a:ext xmlns:a="http://schemas.openxmlformats.org/drawingml/2006/main" cx="10763250" cy="3486150"/>
        </p:xfrm>
        <a:graphic xmlns:a="http://schemas.openxmlformats.org/drawingml/2006/main">
          <a:graphicData uri="http://schemas.openxmlformats.org/drawingml/2006/table">
            <a:tbl>
              <a:tblPr firstRow="1" bandRow="0"/>
              <a:tblGrid>
                <a:gridCol w="2714625"/>
                <a:gridCol w="4019550"/>
                <a:gridCol w="4029075"/>
              </a:tblGrid>
              <a:tr h="697230">
                <a:tc>
                  <a:txBody>
                    <a:bodyPr/>
                    <a:lstStyle/>
                    <a:p>
                      <a:r>
                        <a:rPr sz="1500" b="1">
                          <a:solidFill>
                            <a:srgbClr val="FFFFFF"/>
                          </a:solidFill>
                          <a:latin typeface="Arial"/>
                          <a:ea typeface="Arial"/>
                          <a:cs typeface="Arial"/>
                        </a:rPr>
                        <a:t>Change</a:t>
                      </a:r>
                    </a:p>
                  </a:txBody>
                  <a:tcPr marL="91440" marR="91440" marT="45720" marB="45720">
                    <a:lnL w="9525">
                      <a:solidFill>
                        <a:srgbClr val="D7DCD8"/>
                      </a:solidFill>
                      <a:prstDash val="solid"/>
                    </a:lnL>
                    <a:lnR w="9525">
                      <a:solidFill>
                        <a:srgbClr val="D7DCD8"/>
                      </a:solidFill>
                      <a:prstDash val="solid"/>
                    </a:lnR>
                    <a:lnT w="9525">
                      <a:solidFill>
                        <a:srgbClr val="D7DCD8"/>
                      </a:solidFill>
                      <a:prstDash val="solid"/>
                    </a:lnT>
                    <a:lnB w="9525">
                      <a:solidFill>
                        <a:srgbClr val="D7DCD8"/>
                      </a:solidFill>
                      <a:prstDash val="solid"/>
                    </a:lnB>
                    <a:solidFill>
                      <a:srgbClr val="123148"/>
                    </a:solidFill>
                  </a:tcPr>
                </a:tc>
                <a:tc>
                  <a:txBody>
                    <a:bodyPr/>
                    <a:lstStyle/>
                    <a:p>
                      <a:r>
                        <a:rPr sz="1500" b="1">
                          <a:solidFill>
                            <a:srgbClr val="FFFFFF"/>
                          </a:solidFill>
                          <a:latin typeface="Arial"/>
                          <a:ea typeface="Arial"/>
                          <a:cs typeface="Arial"/>
                        </a:rPr>
                        <a:t>Copied Kubernetes credential</a:t>
                      </a:r>
                    </a:p>
                  </a:txBody>
                  <a:tcPr marL="91440" marR="91440" marT="45720" marB="45720">
                    <a:lnR w="9525">
                      <a:solidFill>
                        <a:srgbClr val="D7DCD8"/>
                      </a:solidFill>
                      <a:prstDash val="solid"/>
                    </a:lnR>
                    <a:lnT w="9525">
                      <a:solidFill>
                        <a:srgbClr val="D7DCD8"/>
                      </a:solidFill>
                      <a:prstDash val="solid"/>
                    </a:lnT>
                    <a:lnB w="9525">
                      <a:solidFill>
                        <a:srgbClr val="D7DCD8"/>
                      </a:solidFill>
                      <a:prstDash val="solid"/>
                    </a:lnB>
                    <a:solidFill>
                      <a:srgbClr val="123148"/>
                    </a:solidFill>
                  </a:tcPr>
                </a:tc>
                <a:tc>
                  <a:txBody>
                    <a:bodyPr/>
                    <a:lstStyle/>
                    <a:p>
                      <a:r>
                        <a:rPr sz="1500" b="1">
                          <a:solidFill>
                            <a:srgbClr val="FFFFFF"/>
                          </a:solidFill>
                          <a:latin typeface="Arial"/>
                          <a:ea typeface="Arial"/>
                          <a:cs typeface="Arial"/>
                        </a:rPr>
                        <a:t>Preserved access</a:t>
                      </a:r>
                    </a:p>
                  </a:txBody>
                  <a:tcPr marL="91440" marR="91440" marT="45720" marB="45720">
                    <a:lnR w="9525">
                      <a:solidFill>
                        <a:srgbClr val="D7DCD8"/>
                      </a:solidFill>
                      <a:prstDash val="solid"/>
                    </a:lnR>
                    <a:lnT w="9525">
                      <a:solidFill>
                        <a:srgbClr val="D7DCD8"/>
                      </a:solidFill>
                      <a:prstDash val="solid"/>
                    </a:lnT>
                    <a:lnB w="9525">
                      <a:solidFill>
                        <a:srgbClr val="D7DCD8"/>
                      </a:solidFill>
                      <a:prstDash val="solid"/>
                    </a:lnB>
                    <a:solidFill>
                      <a:srgbClr val="123148"/>
                    </a:solidFill>
                  </a:tcPr>
                </a:tc>
              </a:tr>
              <a:tr h="697230">
                <a:tc>
                  <a:txBody>
                    <a:bodyPr/>
                    <a:lstStyle/>
                    <a:p>
                      <a:r>
                        <a:rPr sz="1575" b="1">
                          <a:solidFill>
                            <a:srgbClr val="112B3A"/>
                          </a:solidFill>
                          <a:latin typeface="Arial"/>
                          <a:ea typeface="Arial"/>
                          <a:cs typeface="Arial"/>
                        </a:rPr>
                        <a:t>Broad binding</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FFFFFF"/>
                    </a:solidFill>
                  </a:tcPr>
                </a:tc>
                <a:tc>
                  <a:txBody>
                    <a:bodyPr/>
                    <a:lstStyle/>
                    <a:p>
                      <a:r>
                        <a:rPr sz="1575" b="0">
                          <a:solidFill>
                            <a:srgbClr val="112B3A"/>
                          </a:solidFill>
                          <a:latin typeface="Arial"/>
                          <a:ea typeface="Arial"/>
                          <a:cs typeface="Arial"/>
                        </a:rPr>
                        <a:t>Outside Secret GET/LIST: 200</a:t>
                      </a:r>
                    </a:p>
                  </a:txBody>
                  <a:tcPr marL="91440" marR="91440" marT="45720" marB="45720">
                    <a:lnR w="9525">
                      <a:solidFill>
                        <a:srgbClr val="D7DCD8"/>
                      </a:solidFill>
                      <a:prstDash val="solid"/>
                    </a:lnR>
                    <a:lnB w="9525">
                      <a:solidFill>
                        <a:srgbClr val="D7DCD8"/>
                      </a:solidFill>
                      <a:prstDash val="solid"/>
                    </a:lnB>
                    <a:solidFill>
                      <a:srgbClr val="FFFFFF"/>
                    </a:solidFill>
                  </a:tcPr>
                </a:tc>
                <a:tc>
                  <a:txBody>
                    <a:bodyPr/>
                    <a:lstStyle/>
                    <a:p>
                      <a:r>
                        <a:rPr sz="1575" b="0">
                          <a:solidFill>
                            <a:srgbClr val="112B3A"/>
                          </a:solidFill>
                          <a:latin typeface="Arial"/>
                          <a:ea typeface="Arial"/>
                          <a:cs typeface="Arial"/>
                        </a:rPr>
                        <a:t>Named Secret and ConfigMap: 200</a:t>
                      </a:r>
                    </a:p>
                  </a:txBody>
                  <a:tcPr marL="91440" marR="91440" marT="45720" marB="45720">
                    <a:lnR w="9525">
                      <a:solidFill>
                        <a:srgbClr val="D7DCD8"/>
                      </a:solidFill>
                      <a:prstDash val="solid"/>
                    </a:lnR>
                    <a:lnB w="9525">
                      <a:solidFill>
                        <a:srgbClr val="D7DCD8"/>
                      </a:solidFill>
                      <a:prstDash val="solid"/>
                    </a:lnB>
                    <a:solidFill>
                      <a:srgbClr val="FFFFFF"/>
                    </a:solidFill>
                  </a:tcPr>
                </a:tc>
              </a:tr>
              <a:tr h="697230">
                <a:tc>
                  <a:txBody>
                    <a:bodyPr/>
                    <a:lstStyle/>
                    <a:p>
                      <a:r>
                        <a:rPr sz="1575" b="1">
                          <a:solidFill>
                            <a:srgbClr val="112B3A"/>
                          </a:solidFill>
                          <a:latin typeface="Arial"/>
                          <a:ea typeface="Arial"/>
                          <a:cs typeface="Arial"/>
                        </a:rPr>
                        <a:t>Pod quarantined</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E2EDEB"/>
                    </a:solidFill>
                  </a:tcPr>
                </a:tc>
                <a:tc>
                  <a:txBody>
                    <a:bodyPr/>
                    <a:lstStyle/>
                    <a:p>
                      <a:r>
                        <a:rPr sz="1575" b="0">
                          <a:solidFill>
                            <a:srgbClr val="112B3A"/>
                          </a:solidFill>
                          <a:latin typeface="Arial"/>
                          <a:ea typeface="Arial"/>
                          <a:cs typeface="Arial"/>
                        </a:rPr>
                        <a:t>Outside Secret GET/LIST: 200</a:t>
                      </a:r>
                    </a:p>
                  </a:txBody>
                  <a:tcPr marL="91440" marR="91440" marT="45720" marB="45720">
                    <a:lnR w="9525">
                      <a:solidFill>
                        <a:srgbClr val="D7DCD8"/>
                      </a:solidFill>
                      <a:prstDash val="solid"/>
                    </a:lnR>
                    <a:lnB w="9525">
                      <a:solidFill>
                        <a:srgbClr val="D7DCD8"/>
                      </a:solidFill>
                      <a:prstDash val="solid"/>
                    </a:lnB>
                    <a:solidFill>
                      <a:srgbClr val="E2EDEB"/>
                    </a:solidFill>
                  </a:tcPr>
                </a:tc>
                <a:tc>
                  <a:txBody>
                    <a:bodyPr/>
                    <a:lstStyle/>
                    <a:p>
                      <a:r>
                        <a:rPr sz="1575" b="0">
                          <a:solidFill>
                            <a:srgbClr val="112B3A"/>
                          </a:solidFill>
                          <a:latin typeface="Arial"/>
                          <a:ea typeface="Arial"/>
                          <a:cs typeface="Arial"/>
                        </a:rPr>
                        <a:t>Stand-in HTTP health available</a:t>
                      </a:r>
                    </a:p>
                  </a:txBody>
                  <a:tcPr marL="91440" marR="91440" marT="45720" marB="45720">
                    <a:lnR w="9525">
                      <a:solidFill>
                        <a:srgbClr val="D7DCD8"/>
                      </a:solidFill>
                      <a:prstDash val="solid"/>
                    </a:lnR>
                    <a:lnB w="9525">
                      <a:solidFill>
                        <a:srgbClr val="D7DCD8"/>
                      </a:solidFill>
                      <a:prstDash val="solid"/>
                    </a:lnB>
                    <a:solidFill>
                      <a:srgbClr val="E2EDEB"/>
                    </a:solidFill>
                  </a:tcPr>
                </a:tc>
              </a:tr>
              <a:tr h="697230">
                <a:tc>
                  <a:txBody>
                    <a:bodyPr/>
                    <a:lstStyle/>
                    <a:p>
                      <a:r>
                        <a:rPr sz="1575" b="1">
                          <a:solidFill>
                            <a:srgbClr val="112B3A"/>
                          </a:solidFill>
                          <a:latin typeface="Arial"/>
                          <a:ea typeface="Arial"/>
                          <a:cs typeface="Arial"/>
                        </a:rPr>
                        <a:t>RBAC narrowed</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FFFFFF"/>
                    </a:solidFill>
                  </a:tcPr>
                </a:tc>
                <a:tc>
                  <a:txBody>
                    <a:bodyPr/>
                    <a:lstStyle/>
                    <a:p>
                      <a:r>
                        <a:rPr sz="1575" b="0">
                          <a:solidFill>
                            <a:srgbClr val="112B3A"/>
                          </a:solidFill>
                          <a:latin typeface="Arial"/>
                          <a:ea typeface="Arial"/>
                          <a:cs typeface="Arial"/>
                        </a:rPr>
                        <a:t>Outside Secret GET/LIST: 403</a:t>
                      </a:r>
                    </a:p>
                  </a:txBody>
                  <a:tcPr marL="91440" marR="91440" marT="45720" marB="45720">
                    <a:lnR w="9525">
                      <a:solidFill>
                        <a:srgbClr val="D7DCD8"/>
                      </a:solidFill>
                      <a:prstDash val="solid"/>
                    </a:lnR>
                    <a:lnB w="9525">
                      <a:solidFill>
                        <a:srgbClr val="D7DCD8"/>
                      </a:solidFill>
                      <a:prstDash val="solid"/>
                    </a:lnB>
                    <a:solidFill>
                      <a:srgbClr val="FFFFFF"/>
                    </a:solidFill>
                  </a:tcPr>
                </a:tc>
                <a:tc>
                  <a:txBody>
                    <a:bodyPr/>
                    <a:lstStyle/>
                    <a:p>
                      <a:r>
                        <a:rPr sz="1575" b="0">
                          <a:solidFill>
                            <a:srgbClr val="112B3A"/>
                          </a:solidFill>
                          <a:latin typeface="Arial"/>
                          <a:ea typeface="Arial"/>
                          <a:cs typeface="Arial"/>
                        </a:rPr>
                        <a:t>Required named GETs: 200</a:t>
                      </a:r>
                    </a:p>
                  </a:txBody>
                  <a:tcPr marL="91440" marR="91440" marT="45720" marB="45720">
                    <a:lnR w="9525">
                      <a:solidFill>
                        <a:srgbClr val="D7DCD8"/>
                      </a:solidFill>
                      <a:prstDash val="solid"/>
                    </a:lnR>
                    <a:lnB w="9525">
                      <a:solidFill>
                        <a:srgbClr val="D7DCD8"/>
                      </a:solidFill>
                      <a:prstDash val="solid"/>
                    </a:lnB>
                    <a:solidFill>
                      <a:srgbClr val="FFFFFF"/>
                    </a:solidFill>
                  </a:tcPr>
                </a:tc>
              </a:tr>
              <a:tr h="697230">
                <a:tc>
                  <a:txBody>
                    <a:bodyPr/>
                    <a:lstStyle/>
                    <a:p>
                      <a:r>
                        <a:rPr sz="1575" b="1">
                          <a:solidFill>
                            <a:srgbClr val="112B3A"/>
                          </a:solidFill>
                          <a:latin typeface="Arial"/>
                          <a:ea typeface="Arial"/>
                          <a:cs typeface="Arial"/>
                        </a:rPr>
                        <a:t>Old bound Pod deleted</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E2EDEB"/>
                    </a:solidFill>
                  </a:tcPr>
                </a:tc>
                <a:tc>
                  <a:txBody>
                    <a:bodyPr/>
                    <a:lstStyle/>
                    <a:p>
                      <a:r>
                        <a:rPr sz="1575" b="0">
                          <a:solidFill>
                            <a:srgbClr val="112B3A"/>
                          </a:solidFill>
                          <a:latin typeface="Arial"/>
                          <a:ea typeface="Arial"/>
                          <a:cs typeface="Arial"/>
                        </a:rPr>
                        <a:t>Old credential: 401</a:t>
                      </a:r>
                    </a:p>
                  </a:txBody>
                  <a:tcPr marL="91440" marR="91440" marT="45720" marB="45720">
                    <a:lnR w="9525">
                      <a:solidFill>
                        <a:srgbClr val="D7DCD8"/>
                      </a:solidFill>
                      <a:prstDash val="solid"/>
                    </a:lnR>
                    <a:lnB w="9525">
                      <a:solidFill>
                        <a:srgbClr val="D7DCD8"/>
                      </a:solidFill>
                      <a:prstDash val="solid"/>
                    </a:lnB>
                    <a:solidFill>
                      <a:srgbClr val="E2EDEB"/>
                    </a:solidFill>
                  </a:tcPr>
                </a:tc>
                <a:tc>
                  <a:txBody>
                    <a:bodyPr/>
                    <a:lstStyle/>
                    <a:p>
                      <a:r>
                        <a:rPr sz="1575" b="0">
                          <a:solidFill>
                            <a:srgbClr val="112B3A"/>
                          </a:solidFill>
                          <a:latin typeface="Arial"/>
                          <a:ea typeface="Arial"/>
                          <a:cs typeface="Arial"/>
                        </a:rPr>
                        <a:t>Replacement credential: 200</a:t>
                      </a:r>
                    </a:p>
                  </a:txBody>
                  <a:tcPr marL="91440" marR="91440" marT="45720" marB="45720">
                    <a:lnR w="9525">
                      <a:solidFill>
                        <a:srgbClr val="D7DCD8"/>
                      </a:solidFill>
                      <a:prstDash val="solid"/>
                    </a:lnR>
                    <a:lnB w="9525">
                      <a:solidFill>
                        <a:srgbClr val="D7DCD8"/>
                      </a:solidFill>
                      <a:prstDash val="solid"/>
                    </a:lnB>
                    <a:solidFill>
                      <a:srgbClr val="E2EDEB"/>
                    </a:solidFill>
                  </a:tcPr>
                </a:tc>
              </a:tr>
            </a:tbl>
          </a:graphicData>
        </a:graphic>
      </p:graphicFrame>
      <p:sp>
        <p:nvSpPr>
          <p:cNvPr id="5" name="Synthetic resources and stand-in health; app-">
            <a:extLst xmlns:a="http://schemas.openxmlformats.org/drawingml/2006/main">
              <a:ext uri="{FF2B5EF4-FFF2-40B4-BE49-F238E27FC236}">
                <a16:creationId xmlns:a16="http://schemas.microsoft.com/office/drawing/2014/main" id="{96DD8F6E-639B-4665-A668-71695308071E}"/>
              </a:ext>
            </a:extLst>
          </p:cNvPr>
          <p:cNvSpPr>
            <a:spLocks xmlns:a="http://schemas.openxmlformats.org/drawingml/2006/main" noGrp="1"/>
          </p:cNvSpPr>
          <p:nvPr/>
        </p:nvSpPr>
        <p:spPr>
          <a:xfrm xmlns:a="http://schemas.openxmlformats.org/drawingml/2006/main">
            <a:off x="723900" y="6019800"/>
            <a:ext cx="105727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75" b="1">
                <a:solidFill>
                  <a:srgbClr val="F7785D"/>
                </a:solidFill>
                <a:latin typeface="Arial"/>
                <a:ea typeface="Arial"/>
                <a:cs typeface="Arial"/>
              </a:defRPr>
            </a:defPPr>
            <a:lvl1pPr algn="l">
              <a:defRPr sz="1575" b="1">
                <a:solidFill>
                  <a:srgbClr val="F7785D"/>
                </a:solidFill>
                <a:latin typeface="Arial"/>
                <a:ea typeface="Arial"/>
                <a:cs typeface="Arial"/>
              </a:defRPr>
            </a:lvl1pPr>
            <a:lvl2pPr algn="l">
              <a:defRPr sz="1575" b="1">
                <a:solidFill>
                  <a:srgbClr val="F7785D"/>
                </a:solidFill>
                <a:latin typeface="Arial"/>
                <a:ea typeface="Arial"/>
                <a:cs typeface="Arial"/>
              </a:defRPr>
            </a:lvl2pPr>
            <a:lvl3pPr algn="l">
              <a:defRPr sz="1575" b="1">
                <a:solidFill>
                  <a:srgbClr val="F7785D"/>
                </a:solidFill>
                <a:latin typeface="Arial"/>
                <a:ea typeface="Arial"/>
                <a:cs typeface="Arial"/>
              </a:defRPr>
            </a:lvl3pPr>
            <a:lvl4pPr algn="l">
              <a:defRPr sz="1575" b="1">
                <a:solidFill>
                  <a:srgbClr val="F7785D"/>
                </a:solidFill>
                <a:latin typeface="Arial"/>
                <a:ea typeface="Arial"/>
                <a:cs typeface="Arial"/>
              </a:defRPr>
            </a:lvl4pPr>
            <a:lvl5pPr algn="l">
              <a:defRPr sz="1575" b="1">
                <a:solidFill>
                  <a:srgbClr val="F7785D"/>
                </a:solidFill>
                <a:latin typeface="Arial"/>
                <a:ea typeface="Arial"/>
                <a:cs typeface="Arial"/>
              </a:defRPr>
            </a:lvl5pPr>
            <a:lvl6pPr algn="l">
              <a:defRPr sz="1575" b="1">
                <a:solidFill>
                  <a:srgbClr val="F7785D"/>
                </a:solidFill>
                <a:latin typeface="Arial"/>
                <a:ea typeface="Arial"/>
                <a:cs typeface="Arial"/>
              </a:defRPr>
            </a:lvl6pPr>
            <a:lvl7pPr algn="l">
              <a:defRPr sz="1575" b="1">
                <a:solidFill>
                  <a:srgbClr val="F7785D"/>
                </a:solidFill>
                <a:latin typeface="Arial"/>
                <a:ea typeface="Arial"/>
                <a:cs typeface="Arial"/>
              </a:defRPr>
            </a:lvl7pPr>
            <a:lvl8pPr algn="l">
              <a:defRPr sz="1575" b="1">
                <a:solidFill>
                  <a:srgbClr val="F7785D"/>
                </a:solidFill>
                <a:latin typeface="Arial"/>
                <a:ea typeface="Arial"/>
                <a:cs typeface="Arial"/>
              </a:defRPr>
            </a:lvl8pPr>
            <a:lvl9pPr algn="l">
              <a:defRPr sz="1575" b="1">
                <a:solidFill>
                  <a:srgbClr val="F7785D"/>
                </a:solidFill>
                <a:latin typeface="Arial"/>
                <a:ea typeface="Arial"/>
                <a:cs typeface="Arial"/>
              </a:defRPr>
            </a:lvl9pPr>
          </a:lstStyle>
          <a:p xmlns:a="http://schemas.openxmlformats.org/drawingml/2006/main">
            <a:pPr algn="l">
              <a:defRPr sz="1575" b="1">
                <a:solidFill>
                  <a:srgbClr val="F7785D"/>
                </a:solidFill>
                <a:latin typeface="Arial"/>
                <a:ea typeface="Arial"/>
                <a:cs typeface="Arial"/>
              </a:defRPr>
            </a:pPr>
            <a:r>
              <a:rPr sz="1575" b="1">
                <a:solidFill>
                  <a:srgbClr val="F7785D"/>
                </a:solidFill>
                <a:latin typeface="Arial"/>
                <a:ea typeface="Arial"/>
                <a:cs typeface="Arial"/>
              </a:rPr>
              <a:t>Synthetic resources and stand-in health; app-key rotation untested</a:t>
            </a:r>
          </a:p>
        </p:txBody>
      </p:sp>
    </p:spTree>
    <p:extLst>
      <p:ext uri="{BB962C8B-B14F-4D97-AF65-F5344CB8AC3E}">
        <p14:creationId xmlns:p14="http://schemas.microsoft.com/office/powerpoint/2010/main" val="1965986356"/>
      </p:ext>
    </p:extLst>
  </p:cSld>
</p:sld>
</file>

<file path=ppt/slides/slide36.xml><?xml version="1.0" encoding="utf-8"?>
<p:sld xmlns:p="http://schemas.openxmlformats.org/presentationml/2006/main" show="0">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6" name="slide-36-title">
            <a:extLst xmlns:a="http://schemas.openxmlformats.org/drawingml/2006/main">
              <a:ext uri="{FF2B5EF4-FFF2-40B4-BE49-F238E27FC236}">
                <a16:creationId xmlns:a16="http://schemas.microsoft.com/office/drawing/2014/main" id="{259757A3-63F7-497A-A93F-3E175487F5C9}"/>
              </a:ext>
            </a:extLst>
          </p:cNvPr>
          <p:cNvSpPr>
            <a:spLocks xmlns:a="http://schemas.openxmlformats.org/drawingml/2006/main" noGrp="1"/>
          </p:cNvSpPr>
          <p:nvPr/>
        </p:nvSpPr>
        <p:spPr>
          <a:xfrm xmlns:a="http://schemas.openxmlformats.org/drawingml/2006/main">
            <a:off x="609600" y="476250"/>
            <a:ext cx="10858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112B3A"/>
                </a:solidFill>
                <a:latin typeface="Arial"/>
                <a:ea typeface="Arial"/>
                <a:cs typeface="Arial"/>
              </a:defRPr>
            </a:defPPr>
            <a:lvl1pPr algn="l">
              <a:defRPr sz="3150" b="1">
                <a:solidFill>
                  <a:srgbClr val="112B3A"/>
                </a:solidFill>
                <a:latin typeface="Arial"/>
                <a:ea typeface="Arial"/>
                <a:cs typeface="Arial"/>
              </a:defRPr>
            </a:lvl1pPr>
            <a:lvl2pPr algn="l">
              <a:defRPr sz="3150" b="1">
                <a:solidFill>
                  <a:srgbClr val="112B3A"/>
                </a:solidFill>
                <a:latin typeface="Arial"/>
                <a:ea typeface="Arial"/>
                <a:cs typeface="Arial"/>
              </a:defRPr>
            </a:lvl2pPr>
            <a:lvl3pPr algn="l">
              <a:defRPr sz="3150" b="1">
                <a:solidFill>
                  <a:srgbClr val="112B3A"/>
                </a:solidFill>
                <a:latin typeface="Arial"/>
                <a:ea typeface="Arial"/>
                <a:cs typeface="Arial"/>
              </a:defRPr>
            </a:lvl3pPr>
            <a:lvl4pPr algn="l">
              <a:defRPr sz="3150" b="1">
                <a:solidFill>
                  <a:srgbClr val="112B3A"/>
                </a:solidFill>
                <a:latin typeface="Arial"/>
                <a:ea typeface="Arial"/>
                <a:cs typeface="Arial"/>
              </a:defRPr>
            </a:lvl4pPr>
            <a:lvl5pPr algn="l">
              <a:defRPr sz="3150" b="1">
                <a:solidFill>
                  <a:srgbClr val="112B3A"/>
                </a:solidFill>
                <a:latin typeface="Arial"/>
                <a:ea typeface="Arial"/>
                <a:cs typeface="Arial"/>
              </a:defRPr>
            </a:lvl5pPr>
            <a:lvl6pPr algn="l">
              <a:defRPr sz="3150" b="1">
                <a:solidFill>
                  <a:srgbClr val="112B3A"/>
                </a:solidFill>
                <a:latin typeface="Arial"/>
                <a:ea typeface="Arial"/>
                <a:cs typeface="Arial"/>
              </a:defRPr>
            </a:lvl6pPr>
            <a:lvl7pPr algn="l">
              <a:defRPr sz="3150" b="1">
                <a:solidFill>
                  <a:srgbClr val="112B3A"/>
                </a:solidFill>
                <a:latin typeface="Arial"/>
                <a:ea typeface="Arial"/>
                <a:cs typeface="Arial"/>
              </a:defRPr>
            </a:lvl7pPr>
            <a:lvl8pPr algn="l">
              <a:defRPr sz="3150" b="1">
                <a:solidFill>
                  <a:srgbClr val="112B3A"/>
                </a:solidFill>
                <a:latin typeface="Arial"/>
                <a:ea typeface="Arial"/>
                <a:cs typeface="Arial"/>
              </a:defRPr>
            </a:lvl8pPr>
            <a:lvl9pPr algn="l">
              <a:defRPr sz="3150" b="1">
                <a:solidFill>
                  <a:srgbClr val="112B3A"/>
                </a:solidFill>
                <a:latin typeface="Arial"/>
                <a:ea typeface="Arial"/>
                <a:cs typeface="Arial"/>
              </a:defRPr>
            </a:lvl9pPr>
          </a:lstStyle>
          <a:p xmlns:a="http://schemas.openxmlformats.org/drawingml/2006/main">
            <a:pPr algn="l">
              <a:defRPr sz="3150" b="1">
                <a:solidFill>
                  <a:srgbClr val="112B3A"/>
                </a:solidFill>
                <a:latin typeface="Arial"/>
                <a:ea typeface="Arial"/>
                <a:cs typeface="Arial"/>
              </a:defRPr>
            </a:pPr>
            <a:r>
              <a:rPr sz="3150" b="1">
                <a:solidFill>
                  <a:srgbClr val="112B3A"/>
                </a:solidFill>
                <a:latin typeface="Arial"/>
                <a:ea typeface="Arial"/>
                <a:cs typeface="Arial"/>
              </a:rPr>
              <a:t>Training fit and task performance</a:t>
            </a:r>
          </a:p>
        </p:txBody>
      </p:sp>
      <p:sp>
        <p:nvSpPr>
          <p:cNvPr id="2" name="Hidden reference. Read the evidence limits in">
            <a:extLst xmlns:a="http://schemas.openxmlformats.org/drawingml/2006/main">
              <a:ext uri="{FF2B5EF4-FFF2-40B4-BE49-F238E27FC236}">
                <a16:creationId xmlns:a16="http://schemas.microsoft.com/office/drawing/2014/main" id="{B916E66A-E393-43E7-BE69-447096A16FC1}"/>
              </a:ext>
            </a:extLst>
          </p:cNvPr>
          <p:cNvSpPr>
            <a:spLocks xmlns:a="http://schemas.openxmlformats.org/drawingml/2006/main" noGrp="1"/>
          </p:cNvSpPr>
          <p:nvPr/>
        </p:nvSpPr>
        <p:spPr>
          <a:xfrm xmlns:a="http://schemas.openxmlformats.org/drawingml/2006/main">
            <a:off x="647700" y="1257300"/>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a:solidFill>
                  <a:srgbClr val="526875"/>
                </a:solidFill>
                <a:latin typeface="Arial"/>
                <a:ea typeface="Arial"/>
                <a:cs typeface="Arial"/>
              </a:defRPr>
            </a:defPPr>
            <a:lvl1pPr algn="l">
              <a:defRPr sz="1500" b="0">
                <a:solidFill>
                  <a:srgbClr val="526875"/>
                </a:solidFill>
                <a:latin typeface="Arial"/>
                <a:ea typeface="Arial"/>
                <a:cs typeface="Arial"/>
              </a:defRPr>
            </a:lvl1pPr>
            <a:lvl2pPr algn="l">
              <a:defRPr sz="1500" b="0">
                <a:solidFill>
                  <a:srgbClr val="526875"/>
                </a:solidFill>
                <a:latin typeface="Arial"/>
                <a:ea typeface="Arial"/>
                <a:cs typeface="Arial"/>
              </a:defRPr>
            </a:lvl2pPr>
            <a:lvl3pPr algn="l">
              <a:defRPr sz="1500" b="0">
                <a:solidFill>
                  <a:srgbClr val="526875"/>
                </a:solidFill>
                <a:latin typeface="Arial"/>
                <a:ea typeface="Arial"/>
                <a:cs typeface="Arial"/>
              </a:defRPr>
            </a:lvl3pPr>
            <a:lvl4pPr algn="l">
              <a:defRPr sz="1500" b="0">
                <a:solidFill>
                  <a:srgbClr val="526875"/>
                </a:solidFill>
                <a:latin typeface="Arial"/>
                <a:ea typeface="Arial"/>
                <a:cs typeface="Arial"/>
              </a:defRPr>
            </a:lvl4pPr>
            <a:lvl5pPr algn="l">
              <a:defRPr sz="1500" b="0">
                <a:solidFill>
                  <a:srgbClr val="526875"/>
                </a:solidFill>
                <a:latin typeface="Arial"/>
                <a:ea typeface="Arial"/>
                <a:cs typeface="Arial"/>
              </a:defRPr>
            </a:lvl5pPr>
            <a:lvl6pPr algn="l">
              <a:defRPr sz="1500" b="0">
                <a:solidFill>
                  <a:srgbClr val="526875"/>
                </a:solidFill>
                <a:latin typeface="Arial"/>
                <a:ea typeface="Arial"/>
                <a:cs typeface="Arial"/>
              </a:defRPr>
            </a:lvl6pPr>
            <a:lvl7pPr algn="l">
              <a:defRPr sz="1500" b="0">
                <a:solidFill>
                  <a:srgbClr val="526875"/>
                </a:solidFill>
                <a:latin typeface="Arial"/>
                <a:ea typeface="Arial"/>
                <a:cs typeface="Arial"/>
              </a:defRPr>
            </a:lvl7pPr>
            <a:lvl8pPr algn="l">
              <a:defRPr sz="1500" b="0">
                <a:solidFill>
                  <a:srgbClr val="526875"/>
                </a:solidFill>
                <a:latin typeface="Arial"/>
                <a:ea typeface="Arial"/>
                <a:cs typeface="Arial"/>
              </a:defRPr>
            </a:lvl8pPr>
            <a:lvl9pPr algn="l">
              <a:defRPr sz="1500" b="0">
                <a:solidFill>
                  <a:srgbClr val="526875"/>
                </a:solidFill>
                <a:latin typeface="Arial"/>
                <a:ea typeface="Arial"/>
                <a:cs typeface="Arial"/>
              </a:defRPr>
            </a:lvl9pPr>
          </a:lstStyle>
          <a:p xmlns:a="http://schemas.openxmlformats.org/drawingml/2006/main">
            <a:pPr algn="l">
              <a:defRPr sz="1500" b="0">
                <a:solidFill>
                  <a:srgbClr val="526875"/>
                </a:solidFill>
                <a:latin typeface="Arial"/>
                <a:ea typeface="Arial"/>
                <a:cs typeface="Arial"/>
              </a:defRPr>
            </a:pPr>
            <a:r>
              <a:rPr sz="1500" b="0">
                <a:solidFill>
                  <a:srgbClr val="526875"/>
                </a:solidFill>
                <a:latin typeface="Arial"/>
                <a:ea typeface="Arial"/>
                <a:cs typeface="Arial"/>
              </a:rPr>
              <a:t>Hidden reference. Read the evidence limits in the notes.</a:t>
            </a:r>
          </a:p>
        </p:txBody>
      </p:sp>
      <p:sp>
        <p:nvSpPr>
          <p:cNvPr id="3" name="36">
            <a:extLst xmlns:a="http://schemas.openxmlformats.org/drawingml/2006/main">
              <a:ext uri="{FF2B5EF4-FFF2-40B4-BE49-F238E27FC236}">
                <a16:creationId xmlns:a16="http://schemas.microsoft.com/office/drawing/2014/main" id="{3A01F8E6-6161-4A4C-AD9F-B28DA11E87ED}"/>
              </a:ext>
            </a:extLst>
          </p:cNvPr>
          <p:cNvSpPr>
            <a:spLocks xmlns:a="http://schemas.openxmlformats.org/drawingml/2006/main" noGrp="1"/>
          </p:cNvSpPr>
          <p:nvPr/>
        </p:nvSpPr>
        <p:spPr>
          <a:xfrm xmlns:a="http://schemas.openxmlformats.org/drawingml/2006/main">
            <a:off x="11172825" y="641032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0">
                <a:solidFill>
                  <a:srgbClr val="526875"/>
                </a:solidFill>
                <a:latin typeface="Arial"/>
                <a:ea typeface="Arial"/>
                <a:cs typeface="Arial"/>
              </a:defRPr>
            </a:defPPr>
            <a:lvl1pPr algn="r">
              <a:defRPr sz="975" b="0">
                <a:solidFill>
                  <a:srgbClr val="526875"/>
                </a:solidFill>
                <a:latin typeface="Arial"/>
                <a:ea typeface="Arial"/>
                <a:cs typeface="Arial"/>
              </a:defRPr>
            </a:lvl1pPr>
            <a:lvl2pPr algn="r">
              <a:defRPr sz="975" b="0">
                <a:solidFill>
                  <a:srgbClr val="526875"/>
                </a:solidFill>
                <a:latin typeface="Arial"/>
                <a:ea typeface="Arial"/>
                <a:cs typeface="Arial"/>
              </a:defRPr>
            </a:lvl2pPr>
            <a:lvl3pPr algn="r">
              <a:defRPr sz="975" b="0">
                <a:solidFill>
                  <a:srgbClr val="526875"/>
                </a:solidFill>
                <a:latin typeface="Arial"/>
                <a:ea typeface="Arial"/>
                <a:cs typeface="Arial"/>
              </a:defRPr>
            </a:lvl3pPr>
            <a:lvl4pPr algn="r">
              <a:defRPr sz="975" b="0">
                <a:solidFill>
                  <a:srgbClr val="526875"/>
                </a:solidFill>
                <a:latin typeface="Arial"/>
                <a:ea typeface="Arial"/>
                <a:cs typeface="Arial"/>
              </a:defRPr>
            </a:lvl4pPr>
            <a:lvl5pPr algn="r">
              <a:defRPr sz="975" b="0">
                <a:solidFill>
                  <a:srgbClr val="526875"/>
                </a:solidFill>
                <a:latin typeface="Arial"/>
                <a:ea typeface="Arial"/>
                <a:cs typeface="Arial"/>
              </a:defRPr>
            </a:lvl5pPr>
            <a:lvl6pPr algn="r">
              <a:defRPr sz="975" b="0">
                <a:solidFill>
                  <a:srgbClr val="526875"/>
                </a:solidFill>
                <a:latin typeface="Arial"/>
                <a:ea typeface="Arial"/>
                <a:cs typeface="Arial"/>
              </a:defRPr>
            </a:lvl6pPr>
            <a:lvl7pPr algn="r">
              <a:defRPr sz="975" b="0">
                <a:solidFill>
                  <a:srgbClr val="526875"/>
                </a:solidFill>
                <a:latin typeface="Arial"/>
                <a:ea typeface="Arial"/>
                <a:cs typeface="Arial"/>
              </a:defRPr>
            </a:lvl7pPr>
            <a:lvl8pPr algn="r">
              <a:defRPr sz="975" b="0">
                <a:solidFill>
                  <a:srgbClr val="526875"/>
                </a:solidFill>
                <a:latin typeface="Arial"/>
                <a:ea typeface="Arial"/>
                <a:cs typeface="Arial"/>
              </a:defRPr>
            </a:lvl8pPr>
            <a:lvl9pPr algn="r">
              <a:defRPr sz="975" b="0">
                <a:solidFill>
                  <a:srgbClr val="526875"/>
                </a:solidFill>
                <a:latin typeface="Arial"/>
                <a:ea typeface="Arial"/>
                <a:cs typeface="Arial"/>
              </a:defRPr>
            </a:lvl9pPr>
          </a:lstStyle>
          <a:p xmlns:a="http://schemas.openxmlformats.org/drawingml/2006/main">
            <a:pPr algn="r">
              <a:defRPr sz="975" b="0">
                <a:solidFill>
                  <a:srgbClr val="526875"/>
                </a:solidFill>
                <a:latin typeface="Arial"/>
                <a:ea typeface="Arial"/>
                <a:cs typeface="Arial"/>
              </a:defRPr>
            </a:pPr>
            <a:r>
              <a:rPr sz="975" b="0">
                <a:solidFill>
                  <a:srgbClr val="526875"/>
                </a:solidFill>
                <a:latin typeface="Arial"/>
                <a:ea typeface="Arial"/>
                <a:cs typeface="Arial"/>
              </a:rPr>
              <a:t>36</a:t>
            </a:r>
          </a:p>
        </p:txBody>
      </p:sp>
      <p:graphicFrame>
        <p:nvGraphicFramePr>
          <p:cNvPr id="4" name="">
            <a:extLst xmlns:a="http://schemas.openxmlformats.org/drawingml/2006/main">
              <a:ext uri="{FF2B5EF4-FFF2-40B4-BE49-F238E27FC236}">
                <a16:creationId xmlns:a16="http://schemas.microsoft.com/office/drawing/2014/main" id="{66C2161B-7A64-45DD-BB86-469791F252C7}"/>
              </a:ext>
            </a:extLst>
          </p:cNvPr>
          <p:cNvGraphicFramePr/>
          <p:nvPr/>
        </p:nvGraphicFramePr>
        <p:xfrm>
          <a:off xmlns:a="http://schemas.openxmlformats.org/drawingml/2006/main" x="714375" y="1885950"/>
          <a:ext xmlns:a="http://schemas.openxmlformats.org/drawingml/2006/main" cx="10763250" cy="3486150"/>
        </p:xfrm>
        <a:graphic xmlns:a="http://schemas.openxmlformats.org/drawingml/2006/main">
          <a:graphicData uri="http://schemas.openxmlformats.org/drawingml/2006/table">
            <a:tbl>
              <a:tblPr firstRow="1" bandRow="0"/>
              <a:tblGrid>
                <a:gridCol w="2343150"/>
                <a:gridCol w="5267325"/>
                <a:gridCol w="3152775"/>
              </a:tblGrid>
              <a:tr h="697230">
                <a:tc>
                  <a:txBody>
                    <a:bodyPr/>
                    <a:lstStyle/>
                    <a:p>
                      <a:r>
                        <a:rPr sz="1500" b="1">
                          <a:solidFill>
                            <a:srgbClr val="FFFFFF"/>
                          </a:solidFill>
                          <a:latin typeface="Arial"/>
                          <a:ea typeface="Arial"/>
                          <a:cs typeface="Arial"/>
                        </a:rPr>
                        <a:t>Evidence</a:t>
                      </a:r>
                    </a:p>
                  </a:txBody>
                  <a:tcPr marL="91440" marR="91440" marT="45720" marB="45720">
                    <a:lnL w="9525">
                      <a:solidFill>
                        <a:srgbClr val="D7DCD8"/>
                      </a:solidFill>
                      <a:prstDash val="solid"/>
                    </a:lnL>
                    <a:lnR w="9525">
                      <a:solidFill>
                        <a:srgbClr val="D7DCD8"/>
                      </a:solidFill>
                      <a:prstDash val="solid"/>
                    </a:lnR>
                    <a:lnT w="9525">
                      <a:solidFill>
                        <a:srgbClr val="D7DCD8"/>
                      </a:solidFill>
                      <a:prstDash val="solid"/>
                    </a:lnT>
                    <a:lnB w="9525">
                      <a:solidFill>
                        <a:srgbClr val="D7DCD8"/>
                      </a:solidFill>
                      <a:prstDash val="solid"/>
                    </a:lnB>
                    <a:solidFill>
                      <a:srgbClr val="123148"/>
                    </a:solidFill>
                  </a:tcPr>
                </a:tc>
                <a:tc>
                  <a:txBody>
                    <a:bodyPr/>
                    <a:lstStyle/>
                    <a:p>
                      <a:r>
                        <a:rPr sz="1500" b="1">
                          <a:solidFill>
                            <a:srgbClr val="FFFFFF"/>
                          </a:solidFill>
                          <a:latin typeface="Arial"/>
                          <a:ea typeface="Arial"/>
                          <a:cs typeface="Arial"/>
                        </a:rPr>
                        <a:t>Result</a:t>
                      </a:r>
                    </a:p>
                  </a:txBody>
                  <a:tcPr marL="91440" marR="91440" marT="45720" marB="45720">
                    <a:lnR w="9525">
                      <a:solidFill>
                        <a:srgbClr val="D7DCD8"/>
                      </a:solidFill>
                      <a:prstDash val="solid"/>
                    </a:lnR>
                    <a:lnT w="9525">
                      <a:solidFill>
                        <a:srgbClr val="D7DCD8"/>
                      </a:solidFill>
                      <a:prstDash val="solid"/>
                    </a:lnT>
                    <a:lnB w="9525">
                      <a:solidFill>
                        <a:srgbClr val="D7DCD8"/>
                      </a:solidFill>
                      <a:prstDash val="solid"/>
                    </a:lnB>
                    <a:solidFill>
                      <a:srgbClr val="123148"/>
                    </a:solidFill>
                  </a:tcPr>
                </a:tc>
                <a:tc>
                  <a:txBody>
                    <a:bodyPr/>
                    <a:lstStyle/>
                    <a:p>
                      <a:r>
                        <a:rPr sz="1500" b="1">
                          <a:solidFill>
                            <a:srgbClr val="FFFFFF"/>
                          </a:solidFill>
                          <a:latin typeface="Arial"/>
                          <a:ea typeface="Arial"/>
                          <a:cs typeface="Arial"/>
                        </a:rPr>
                        <a:t>Interpretation</a:t>
                      </a:r>
                    </a:p>
                  </a:txBody>
                  <a:tcPr marL="91440" marR="91440" marT="45720" marB="45720">
                    <a:lnR w="9525">
                      <a:solidFill>
                        <a:srgbClr val="D7DCD8"/>
                      </a:solidFill>
                      <a:prstDash val="solid"/>
                    </a:lnR>
                    <a:lnT w="9525">
                      <a:solidFill>
                        <a:srgbClr val="D7DCD8"/>
                      </a:solidFill>
                      <a:prstDash val="solid"/>
                    </a:lnT>
                    <a:lnB w="9525">
                      <a:solidFill>
                        <a:srgbClr val="D7DCD8"/>
                      </a:solidFill>
                      <a:prstDash val="solid"/>
                    </a:lnB>
                    <a:solidFill>
                      <a:srgbClr val="123148"/>
                    </a:solidFill>
                  </a:tcPr>
                </a:tc>
              </a:tr>
              <a:tr h="697230">
                <a:tc>
                  <a:txBody>
                    <a:bodyPr/>
                    <a:lstStyle/>
                    <a:p>
                      <a:r>
                        <a:rPr sz="1575" b="1">
                          <a:solidFill>
                            <a:srgbClr val="112B3A"/>
                          </a:solidFill>
                          <a:latin typeface="Arial"/>
                          <a:ea typeface="Arial"/>
                          <a:cs typeface="Arial"/>
                        </a:rPr>
                        <a:t>Training fit</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FFFFFF"/>
                    </a:solidFill>
                  </a:tcPr>
                </a:tc>
                <a:tc>
                  <a:txBody>
                    <a:bodyPr/>
                    <a:lstStyle/>
                    <a:p>
                      <a:r>
                        <a:rPr sz="1575" b="0">
                          <a:solidFill>
                            <a:srgbClr val="112B3A"/>
                          </a:solidFill>
                          <a:latin typeface="Arial"/>
                          <a:ea typeface="Arial"/>
                          <a:cs typeface="Arial"/>
                        </a:rPr>
                        <a:t>99.69% accuracy; 99.66% minimum class recall on 1,310 assessments</a:t>
                      </a:r>
                    </a:p>
                  </a:txBody>
                  <a:tcPr marL="91440" marR="91440" marT="45720" marB="45720">
                    <a:lnR w="9525">
                      <a:solidFill>
                        <a:srgbClr val="D7DCD8"/>
                      </a:solidFill>
                      <a:prstDash val="solid"/>
                    </a:lnR>
                    <a:lnB w="9525">
                      <a:solidFill>
                        <a:srgbClr val="D7DCD8"/>
                      </a:solidFill>
                      <a:prstDash val="solid"/>
                    </a:lnB>
                    <a:solidFill>
                      <a:srgbClr val="FFFFFF"/>
                    </a:solidFill>
                  </a:tcPr>
                </a:tc>
                <a:tc>
                  <a:txBody>
                    <a:bodyPr/>
                    <a:lstStyle/>
                    <a:p>
                      <a:r>
                        <a:rPr sz="1575" b="0">
                          <a:solidFill>
                            <a:srgbClr val="112B3A"/>
                          </a:solidFill>
                          <a:latin typeface="Arial"/>
                          <a:ea typeface="Arial"/>
                          <a:cs typeface="Arial"/>
                        </a:rPr>
                        <a:t>Fit gate passed</a:t>
                      </a:r>
                    </a:p>
                  </a:txBody>
                  <a:tcPr marL="91440" marR="91440" marT="45720" marB="45720">
                    <a:lnR w="9525">
                      <a:solidFill>
                        <a:srgbClr val="D7DCD8"/>
                      </a:solidFill>
                      <a:prstDash val="solid"/>
                    </a:lnR>
                    <a:lnB w="9525">
                      <a:solidFill>
                        <a:srgbClr val="D7DCD8"/>
                      </a:solidFill>
                      <a:prstDash val="solid"/>
                    </a:lnB>
                    <a:solidFill>
                      <a:srgbClr val="FFFFFF"/>
                    </a:solidFill>
                  </a:tcPr>
                </a:tc>
              </a:tr>
              <a:tr h="697230">
                <a:tc>
                  <a:txBody>
                    <a:bodyPr/>
                    <a:lstStyle/>
                    <a:p>
                      <a:r>
                        <a:rPr sz="1575" b="1">
                          <a:solidFill>
                            <a:srgbClr val="112B3A"/>
                          </a:solidFill>
                          <a:latin typeface="Arial"/>
                          <a:ea typeface="Arial"/>
                          <a:cs typeface="Arial"/>
                        </a:rPr>
                        <a:t>Authored holdout</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E2EDEB"/>
                    </a:solidFill>
                  </a:tcPr>
                </a:tc>
                <a:tc>
                  <a:txBody>
                    <a:bodyPr/>
                    <a:lstStyle/>
                    <a:p>
                      <a:r>
                        <a:rPr sz="1575" b="0">
                          <a:solidFill>
                            <a:srgbClr val="112B3A"/>
                          </a:solidFill>
                          <a:latin typeface="Arial"/>
                          <a:ea typeface="Arial"/>
                          <a:cs typeface="Arial"/>
                        </a:rPr>
                        <a:t>2/15 exact plans; previous Laya also 2/15</a:t>
                      </a:r>
                    </a:p>
                  </a:txBody>
                  <a:tcPr marL="91440" marR="91440" marT="45720" marB="45720">
                    <a:lnR w="9525">
                      <a:solidFill>
                        <a:srgbClr val="D7DCD8"/>
                      </a:solidFill>
                      <a:prstDash val="solid"/>
                    </a:lnR>
                    <a:lnB w="9525">
                      <a:solidFill>
                        <a:srgbClr val="D7DCD8"/>
                      </a:solidFill>
                      <a:prstDash val="solid"/>
                    </a:lnB>
                    <a:solidFill>
                      <a:srgbClr val="E2EDEB"/>
                    </a:solidFill>
                  </a:tcPr>
                </a:tc>
                <a:tc>
                  <a:txBody>
                    <a:bodyPr/>
                    <a:lstStyle/>
                    <a:p>
                      <a:r>
                        <a:rPr sz="1575" b="0">
                          <a:solidFill>
                            <a:srgbClr val="112B3A"/>
                          </a:solidFill>
                          <a:latin typeface="Arial"/>
                          <a:ea typeface="Arial"/>
                          <a:cs typeface="Arial"/>
                        </a:rPr>
                        <a:t>No plan-level gain</a:t>
                      </a:r>
                    </a:p>
                  </a:txBody>
                  <a:tcPr marL="91440" marR="91440" marT="45720" marB="45720">
                    <a:lnR w="9525">
                      <a:solidFill>
                        <a:srgbClr val="D7DCD8"/>
                      </a:solidFill>
                      <a:prstDash val="solid"/>
                    </a:lnR>
                    <a:lnB w="9525">
                      <a:solidFill>
                        <a:srgbClr val="D7DCD8"/>
                      </a:solidFill>
                      <a:prstDash val="solid"/>
                    </a:lnB>
                    <a:solidFill>
                      <a:srgbClr val="E2EDEB"/>
                    </a:solidFill>
                  </a:tcPr>
                </a:tc>
              </a:tr>
              <a:tr h="697230">
                <a:tc>
                  <a:txBody>
                    <a:bodyPr/>
                    <a:lstStyle/>
                    <a:p>
                      <a:r>
                        <a:rPr sz="1575" b="1">
                          <a:solidFill>
                            <a:srgbClr val="112B3A"/>
                          </a:solidFill>
                          <a:latin typeface="Arial"/>
                          <a:ea typeface="Arial"/>
                          <a:cs typeface="Arial"/>
                        </a:rPr>
                        <a:t>Saved Claude run</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FFFFFF"/>
                    </a:solidFill>
                  </a:tcPr>
                </a:tc>
                <a:tc>
                  <a:txBody>
                    <a:bodyPr/>
                    <a:lstStyle/>
                    <a:p>
                      <a:r>
                        <a:rPr sz="1575" b="0">
                          <a:solidFill>
                            <a:srgbClr val="112B3A"/>
                          </a:solidFill>
                          <a:latin typeface="Arial"/>
                          <a:ea typeface="Arial"/>
                          <a:cs typeface="Arial"/>
                        </a:rPr>
                        <a:t>10/15 exact plans</a:t>
                      </a:r>
                    </a:p>
                  </a:txBody>
                  <a:tcPr marL="91440" marR="91440" marT="45720" marB="45720">
                    <a:lnR w="9525">
                      <a:solidFill>
                        <a:srgbClr val="D7DCD8"/>
                      </a:solidFill>
                      <a:prstDash val="solid"/>
                    </a:lnR>
                    <a:lnB w="9525">
                      <a:solidFill>
                        <a:srgbClr val="D7DCD8"/>
                      </a:solidFill>
                      <a:prstDash val="solid"/>
                    </a:lnB>
                    <a:solidFill>
                      <a:srgbClr val="FFFFFF"/>
                    </a:solidFill>
                  </a:tcPr>
                </a:tc>
                <a:tc>
                  <a:txBody>
                    <a:bodyPr/>
                    <a:lstStyle/>
                    <a:p>
                      <a:r>
                        <a:rPr sz="1575" b="0">
                          <a:solidFill>
                            <a:srgbClr val="112B3A"/>
                          </a:solidFill>
                          <a:latin typeface="Arial"/>
                          <a:ea typeface="Arial"/>
                          <a:cs typeface="Arial"/>
                        </a:rPr>
                        <a:t>Historical reference; no new API call</a:t>
                      </a:r>
                    </a:p>
                  </a:txBody>
                  <a:tcPr marL="91440" marR="91440" marT="45720" marB="45720">
                    <a:lnR w="9525">
                      <a:solidFill>
                        <a:srgbClr val="D7DCD8"/>
                      </a:solidFill>
                      <a:prstDash val="solid"/>
                    </a:lnR>
                    <a:lnB w="9525">
                      <a:solidFill>
                        <a:srgbClr val="D7DCD8"/>
                      </a:solidFill>
                      <a:prstDash val="solid"/>
                    </a:lnB>
                    <a:solidFill>
                      <a:srgbClr val="FFFFFF"/>
                    </a:solidFill>
                  </a:tcPr>
                </a:tc>
              </a:tr>
              <a:tr h="697230">
                <a:tc>
                  <a:txBody>
                    <a:bodyPr/>
                    <a:lstStyle/>
                    <a:p>
                      <a:r>
                        <a:rPr sz="1575" b="1">
                          <a:solidFill>
                            <a:srgbClr val="112B3A"/>
                          </a:solidFill>
                          <a:latin typeface="Arial"/>
                          <a:ea typeface="Arial"/>
                          <a:cs typeface="Arial"/>
                        </a:rPr>
                        <a:t>Evidence limit</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E2EDEB"/>
                    </a:solidFill>
                  </a:tcPr>
                </a:tc>
                <a:tc>
                  <a:txBody>
                    <a:bodyPr/>
                    <a:lstStyle/>
                    <a:p>
                      <a:r>
                        <a:rPr sz="1575" b="0">
                          <a:solidFill>
                            <a:srgbClr val="112B3A"/>
                          </a:solidFill>
                          <a:latin typeface="Arial"/>
                          <a:ea typeface="Arial"/>
                          <a:cs typeface="Arial"/>
                        </a:rPr>
                        <a:t>15 authored cases; labels not independently reviewed</a:t>
                      </a:r>
                    </a:p>
                  </a:txBody>
                  <a:tcPr marL="91440" marR="91440" marT="45720" marB="45720">
                    <a:lnR w="9525">
                      <a:solidFill>
                        <a:srgbClr val="D7DCD8"/>
                      </a:solidFill>
                      <a:prstDash val="solid"/>
                    </a:lnR>
                    <a:lnB w="9525">
                      <a:solidFill>
                        <a:srgbClr val="D7DCD8"/>
                      </a:solidFill>
                      <a:prstDash val="solid"/>
                    </a:lnB>
                    <a:solidFill>
                      <a:srgbClr val="E2EDEB"/>
                    </a:solidFill>
                  </a:tcPr>
                </a:tc>
                <a:tc>
                  <a:txBody>
                    <a:bodyPr/>
                    <a:lstStyle/>
                    <a:p>
                      <a:r>
                        <a:rPr sz="1575" b="0">
                          <a:solidFill>
                            <a:srgbClr val="112B3A"/>
                          </a:solidFill>
                          <a:latin typeface="Arial"/>
                          <a:ea typeface="Arial"/>
                          <a:cs typeface="Arial"/>
                        </a:rPr>
                        <a:t>Not production validation</a:t>
                      </a:r>
                    </a:p>
                  </a:txBody>
                  <a:tcPr marL="91440" marR="91440" marT="45720" marB="45720">
                    <a:lnR w="9525">
                      <a:solidFill>
                        <a:srgbClr val="D7DCD8"/>
                      </a:solidFill>
                      <a:prstDash val="solid"/>
                    </a:lnR>
                    <a:lnB w="9525">
                      <a:solidFill>
                        <a:srgbClr val="D7DCD8"/>
                      </a:solidFill>
                      <a:prstDash val="solid"/>
                    </a:lnB>
                    <a:solidFill>
                      <a:srgbClr val="E2EDEB"/>
                    </a:solidFill>
                  </a:tcPr>
                </a:tc>
              </a:tr>
            </a:tbl>
          </a:graphicData>
        </a:graphic>
      </p:graphicFrame>
      <p:sp>
        <p:nvSpPr>
          <p:cNvPr id="5" name="Authored synthetic holdout, without independe">
            <a:extLst xmlns:a="http://schemas.openxmlformats.org/drawingml/2006/main">
              <a:ext uri="{FF2B5EF4-FFF2-40B4-BE49-F238E27FC236}">
                <a16:creationId xmlns:a16="http://schemas.microsoft.com/office/drawing/2014/main" id="{3AFF8755-0C40-4E8A-A1DB-B8708DF89763}"/>
              </a:ext>
            </a:extLst>
          </p:cNvPr>
          <p:cNvSpPr>
            <a:spLocks xmlns:a="http://schemas.openxmlformats.org/drawingml/2006/main" noGrp="1"/>
          </p:cNvSpPr>
          <p:nvPr/>
        </p:nvSpPr>
        <p:spPr>
          <a:xfrm xmlns:a="http://schemas.openxmlformats.org/drawingml/2006/main">
            <a:off x="723900" y="6019800"/>
            <a:ext cx="105727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75" b="1">
                <a:solidFill>
                  <a:srgbClr val="F7785D"/>
                </a:solidFill>
                <a:latin typeface="Arial"/>
                <a:ea typeface="Arial"/>
                <a:cs typeface="Arial"/>
              </a:defRPr>
            </a:defPPr>
            <a:lvl1pPr algn="l">
              <a:defRPr sz="1575" b="1">
                <a:solidFill>
                  <a:srgbClr val="F7785D"/>
                </a:solidFill>
                <a:latin typeface="Arial"/>
                <a:ea typeface="Arial"/>
                <a:cs typeface="Arial"/>
              </a:defRPr>
            </a:lvl1pPr>
            <a:lvl2pPr algn="l">
              <a:defRPr sz="1575" b="1">
                <a:solidFill>
                  <a:srgbClr val="F7785D"/>
                </a:solidFill>
                <a:latin typeface="Arial"/>
                <a:ea typeface="Arial"/>
                <a:cs typeface="Arial"/>
              </a:defRPr>
            </a:lvl2pPr>
            <a:lvl3pPr algn="l">
              <a:defRPr sz="1575" b="1">
                <a:solidFill>
                  <a:srgbClr val="F7785D"/>
                </a:solidFill>
                <a:latin typeface="Arial"/>
                <a:ea typeface="Arial"/>
                <a:cs typeface="Arial"/>
              </a:defRPr>
            </a:lvl3pPr>
            <a:lvl4pPr algn="l">
              <a:defRPr sz="1575" b="1">
                <a:solidFill>
                  <a:srgbClr val="F7785D"/>
                </a:solidFill>
                <a:latin typeface="Arial"/>
                <a:ea typeface="Arial"/>
                <a:cs typeface="Arial"/>
              </a:defRPr>
            </a:lvl4pPr>
            <a:lvl5pPr algn="l">
              <a:defRPr sz="1575" b="1">
                <a:solidFill>
                  <a:srgbClr val="F7785D"/>
                </a:solidFill>
                <a:latin typeface="Arial"/>
                <a:ea typeface="Arial"/>
                <a:cs typeface="Arial"/>
              </a:defRPr>
            </a:lvl5pPr>
            <a:lvl6pPr algn="l">
              <a:defRPr sz="1575" b="1">
                <a:solidFill>
                  <a:srgbClr val="F7785D"/>
                </a:solidFill>
                <a:latin typeface="Arial"/>
                <a:ea typeface="Arial"/>
                <a:cs typeface="Arial"/>
              </a:defRPr>
            </a:lvl6pPr>
            <a:lvl7pPr algn="l">
              <a:defRPr sz="1575" b="1">
                <a:solidFill>
                  <a:srgbClr val="F7785D"/>
                </a:solidFill>
                <a:latin typeface="Arial"/>
                <a:ea typeface="Arial"/>
                <a:cs typeface="Arial"/>
              </a:defRPr>
            </a:lvl7pPr>
            <a:lvl8pPr algn="l">
              <a:defRPr sz="1575" b="1">
                <a:solidFill>
                  <a:srgbClr val="F7785D"/>
                </a:solidFill>
                <a:latin typeface="Arial"/>
                <a:ea typeface="Arial"/>
                <a:cs typeface="Arial"/>
              </a:defRPr>
            </a:lvl8pPr>
            <a:lvl9pPr algn="l">
              <a:defRPr sz="1575" b="1">
                <a:solidFill>
                  <a:srgbClr val="F7785D"/>
                </a:solidFill>
                <a:latin typeface="Arial"/>
                <a:ea typeface="Arial"/>
                <a:cs typeface="Arial"/>
              </a:defRPr>
            </a:lvl9pPr>
          </a:lstStyle>
          <a:p xmlns:a="http://schemas.openxmlformats.org/drawingml/2006/main">
            <a:pPr algn="l">
              <a:defRPr sz="1575" b="1">
                <a:solidFill>
                  <a:srgbClr val="F7785D"/>
                </a:solidFill>
                <a:latin typeface="Arial"/>
                <a:ea typeface="Arial"/>
                <a:cs typeface="Arial"/>
              </a:defRPr>
            </a:pPr>
            <a:r>
              <a:rPr sz="1575" b="1">
                <a:solidFill>
                  <a:srgbClr val="F7785D"/>
                </a:solidFill>
                <a:latin typeface="Arial"/>
                <a:ea typeface="Arial"/>
                <a:cs typeface="Arial"/>
              </a:rPr>
              <a:t>Authored synthetic holdout, without independent label review</a:t>
            </a:r>
          </a:p>
        </p:txBody>
      </p:sp>
    </p:spTree>
    <p:extLst>
      <p:ext uri="{BB962C8B-B14F-4D97-AF65-F5344CB8AC3E}">
        <p14:creationId xmlns:p14="http://schemas.microsoft.com/office/powerpoint/2010/main" val="1640517238"/>
      </p:ext>
    </p:extLst>
  </p:cSld>
</p:sld>
</file>

<file path=ppt/slides/slide37.xml><?xml version="1.0" encoding="utf-8"?>
<p:sld xmlns:p="http://schemas.openxmlformats.org/presentationml/2006/main" show="0">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6" name="slide-37-title">
            <a:extLst xmlns:a="http://schemas.openxmlformats.org/drawingml/2006/main">
              <a:ext uri="{FF2B5EF4-FFF2-40B4-BE49-F238E27FC236}">
                <a16:creationId xmlns:a16="http://schemas.microsoft.com/office/drawing/2014/main" id="{BBFCAB9F-9B4E-49C3-901C-CFD35A2C52CF}"/>
              </a:ext>
            </a:extLst>
          </p:cNvPr>
          <p:cNvSpPr>
            <a:spLocks xmlns:a="http://schemas.openxmlformats.org/drawingml/2006/main" noGrp="1"/>
          </p:cNvSpPr>
          <p:nvPr/>
        </p:nvSpPr>
        <p:spPr>
          <a:xfrm xmlns:a="http://schemas.openxmlformats.org/drawingml/2006/main">
            <a:off x="609600" y="476250"/>
            <a:ext cx="10858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112B3A"/>
                </a:solidFill>
                <a:latin typeface="Arial"/>
                <a:ea typeface="Arial"/>
                <a:cs typeface="Arial"/>
              </a:defRPr>
            </a:defPPr>
            <a:lvl1pPr algn="l">
              <a:defRPr sz="3150" b="1">
                <a:solidFill>
                  <a:srgbClr val="112B3A"/>
                </a:solidFill>
                <a:latin typeface="Arial"/>
                <a:ea typeface="Arial"/>
                <a:cs typeface="Arial"/>
              </a:defRPr>
            </a:lvl1pPr>
            <a:lvl2pPr algn="l">
              <a:defRPr sz="3150" b="1">
                <a:solidFill>
                  <a:srgbClr val="112B3A"/>
                </a:solidFill>
                <a:latin typeface="Arial"/>
                <a:ea typeface="Arial"/>
                <a:cs typeface="Arial"/>
              </a:defRPr>
            </a:lvl2pPr>
            <a:lvl3pPr algn="l">
              <a:defRPr sz="3150" b="1">
                <a:solidFill>
                  <a:srgbClr val="112B3A"/>
                </a:solidFill>
                <a:latin typeface="Arial"/>
                <a:ea typeface="Arial"/>
                <a:cs typeface="Arial"/>
              </a:defRPr>
            </a:lvl3pPr>
            <a:lvl4pPr algn="l">
              <a:defRPr sz="3150" b="1">
                <a:solidFill>
                  <a:srgbClr val="112B3A"/>
                </a:solidFill>
                <a:latin typeface="Arial"/>
                <a:ea typeface="Arial"/>
                <a:cs typeface="Arial"/>
              </a:defRPr>
            </a:lvl4pPr>
            <a:lvl5pPr algn="l">
              <a:defRPr sz="3150" b="1">
                <a:solidFill>
                  <a:srgbClr val="112B3A"/>
                </a:solidFill>
                <a:latin typeface="Arial"/>
                <a:ea typeface="Arial"/>
                <a:cs typeface="Arial"/>
              </a:defRPr>
            </a:lvl5pPr>
            <a:lvl6pPr algn="l">
              <a:defRPr sz="3150" b="1">
                <a:solidFill>
                  <a:srgbClr val="112B3A"/>
                </a:solidFill>
                <a:latin typeface="Arial"/>
                <a:ea typeface="Arial"/>
                <a:cs typeface="Arial"/>
              </a:defRPr>
            </a:lvl6pPr>
            <a:lvl7pPr algn="l">
              <a:defRPr sz="3150" b="1">
                <a:solidFill>
                  <a:srgbClr val="112B3A"/>
                </a:solidFill>
                <a:latin typeface="Arial"/>
                <a:ea typeface="Arial"/>
                <a:cs typeface="Arial"/>
              </a:defRPr>
            </a:lvl7pPr>
            <a:lvl8pPr algn="l">
              <a:defRPr sz="3150" b="1">
                <a:solidFill>
                  <a:srgbClr val="112B3A"/>
                </a:solidFill>
                <a:latin typeface="Arial"/>
                <a:ea typeface="Arial"/>
                <a:cs typeface="Arial"/>
              </a:defRPr>
            </a:lvl8pPr>
            <a:lvl9pPr algn="l">
              <a:defRPr sz="3150" b="1">
                <a:solidFill>
                  <a:srgbClr val="112B3A"/>
                </a:solidFill>
                <a:latin typeface="Arial"/>
                <a:ea typeface="Arial"/>
                <a:cs typeface="Arial"/>
              </a:defRPr>
            </a:lvl9pPr>
          </a:lstStyle>
          <a:p xmlns:a="http://schemas.openxmlformats.org/drawingml/2006/main">
            <a:pPr algn="l">
              <a:defRPr sz="3150" b="1">
                <a:solidFill>
                  <a:srgbClr val="112B3A"/>
                </a:solidFill>
                <a:latin typeface="Arial"/>
                <a:ea typeface="Arial"/>
                <a:cs typeface="Arial"/>
              </a:defRPr>
            </a:pPr>
            <a:r>
              <a:rPr sz="3150" b="1">
                <a:solidFill>
                  <a:srgbClr val="112B3A"/>
                </a:solidFill>
                <a:latin typeface="Arial"/>
                <a:ea typeface="Arial"/>
                <a:cs typeface="Arial"/>
              </a:rPr>
              <a:t>Operating cost components</a:t>
            </a:r>
          </a:p>
        </p:txBody>
      </p:sp>
      <p:sp>
        <p:nvSpPr>
          <p:cNvPr id="2" name="Hidden reference. Read the evidence limits in">
            <a:extLst xmlns:a="http://schemas.openxmlformats.org/drawingml/2006/main">
              <a:ext uri="{FF2B5EF4-FFF2-40B4-BE49-F238E27FC236}">
                <a16:creationId xmlns:a16="http://schemas.microsoft.com/office/drawing/2014/main" id="{14F1EF2D-A930-494D-ACEA-FF0B63212231}"/>
              </a:ext>
            </a:extLst>
          </p:cNvPr>
          <p:cNvSpPr>
            <a:spLocks xmlns:a="http://schemas.openxmlformats.org/drawingml/2006/main" noGrp="1"/>
          </p:cNvSpPr>
          <p:nvPr/>
        </p:nvSpPr>
        <p:spPr>
          <a:xfrm xmlns:a="http://schemas.openxmlformats.org/drawingml/2006/main">
            <a:off x="647700" y="1257300"/>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a:solidFill>
                  <a:srgbClr val="526875"/>
                </a:solidFill>
                <a:latin typeface="Arial"/>
                <a:ea typeface="Arial"/>
                <a:cs typeface="Arial"/>
              </a:defRPr>
            </a:defPPr>
            <a:lvl1pPr algn="l">
              <a:defRPr sz="1500" b="0">
                <a:solidFill>
                  <a:srgbClr val="526875"/>
                </a:solidFill>
                <a:latin typeface="Arial"/>
                <a:ea typeface="Arial"/>
                <a:cs typeface="Arial"/>
              </a:defRPr>
            </a:lvl1pPr>
            <a:lvl2pPr algn="l">
              <a:defRPr sz="1500" b="0">
                <a:solidFill>
                  <a:srgbClr val="526875"/>
                </a:solidFill>
                <a:latin typeface="Arial"/>
                <a:ea typeface="Arial"/>
                <a:cs typeface="Arial"/>
              </a:defRPr>
            </a:lvl2pPr>
            <a:lvl3pPr algn="l">
              <a:defRPr sz="1500" b="0">
                <a:solidFill>
                  <a:srgbClr val="526875"/>
                </a:solidFill>
                <a:latin typeface="Arial"/>
                <a:ea typeface="Arial"/>
                <a:cs typeface="Arial"/>
              </a:defRPr>
            </a:lvl3pPr>
            <a:lvl4pPr algn="l">
              <a:defRPr sz="1500" b="0">
                <a:solidFill>
                  <a:srgbClr val="526875"/>
                </a:solidFill>
                <a:latin typeface="Arial"/>
                <a:ea typeface="Arial"/>
                <a:cs typeface="Arial"/>
              </a:defRPr>
            </a:lvl4pPr>
            <a:lvl5pPr algn="l">
              <a:defRPr sz="1500" b="0">
                <a:solidFill>
                  <a:srgbClr val="526875"/>
                </a:solidFill>
                <a:latin typeface="Arial"/>
                <a:ea typeface="Arial"/>
                <a:cs typeface="Arial"/>
              </a:defRPr>
            </a:lvl5pPr>
            <a:lvl6pPr algn="l">
              <a:defRPr sz="1500" b="0">
                <a:solidFill>
                  <a:srgbClr val="526875"/>
                </a:solidFill>
                <a:latin typeface="Arial"/>
                <a:ea typeface="Arial"/>
                <a:cs typeface="Arial"/>
              </a:defRPr>
            </a:lvl6pPr>
            <a:lvl7pPr algn="l">
              <a:defRPr sz="1500" b="0">
                <a:solidFill>
                  <a:srgbClr val="526875"/>
                </a:solidFill>
                <a:latin typeface="Arial"/>
                <a:ea typeface="Arial"/>
                <a:cs typeface="Arial"/>
              </a:defRPr>
            </a:lvl7pPr>
            <a:lvl8pPr algn="l">
              <a:defRPr sz="1500" b="0">
                <a:solidFill>
                  <a:srgbClr val="526875"/>
                </a:solidFill>
                <a:latin typeface="Arial"/>
                <a:ea typeface="Arial"/>
                <a:cs typeface="Arial"/>
              </a:defRPr>
            </a:lvl8pPr>
            <a:lvl9pPr algn="l">
              <a:defRPr sz="1500" b="0">
                <a:solidFill>
                  <a:srgbClr val="526875"/>
                </a:solidFill>
                <a:latin typeface="Arial"/>
                <a:ea typeface="Arial"/>
                <a:cs typeface="Arial"/>
              </a:defRPr>
            </a:lvl9pPr>
          </a:lstStyle>
          <a:p xmlns:a="http://schemas.openxmlformats.org/drawingml/2006/main">
            <a:pPr algn="l">
              <a:defRPr sz="1500" b="0">
                <a:solidFill>
                  <a:srgbClr val="526875"/>
                </a:solidFill>
                <a:latin typeface="Arial"/>
                <a:ea typeface="Arial"/>
                <a:cs typeface="Arial"/>
              </a:defRPr>
            </a:pPr>
            <a:r>
              <a:rPr sz="1500" b="0">
                <a:solidFill>
                  <a:srgbClr val="526875"/>
                </a:solidFill>
                <a:latin typeface="Arial"/>
                <a:ea typeface="Arial"/>
                <a:cs typeface="Arial"/>
              </a:rPr>
              <a:t>Hidden reference. Read the evidence limits in the notes.</a:t>
            </a:r>
          </a:p>
        </p:txBody>
      </p:sp>
      <p:sp>
        <p:nvSpPr>
          <p:cNvPr id="3" name="37">
            <a:extLst xmlns:a="http://schemas.openxmlformats.org/drawingml/2006/main">
              <a:ext uri="{FF2B5EF4-FFF2-40B4-BE49-F238E27FC236}">
                <a16:creationId xmlns:a16="http://schemas.microsoft.com/office/drawing/2014/main" id="{A2529F43-4CCD-45D1-8B96-91043B2AA31D}"/>
              </a:ext>
            </a:extLst>
          </p:cNvPr>
          <p:cNvSpPr>
            <a:spLocks xmlns:a="http://schemas.openxmlformats.org/drawingml/2006/main" noGrp="1"/>
          </p:cNvSpPr>
          <p:nvPr/>
        </p:nvSpPr>
        <p:spPr>
          <a:xfrm xmlns:a="http://schemas.openxmlformats.org/drawingml/2006/main">
            <a:off x="11172825" y="641032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0">
                <a:solidFill>
                  <a:srgbClr val="526875"/>
                </a:solidFill>
                <a:latin typeface="Arial"/>
                <a:ea typeface="Arial"/>
                <a:cs typeface="Arial"/>
              </a:defRPr>
            </a:defPPr>
            <a:lvl1pPr algn="r">
              <a:defRPr sz="975" b="0">
                <a:solidFill>
                  <a:srgbClr val="526875"/>
                </a:solidFill>
                <a:latin typeface="Arial"/>
                <a:ea typeface="Arial"/>
                <a:cs typeface="Arial"/>
              </a:defRPr>
            </a:lvl1pPr>
            <a:lvl2pPr algn="r">
              <a:defRPr sz="975" b="0">
                <a:solidFill>
                  <a:srgbClr val="526875"/>
                </a:solidFill>
                <a:latin typeface="Arial"/>
                <a:ea typeface="Arial"/>
                <a:cs typeface="Arial"/>
              </a:defRPr>
            </a:lvl2pPr>
            <a:lvl3pPr algn="r">
              <a:defRPr sz="975" b="0">
                <a:solidFill>
                  <a:srgbClr val="526875"/>
                </a:solidFill>
                <a:latin typeface="Arial"/>
                <a:ea typeface="Arial"/>
                <a:cs typeface="Arial"/>
              </a:defRPr>
            </a:lvl3pPr>
            <a:lvl4pPr algn="r">
              <a:defRPr sz="975" b="0">
                <a:solidFill>
                  <a:srgbClr val="526875"/>
                </a:solidFill>
                <a:latin typeface="Arial"/>
                <a:ea typeface="Arial"/>
                <a:cs typeface="Arial"/>
              </a:defRPr>
            </a:lvl4pPr>
            <a:lvl5pPr algn="r">
              <a:defRPr sz="975" b="0">
                <a:solidFill>
                  <a:srgbClr val="526875"/>
                </a:solidFill>
                <a:latin typeface="Arial"/>
                <a:ea typeface="Arial"/>
                <a:cs typeface="Arial"/>
              </a:defRPr>
            </a:lvl5pPr>
            <a:lvl6pPr algn="r">
              <a:defRPr sz="975" b="0">
                <a:solidFill>
                  <a:srgbClr val="526875"/>
                </a:solidFill>
                <a:latin typeface="Arial"/>
                <a:ea typeface="Arial"/>
                <a:cs typeface="Arial"/>
              </a:defRPr>
            </a:lvl6pPr>
            <a:lvl7pPr algn="r">
              <a:defRPr sz="975" b="0">
                <a:solidFill>
                  <a:srgbClr val="526875"/>
                </a:solidFill>
                <a:latin typeface="Arial"/>
                <a:ea typeface="Arial"/>
                <a:cs typeface="Arial"/>
              </a:defRPr>
            </a:lvl7pPr>
            <a:lvl8pPr algn="r">
              <a:defRPr sz="975" b="0">
                <a:solidFill>
                  <a:srgbClr val="526875"/>
                </a:solidFill>
                <a:latin typeface="Arial"/>
                <a:ea typeface="Arial"/>
                <a:cs typeface="Arial"/>
              </a:defRPr>
            </a:lvl8pPr>
            <a:lvl9pPr algn="r">
              <a:defRPr sz="975" b="0">
                <a:solidFill>
                  <a:srgbClr val="526875"/>
                </a:solidFill>
                <a:latin typeface="Arial"/>
                <a:ea typeface="Arial"/>
                <a:cs typeface="Arial"/>
              </a:defRPr>
            </a:lvl9pPr>
          </a:lstStyle>
          <a:p xmlns:a="http://schemas.openxmlformats.org/drawingml/2006/main">
            <a:pPr algn="r">
              <a:defRPr sz="975" b="0">
                <a:solidFill>
                  <a:srgbClr val="526875"/>
                </a:solidFill>
                <a:latin typeface="Arial"/>
                <a:ea typeface="Arial"/>
                <a:cs typeface="Arial"/>
              </a:defRPr>
            </a:pPr>
            <a:r>
              <a:rPr sz="975" b="0">
                <a:solidFill>
                  <a:srgbClr val="526875"/>
                </a:solidFill>
                <a:latin typeface="Arial"/>
                <a:ea typeface="Arial"/>
                <a:cs typeface="Arial"/>
              </a:rPr>
              <a:t>37</a:t>
            </a:r>
          </a:p>
        </p:txBody>
      </p:sp>
      <p:graphicFrame>
        <p:nvGraphicFramePr>
          <p:cNvPr id="4" name="">
            <a:extLst xmlns:a="http://schemas.openxmlformats.org/drawingml/2006/main">
              <a:ext uri="{FF2B5EF4-FFF2-40B4-BE49-F238E27FC236}">
                <a16:creationId xmlns:a16="http://schemas.microsoft.com/office/drawing/2014/main" id="{F89F1E6E-DF91-4E06-83C2-90AA0314068A}"/>
              </a:ext>
            </a:extLst>
          </p:cNvPr>
          <p:cNvGraphicFramePr/>
          <p:nvPr/>
        </p:nvGraphicFramePr>
        <p:xfrm>
          <a:off xmlns:a="http://schemas.openxmlformats.org/drawingml/2006/main" x="714375" y="1885950"/>
          <a:ext xmlns:a="http://schemas.openxmlformats.org/drawingml/2006/main" cx="10763250" cy="3486150"/>
        </p:xfrm>
        <a:graphic xmlns:a="http://schemas.openxmlformats.org/drawingml/2006/main">
          <a:graphicData uri="http://schemas.openxmlformats.org/drawingml/2006/table">
            <a:tbl>
              <a:tblPr firstRow="1" bandRow="0"/>
              <a:tblGrid>
                <a:gridCol w="2857500"/>
                <a:gridCol w="3952875"/>
                <a:gridCol w="3952875"/>
              </a:tblGrid>
              <a:tr h="697230">
                <a:tc>
                  <a:txBody>
                    <a:bodyPr/>
                    <a:lstStyle/>
                    <a:p>
                      <a:r>
                        <a:rPr sz="1500" b="1">
                          <a:solidFill>
                            <a:srgbClr val="FFFFFF"/>
                          </a:solidFill>
                          <a:latin typeface="Arial"/>
                          <a:ea typeface="Arial"/>
                          <a:cs typeface="Arial"/>
                        </a:rPr>
                        <a:t>Cost component</a:t>
                      </a:r>
                    </a:p>
                  </a:txBody>
                  <a:tcPr marL="91440" marR="91440" marT="45720" marB="45720">
                    <a:lnL w="9525">
                      <a:solidFill>
                        <a:srgbClr val="D7DCD8"/>
                      </a:solidFill>
                      <a:prstDash val="solid"/>
                    </a:lnL>
                    <a:lnR w="9525">
                      <a:solidFill>
                        <a:srgbClr val="D7DCD8"/>
                      </a:solidFill>
                      <a:prstDash val="solid"/>
                    </a:lnR>
                    <a:lnT w="9525">
                      <a:solidFill>
                        <a:srgbClr val="D7DCD8"/>
                      </a:solidFill>
                      <a:prstDash val="solid"/>
                    </a:lnT>
                    <a:lnB w="9525">
                      <a:solidFill>
                        <a:srgbClr val="D7DCD8"/>
                      </a:solidFill>
                      <a:prstDash val="solid"/>
                    </a:lnB>
                    <a:solidFill>
                      <a:srgbClr val="123148"/>
                    </a:solidFill>
                  </a:tcPr>
                </a:tc>
                <a:tc>
                  <a:txBody>
                    <a:bodyPr/>
                    <a:lstStyle/>
                    <a:p>
                      <a:r>
                        <a:rPr sz="1500" b="1">
                          <a:solidFill>
                            <a:srgbClr val="FFFFFF"/>
                          </a:solidFill>
                          <a:latin typeface="Arial"/>
                          <a:ea typeface="Arial"/>
                          <a:cs typeface="Arial"/>
                        </a:rPr>
                        <a:t>Hosted API</a:t>
                      </a:r>
                    </a:p>
                  </a:txBody>
                  <a:tcPr marL="91440" marR="91440" marT="45720" marB="45720">
                    <a:lnR w="9525">
                      <a:solidFill>
                        <a:srgbClr val="D7DCD8"/>
                      </a:solidFill>
                      <a:prstDash val="solid"/>
                    </a:lnR>
                    <a:lnT w="9525">
                      <a:solidFill>
                        <a:srgbClr val="D7DCD8"/>
                      </a:solidFill>
                      <a:prstDash val="solid"/>
                    </a:lnT>
                    <a:lnB w="9525">
                      <a:solidFill>
                        <a:srgbClr val="D7DCD8"/>
                      </a:solidFill>
                      <a:prstDash val="solid"/>
                    </a:lnB>
                    <a:solidFill>
                      <a:srgbClr val="123148"/>
                    </a:solidFill>
                  </a:tcPr>
                </a:tc>
                <a:tc>
                  <a:txBody>
                    <a:bodyPr/>
                    <a:lstStyle/>
                    <a:p>
                      <a:r>
                        <a:rPr sz="1500" b="1">
                          <a:solidFill>
                            <a:srgbClr val="FFFFFF"/>
                          </a:solidFill>
                          <a:latin typeface="Arial"/>
                          <a:ea typeface="Arial"/>
                          <a:cs typeface="Arial"/>
                        </a:rPr>
                        <a:t>Local model</a:t>
                      </a:r>
                    </a:p>
                  </a:txBody>
                  <a:tcPr marL="91440" marR="91440" marT="45720" marB="45720">
                    <a:lnR w="9525">
                      <a:solidFill>
                        <a:srgbClr val="D7DCD8"/>
                      </a:solidFill>
                      <a:prstDash val="solid"/>
                    </a:lnR>
                    <a:lnT w="9525">
                      <a:solidFill>
                        <a:srgbClr val="D7DCD8"/>
                      </a:solidFill>
                      <a:prstDash val="solid"/>
                    </a:lnT>
                    <a:lnB w="9525">
                      <a:solidFill>
                        <a:srgbClr val="D7DCD8"/>
                      </a:solidFill>
                      <a:prstDash val="solid"/>
                    </a:lnB>
                    <a:solidFill>
                      <a:srgbClr val="123148"/>
                    </a:solidFill>
                  </a:tcPr>
                </a:tc>
              </a:tr>
              <a:tr h="697230">
                <a:tc>
                  <a:txBody>
                    <a:bodyPr/>
                    <a:lstStyle/>
                    <a:p>
                      <a:r>
                        <a:rPr sz="1575" b="1">
                          <a:solidFill>
                            <a:srgbClr val="112B3A"/>
                          </a:solidFill>
                          <a:latin typeface="Arial"/>
                          <a:ea typeface="Arial"/>
                          <a:cs typeface="Arial"/>
                        </a:rPr>
                        <a:t>Setup and integration</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FFFFFF"/>
                    </a:solidFill>
                  </a:tcPr>
                </a:tc>
                <a:tc>
                  <a:txBody>
                    <a:bodyPr/>
                    <a:lstStyle/>
                    <a:p>
                      <a:r>
                        <a:rPr sz="1575" b="0">
                          <a:solidFill>
                            <a:srgbClr val="112B3A"/>
                          </a:solidFill>
                          <a:latin typeface="Arial"/>
                          <a:ea typeface="Arial"/>
                          <a:cs typeface="Arial"/>
                        </a:rPr>
                        <a:t>Keys, billing, network, workspace</a:t>
                      </a:r>
                    </a:p>
                  </a:txBody>
                  <a:tcPr marL="91440" marR="91440" marT="45720" marB="45720">
                    <a:lnR w="9525">
                      <a:solidFill>
                        <a:srgbClr val="D7DCD8"/>
                      </a:solidFill>
                      <a:prstDash val="solid"/>
                    </a:lnR>
                    <a:lnB w="9525">
                      <a:solidFill>
                        <a:srgbClr val="D7DCD8"/>
                      </a:solidFill>
                      <a:prstDash val="solid"/>
                    </a:lnB>
                    <a:solidFill>
                      <a:srgbClr val="FFFFFF"/>
                    </a:solidFill>
                  </a:tcPr>
                </a:tc>
                <a:tc>
                  <a:txBody>
                    <a:bodyPr/>
                    <a:lstStyle/>
                    <a:p>
                      <a:r>
                        <a:rPr sz="1575" b="0">
                          <a:solidFill>
                            <a:srgbClr val="112B3A"/>
                          </a:solidFill>
                          <a:latin typeface="Arial"/>
                          <a:ea typeface="Arial"/>
                          <a:cs typeface="Arial"/>
                        </a:rPr>
                        <a:t>Runtime, weights, device and memory</a:t>
                      </a:r>
                    </a:p>
                  </a:txBody>
                  <a:tcPr marL="91440" marR="91440" marT="45720" marB="45720">
                    <a:lnR w="9525">
                      <a:solidFill>
                        <a:srgbClr val="D7DCD8"/>
                      </a:solidFill>
                      <a:prstDash val="solid"/>
                    </a:lnR>
                    <a:lnB w="9525">
                      <a:solidFill>
                        <a:srgbClr val="D7DCD8"/>
                      </a:solidFill>
                      <a:prstDash val="solid"/>
                    </a:lnB>
                    <a:solidFill>
                      <a:srgbClr val="FFFFFF"/>
                    </a:solidFill>
                  </a:tcPr>
                </a:tc>
              </a:tr>
              <a:tr h="697230">
                <a:tc>
                  <a:txBody>
                    <a:bodyPr/>
                    <a:lstStyle/>
                    <a:p>
                      <a:r>
                        <a:rPr sz="1575" b="1">
                          <a:solidFill>
                            <a:srgbClr val="112B3A"/>
                          </a:solidFill>
                          <a:latin typeface="Arial"/>
                          <a:ea typeface="Arial"/>
                          <a:cs typeface="Arial"/>
                        </a:rPr>
                        <a:t>Per-run inference</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E2EDEB"/>
                    </a:solidFill>
                  </a:tcPr>
                </a:tc>
                <a:tc>
                  <a:txBody>
                    <a:bodyPr/>
                    <a:lstStyle/>
                    <a:p>
                      <a:r>
                        <a:rPr sz="1575" b="0">
                          <a:solidFill>
                            <a:srgbClr val="112B3A"/>
                          </a:solidFill>
                          <a:latin typeface="Arial"/>
                          <a:ea typeface="Arial"/>
                          <a:cs typeface="Arial"/>
                        </a:rPr>
                        <a:t>Metered token charges</a:t>
                      </a:r>
                    </a:p>
                  </a:txBody>
                  <a:tcPr marL="91440" marR="91440" marT="45720" marB="45720">
                    <a:lnR w="9525">
                      <a:solidFill>
                        <a:srgbClr val="D7DCD8"/>
                      </a:solidFill>
                      <a:prstDash val="solid"/>
                    </a:lnR>
                    <a:lnB w="9525">
                      <a:solidFill>
                        <a:srgbClr val="D7DCD8"/>
                      </a:solidFill>
                      <a:prstDash val="solid"/>
                    </a:lnB>
                    <a:solidFill>
                      <a:srgbClr val="E2EDEB"/>
                    </a:solidFill>
                  </a:tcPr>
                </a:tc>
                <a:tc>
                  <a:txBody>
                    <a:bodyPr/>
                    <a:lstStyle/>
                    <a:p>
                      <a:r>
                        <a:rPr sz="1575" b="0">
                          <a:solidFill>
                            <a:srgbClr val="112B3A"/>
                          </a:solidFill>
                          <a:latin typeface="Arial"/>
                          <a:ea typeface="Arial"/>
                          <a:cs typeface="Arial"/>
                        </a:rPr>
                        <a:t>Owned compute and operations</a:t>
                      </a:r>
                    </a:p>
                  </a:txBody>
                  <a:tcPr marL="91440" marR="91440" marT="45720" marB="45720">
                    <a:lnR w="9525">
                      <a:solidFill>
                        <a:srgbClr val="D7DCD8"/>
                      </a:solidFill>
                      <a:prstDash val="solid"/>
                    </a:lnR>
                    <a:lnB w="9525">
                      <a:solidFill>
                        <a:srgbClr val="D7DCD8"/>
                      </a:solidFill>
                      <a:prstDash val="solid"/>
                    </a:lnB>
                    <a:solidFill>
                      <a:srgbClr val="E2EDEB"/>
                    </a:solidFill>
                  </a:tcPr>
                </a:tc>
              </a:tr>
              <a:tr h="697230">
                <a:tc>
                  <a:txBody>
                    <a:bodyPr/>
                    <a:lstStyle/>
                    <a:p>
                      <a:r>
                        <a:rPr sz="1575" b="1">
                          <a:solidFill>
                            <a:srgbClr val="112B3A"/>
                          </a:solidFill>
                          <a:latin typeface="Arial"/>
                          <a:ea typeface="Arial"/>
                          <a:cs typeface="Arial"/>
                        </a:rPr>
                        <a:t>Shared engineering</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FFFFFF"/>
                    </a:solidFill>
                  </a:tcPr>
                </a:tc>
                <a:tc>
                  <a:txBody>
                    <a:bodyPr/>
                    <a:lstStyle/>
                    <a:p>
                      <a:r>
                        <a:rPr sz="1575" b="0">
                          <a:solidFill>
                            <a:srgbClr val="112B3A"/>
                          </a:solidFill>
                          <a:latin typeface="Arial"/>
                          <a:ea typeface="Arial"/>
                          <a:cs typeface="Arial"/>
                        </a:rPr>
                        <a:t>Compiler, tests, credentials and observability</a:t>
                      </a:r>
                    </a:p>
                  </a:txBody>
                  <a:tcPr marL="91440" marR="91440" marT="45720" marB="45720">
                    <a:lnR w="9525">
                      <a:solidFill>
                        <a:srgbClr val="D7DCD8"/>
                      </a:solidFill>
                      <a:prstDash val="solid"/>
                    </a:lnR>
                    <a:lnB w="9525">
                      <a:solidFill>
                        <a:srgbClr val="D7DCD8"/>
                      </a:solidFill>
                      <a:prstDash val="solid"/>
                    </a:lnB>
                    <a:solidFill>
                      <a:srgbClr val="FFFFFF"/>
                    </a:solidFill>
                  </a:tcPr>
                </a:tc>
                <a:tc>
                  <a:txBody>
                    <a:bodyPr/>
                    <a:lstStyle/>
                    <a:p>
                      <a:r>
                        <a:rPr sz="1575" b="0">
                          <a:solidFill>
                            <a:srgbClr val="112B3A"/>
                          </a:solidFill>
                          <a:latin typeface="Arial"/>
                          <a:ea typeface="Arial"/>
                          <a:cs typeface="Arial"/>
                        </a:rPr>
                        <a:t>Compiler, tests, credentials and observability</a:t>
                      </a:r>
                    </a:p>
                  </a:txBody>
                  <a:tcPr marL="91440" marR="91440" marT="45720" marB="45720">
                    <a:lnR w="9525">
                      <a:solidFill>
                        <a:srgbClr val="D7DCD8"/>
                      </a:solidFill>
                      <a:prstDash val="solid"/>
                    </a:lnR>
                    <a:lnB w="9525">
                      <a:solidFill>
                        <a:srgbClr val="D7DCD8"/>
                      </a:solidFill>
                      <a:prstDash val="solid"/>
                    </a:lnB>
                    <a:solidFill>
                      <a:srgbClr val="FFFFFF"/>
                    </a:solidFill>
                  </a:tcPr>
                </a:tc>
              </a:tr>
              <a:tr h="697230">
                <a:tc>
                  <a:txBody>
                    <a:bodyPr/>
                    <a:lstStyle/>
                    <a:p>
                      <a:r>
                        <a:rPr sz="1575" b="1">
                          <a:solidFill>
                            <a:srgbClr val="112B3A"/>
                          </a:solidFill>
                          <a:latin typeface="Arial"/>
                          <a:ea typeface="Arial"/>
                          <a:cs typeface="Arial"/>
                        </a:rPr>
                        <a:t>Human review</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E2EDEB"/>
                    </a:solidFill>
                  </a:tcPr>
                </a:tc>
                <a:tc>
                  <a:txBody>
                    <a:bodyPr/>
                    <a:lstStyle/>
                    <a:p>
                      <a:r>
                        <a:rPr sz="1575" b="0">
                          <a:solidFill>
                            <a:srgbClr val="112B3A"/>
                          </a:solidFill>
                          <a:latin typeface="Arial"/>
                          <a:ea typeface="Arial"/>
                          <a:cs typeface="Arial"/>
                        </a:rPr>
                        <a:t>Uncertainty and unmet intent</a:t>
                      </a:r>
                    </a:p>
                  </a:txBody>
                  <a:tcPr marL="91440" marR="91440" marT="45720" marB="45720">
                    <a:lnR w="9525">
                      <a:solidFill>
                        <a:srgbClr val="D7DCD8"/>
                      </a:solidFill>
                      <a:prstDash val="solid"/>
                    </a:lnR>
                    <a:lnB w="9525">
                      <a:solidFill>
                        <a:srgbClr val="D7DCD8"/>
                      </a:solidFill>
                      <a:prstDash val="solid"/>
                    </a:lnB>
                    <a:solidFill>
                      <a:srgbClr val="E2EDEB"/>
                    </a:solidFill>
                  </a:tcPr>
                </a:tc>
                <a:tc>
                  <a:txBody>
                    <a:bodyPr/>
                    <a:lstStyle/>
                    <a:p>
                      <a:r>
                        <a:rPr sz="1575" b="0">
                          <a:solidFill>
                            <a:srgbClr val="112B3A"/>
                          </a:solidFill>
                          <a:latin typeface="Arial"/>
                          <a:ea typeface="Arial"/>
                          <a:cs typeface="Arial"/>
                        </a:rPr>
                        <a:t>Uncertainty and unmet intent</a:t>
                      </a:r>
                    </a:p>
                  </a:txBody>
                  <a:tcPr marL="91440" marR="91440" marT="45720" marB="45720">
                    <a:lnR w="9525">
                      <a:solidFill>
                        <a:srgbClr val="D7DCD8"/>
                      </a:solidFill>
                      <a:prstDash val="solid"/>
                    </a:lnR>
                    <a:lnB w="9525">
                      <a:solidFill>
                        <a:srgbClr val="D7DCD8"/>
                      </a:solidFill>
                      <a:prstDash val="solid"/>
                    </a:lnB>
                    <a:solidFill>
                      <a:srgbClr val="E2EDEB"/>
                    </a:solidFill>
                  </a:tcPr>
                </a:tc>
              </a:tr>
            </a:tbl>
          </a:graphicData>
        </a:graphic>
      </p:graphicFrame>
      <p:sp>
        <p:nvSpPr>
          <p:cNvPr id="5" name="Reviewer time unmeasured; local compute is no">
            <a:extLst xmlns:a="http://schemas.openxmlformats.org/drawingml/2006/main">
              <a:ext uri="{FF2B5EF4-FFF2-40B4-BE49-F238E27FC236}">
                <a16:creationId xmlns:a16="http://schemas.microsoft.com/office/drawing/2014/main" id="{023F3DF3-EC42-47B4-80D2-EB61B80FB54F}"/>
              </a:ext>
            </a:extLst>
          </p:cNvPr>
          <p:cNvSpPr>
            <a:spLocks xmlns:a="http://schemas.openxmlformats.org/drawingml/2006/main" noGrp="1"/>
          </p:cNvSpPr>
          <p:nvPr/>
        </p:nvSpPr>
        <p:spPr>
          <a:xfrm xmlns:a="http://schemas.openxmlformats.org/drawingml/2006/main">
            <a:off x="723900" y="6019800"/>
            <a:ext cx="105727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75" b="1">
                <a:solidFill>
                  <a:srgbClr val="F7785D"/>
                </a:solidFill>
                <a:latin typeface="Arial"/>
                <a:ea typeface="Arial"/>
                <a:cs typeface="Arial"/>
              </a:defRPr>
            </a:defPPr>
            <a:lvl1pPr algn="l">
              <a:defRPr sz="1575" b="1">
                <a:solidFill>
                  <a:srgbClr val="F7785D"/>
                </a:solidFill>
                <a:latin typeface="Arial"/>
                <a:ea typeface="Arial"/>
                <a:cs typeface="Arial"/>
              </a:defRPr>
            </a:lvl1pPr>
            <a:lvl2pPr algn="l">
              <a:defRPr sz="1575" b="1">
                <a:solidFill>
                  <a:srgbClr val="F7785D"/>
                </a:solidFill>
                <a:latin typeface="Arial"/>
                <a:ea typeface="Arial"/>
                <a:cs typeface="Arial"/>
              </a:defRPr>
            </a:lvl2pPr>
            <a:lvl3pPr algn="l">
              <a:defRPr sz="1575" b="1">
                <a:solidFill>
                  <a:srgbClr val="F7785D"/>
                </a:solidFill>
                <a:latin typeface="Arial"/>
                <a:ea typeface="Arial"/>
                <a:cs typeface="Arial"/>
              </a:defRPr>
            </a:lvl3pPr>
            <a:lvl4pPr algn="l">
              <a:defRPr sz="1575" b="1">
                <a:solidFill>
                  <a:srgbClr val="F7785D"/>
                </a:solidFill>
                <a:latin typeface="Arial"/>
                <a:ea typeface="Arial"/>
                <a:cs typeface="Arial"/>
              </a:defRPr>
            </a:lvl4pPr>
            <a:lvl5pPr algn="l">
              <a:defRPr sz="1575" b="1">
                <a:solidFill>
                  <a:srgbClr val="F7785D"/>
                </a:solidFill>
                <a:latin typeface="Arial"/>
                <a:ea typeface="Arial"/>
                <a:cs typeface="Arial"/>
              </a:defRPr>
            </a:lvl5pPr>
            <a:lvl6pPr algn="l">
              <a:defRPr sz="1575" b="1">
                <a:solidFill>
                  <a:srgbClr val="F7785D"/>
                </a:solidFill>
                <a:latin typeface="Arial"/>
                <a:ea typeface="Arial"/>
                <a:cs typeface="Arial"/>
              </a:defRPr>
            </a:lvl6pPr>
            <a:lvl7pPr algn="l">
              <a:defRPr sz="1575" b="1">
                <a:solidFill>
                  <a:srgbClr val="F7785D"/>
                </a:solidFill>
                <a:latin typeface="Arial"/>
                <a:ea typeface="Arial"/>
                <a:cs typeface="Arial"/>
              </a:defRPr>
            </a:lvl7pPr>
            <a:lvl8pPr algn="l">
              <a:defRPr sz="1575" b="1">
                <a:solidFill>
                  <a:srgbClr val="F7785D"/>
                </a:solidFill>
                <a:latin typeface="Arial"/>
                <a:ea typeface="Arial"/>
                <a:cs typeface="Arial"/>
              </a:defRPr>
            </a:lvl8pPr>
            <a:lvl9pPr algn="l">
              <a:defRPr sz="1575" b="1">
                <a:solidFill>
                  <a:srgbClr val="F7785D"/>
                </a:solidFill>
                <a:latin typeface="Arial"/>
                <a:ea typeface="Arial"/>
                <a:cs typeface="Arial"/>
              </a:defRPr>
            </a:lvl9pPr>
          </a:lstStyle>
          <a:p xmlns:a="http://schemas.openxmlformats.org/drawingml/2006/main">
            <a:pPr algn="l">
              <a:defRPr sz="1575" b="1">
                <a:solidFill>
                  <a:srgbClr val="F7785D"/>
                </a:solidFill>
                <a:latin typeface="Arial"/>
                <a:ea typeface="Arial"/>
                <a:cs typeface="Arial"/>
              </a:defRPr>
            </a:pPr>
            <a:r>
              <a:rPr sz="1575" b="1">
                <a:solidFill>
                  <a:srgbClr val="F7785D"/>
                </a:solidFill>
                <a:latin typeface="Arial"/>
                <a:ea typeface="Arial"/>
                <a:cs typeface="Arial"/>
              </a:rPr>
              <a:t>Reviewer time unmeasured; local compute is not free</a:t>
            </a:r>
          </a:p>
        </p:txBody>
      </p:sp>
    </p:spTree>
    <p:extLst>
      <p:ext uri="{BB962C8B-B14F-4D97-AF65-F5344CB8AC3E}">
        <p14:creationId xmlns:p14="http://schemas.microsoft.com/office/powerpoint/2010/main" val="857236559"/>
      </p:ext>
    </p:extLst>
  </p:cSld>
</p:sld>
</file>

<file path=ppt/slides/slide38.xml><?xml version="1.0" encoding="utf-8"?>
<p:sld xmlns:p="http://schemas.openxmlformats.org/presentationml/2006/main" show="0">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6" name="slide-38-title">
            <a:extLst xmlns:a="http://schemas.openxmlformats.org/drawingml/2006/main">
              <a:ext uri="{FF2B5EF4-FFF2-40B4-BE49-F238E27FC236}">
                <a16:creationId xmlns:a16="http://schemas.microsoft.com/office/drawing/2014/main" id="{62FBC5C2-7751-4DBD-BD8A-AB8DCDDBC2A5}"/>
              </a:ext>
            </a:extLst>
          </p:cNvPr>
          <p:cNvSpPr>
            <a:spLocks xmlns:a="http://schemas.openxmlformats.org/drawingml/2006/main" noGrp="1"/>
          </p:cNvSpPr>
          <p:nvPr/>
        </p:nvSpPr>
        <p:spPr>
          <a:xfrm xmlns:a="http://schemas.openxmlformats.org/drawingml/2006/main">
            <a:off x="609600" y="476250"/>
            <a:ext cx="10858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112B3A"/>
                </a:solidFill>
                <a:latin typeface="Arial"/>
                <a:ea typeface="Arial"/>
                <a:cs typeface="Arial"/>
              </a:defRPr>
            </a:defPPr>
            <a:lvl1pPr algn="l">
              <a:defRPr sz="3150" b="1">
                <a:solidFill>
                  <a:srgbClr val="112B3A"/>
                </a:solidFill>
                <a:latin typeface="Arial"/>
                <a:ea typeface="Arial"/>
                <a:cs typeface="Arial"/>
              </a:defRPr>
            </a:lvl1pPr>
            <a:lvl2pPr algn="l">
              <a:defRPr sz="3150" b="1">
                <a:solidFill>
                  <a:srgbClr val="112B3A"/>
                </a:solidFill>
                <a:latin typeface="Arial"/>
                <a:ea typeface="Arial"/>
                <a:cs typeface="Arial"/>
              </a:defRPr>
            </a:lvl2pPr>
            <a:lvl3pPr algn="l">
              <a:defRPr sz="3150" b="1">
                <a:solidFill>
                  <a:srgbClr val="112B3A"/>
                </a:solidFill>
                <a:latin typeface="Arial"/>
                <a:ea typeface="Arial"/>
                <a:cs typeface="Arial"/>
              </a:defRPr>
            </a:lvl3pPr>
            <a:lvl4pPr algn="l">
              <a:defRPr sz="3150" b="1">
                <a:solidFill>
                  <a:srgbClr val="112B3A"/>
                </a:solidFill>
                <a:latin typeface="Arial"/>
                <a:ea typeface="Arial"/>
                <a:cs typeface="Arial"/>
              </a:defRPr>
            </a:lvl4pPr>
            <a:lvl5pPr algn="l">
              <a:defRPr sz="3150" b="1">
                <a:solidFill>
                  <a:srgbClr val="112B3A"/>
                </a:solidFill>
                <a:latin typeface="Arial"/>
                <a:ea typeface="Arial"/>
                <a:cs typeface="Arial"/>
              </a:defRPr>
            </a:lvl5pPr>
            <a:lvl6pPr algn="l">
              <a:defRPr sz="3150" b="1">
                <a:solidFill>
                  <a:srgbClr val="112B3A"/>
                </a:solidFill>
                <a:latin typeface="Arial"/>
                <a:ea typeface="Arial"/>
                <a:cs typeface="Arial"/>
              </a:defRPr>
            </a:lvl6pPr>
            <a:lvl7pPr algn="l">
              <a:defRPr sz="3150" b="1">
                <a:solidFill>
                  <a:srgbClr val="112B3A"/>
                </a:solidFill>
                <a:latin typeface="Arial"/>
                <a:ea typeface="Arial"/>
                <a:cs typeface="Arial"/>
              </a:defRPr>
            </a:lvl7pPr>
            <a:lvl8pPr algn="l">
              <a:defRPr sz="3150" b="1">
                <a:solidFill>
                  <a:srgbClr val="112B3A"/>
                </a:solidFill>
                <a:latin typeface="Arial"/>
                <a:ea typeface="Arial"/>
                <a:cs typeface="Arial"/>
              </a:defRPr>
            </a:lvl8pPr>
            <a:lvl9pPr algn="l">
              <a:defRPr sz="3150" b="1">
                <a:solidFill>
                  <a:srgbClr val="112B3A"/>
                </a:solidFill>
                <a:latin typeface="Arial"/>
                <a:ea typeface="Arial"/>
                <a:cs typeface="Arial"/>
              </a:defRPr>
            </a:lvl9pPr>
          </a:lstStyle>
          <a:p xmlns:a="http://schemas.openxmlformats.org/drawingml/2006/main">
            <a:pPr algn="l">
              <a:defRPr sz="3150" b="1">
                <a:solidFill>
                  <a:srgbClr val="112B3A"/>
                </a:solidFill>
                <a:latin typeface="Arial"/>
                <a:ea typeface="Arial"/>
                <a:cs typeface="Arial"/>
              </a:defRPr>
            </a:pPr>
            <a:r>
              <a:rPr sz="3150" b="1">
                <a:solidFill>
                  <a:srgbClr val="112B3A"/>
                </a:solidFill>
                <a:latin typeface="Arial"/>
                <a:ea typeface="Arial"/>
                <a:cs typeface="Arial"/>
              </a:rPr>
              <a:t>Full pilot comparison</a:t>
            </a:r>
          </a:p>
        </p:txBody>
      </p:sp>
      <p:sp>
        <p:nvSpPr>
          <p:cNvPr id="2" name="Hidden reference. Read the evidence limits in">
            <a:extLst xmlns:a="http://schemas.openxmlformats.org/drawingml/2006/main">
              <a:ext uri="{FF2B5EF4-FFF2-40B4-BE49-F238E27FC236}">
                <a16:creationId xmlns:a16="http://schemas.microsoft.com/office/drawing/2014/main" id="{DF90002C-54D4-4E2C-AFA2-15841B6118BC}"/>
              </a:ext>
            </a:extLst>
          </p:cNvPr>
          <p:cNvSpPr>
            <a:spLocks xmlns:a="http://schemas.openxmlformats.org/drawingml/2006/main" noGrp="1"/>
          </p:cNvSpPr>
          <p:nvPr/>
        </p:nvSpPr>
        <p:spPr>
          <a:xfrm xmlns:a="http://schemas.openxmlformats.org/drawingml/2006/main">
            <a:off x="647700" y="1257300"/>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a:solidFill>
                  <a:srgbClr val="526875"/>
                </a:solidFill>
                <a:latin typeface="Arial"/>
                <a:ea typeface="Arial"/>
                <a:cs typeface="Arial"/>
              </a:defRPr>
            </a:defPPr>
            <a:lvl1pPr algn="l">
              <a:defRPr sz="1500" b="0">
                <a:solidFill>
                  <a:srgbClr val="526875"/>
                </a:solidFill>
                <a:latin typeface="Arial"/>
                <a:ea typeface="Arial"/>
                <a:cs typeface="Arial"/>
              </a:defRPr>
            </a:lvl1pPr>
            <a:lvl2pPr algn="l">
              <a:defRPr sz="1500" b="0">
                <a:solidFill>
                  <a:srgbClr val="526875"/>
                </a:solidFill>
                <a:latin typeface="Arial"/>
                <a:ea typeface="Arial"/>
                <a:cs typeface="Arial"/>
              </a:defRPr>
            </a:lvl2pPr>
            <a:lvl3pPr algn="l">
              <a:defRPr sz="1500" b="0">
                <a:solidFill>
                  <a:srgbClr val="526875"/>
                </a:solidFill>
                <a:latin typeface="Arial"/>
                <a:ea typeface="Arial"/>
                <a:cs typeface="Arial"/>
              </a:defRPr>
            </a:lvl3pPr>
            <a:lvl4pPr algn="l">
              <a:defRPr sz="1500" b="0">
                <a:solidFill>
                  <a:srgbClr val="526875"/>
                </a:solidFill>
                <a:latin typeface="Arial"/>
                <a:ea typeface="Arial"/>
                <a:cs typeface="Arial"/>
              </a:defRPr>
            </a:lvl4pPr>
            <a:lvl5pPr algn="l">
              <a:defRPr sz="1500" b="0">
                <a:solidFill>
                  <a:srgbClr val="526875"/>
                </a:solidFill>
                <a:latin typeface="Arial"/>
                <a:ea typeface="Arial"/>
                <a:cs typeface="Arial"/>
              </a:defRPr>
            </a:lvl5pPr>
            <a:lvl6pPr algn="l">
              <a:defRPr sz="1500" b="0">
                <a:solidFill>
                  <a:srgbClr val="526875"/>
                </a:solidFill>
                <a:latin typeface="Arial"/>
                <a:ea typeface="Arial"/>
                <a:cs typeface="Arial"/>
              </a:defRPr>
            </a:lvl6pPr>
            <a:lvl7pPr algn="l">
              <a:defRPr sz="1500" b="0">
                <a:solidFill>
                  <a:srgbClr val="526875"/>
                </a:solidFill>
                <a:latin typeface="Arial"/>
                <a:ea typeface="Arial"/>
                <a:cs typeface="Arial"/>
              </a:defRPr>
            </a:lvl7pPr>
            <a:lvl8pPr algn="l">
              <a:defRPr sz="1500" b="0">
                <a:solidFill>
                  <a:srgbClr val="526875"/>
                </a:solidFill>
                <a:latin typeface="Arial"/>
                <a:ea typeface="Arial"/>
                <a:cs typeface="Arial"/>
              </a:defRPr>
            </a:lvl8pPr>
            <a:lvl9pPr algn="l">
              <a:defRPr sz="1500" b="0">
                <a:solidFill>
                  <a:srgbClr val="526875"/>
                </a:solidFill>
                <a:latin typeface="Arial"/>
                <a:ea typeface="Arial"/>
                <a:cs typeface="Arial"/>
              </a:defRPr>
            </a:lvl9pPr>
          </a:lstStyle>
          <a:p xmlns:a="http://schemas.openxmlformats.org/drawingml/2006/main">
            <a:pPr algn="l">
              <a:defRPr sz="1500" b="0">
                <a:solidFill>
                  <a:srgbClr val="526875"/>
                </a:solidFill>
                <a:latin typeface="Arial"/>
                <a:ea typeface="Arial"/>
                <a:cs typeface="Arial"/>
              </a:defRPr>
            </a:pPr>
            <a:r>
              <a:rPr sz="1500" b="0">
                <a:solidFill>
                  <a:srgbClr val="526875"/>
                </a:solidFill>
                <a:latin typeface="Arial"/>
                <a:ea typeface="Arial"/>
                <a:cs typeface="Arial"/>
              </a:rPr>
              <a:t>Hidden reference. Read the evidence limits in the notes.</a:t>
            </a:r>
          </a:p>
        </p:txBody>
      </p:sp>
      <p:sp>
        <p:nvSpPr>
          <p:cNvPr id="3" name="38">
            <a:extLst xmlns:a="http://schemas.openxmlformats.org/drawingml/2006/main">
              <a:ext uri="{FF2B5EF4-FFF2-40B4-BE49-F238E27FC236}">
                <a16:creationId xmlns:a16="http://schemas.microsoft.com/office/drawing/2014/main" id="{D14B09E5-9C2F-48B1-AE78-F3C6226D06FB}"/>
              </a:ext>
            </a:extLst>
          </p:cNvPr>
          <p:cNvSpPr>
            <a:spLocks xmlns:a="http://schemas.openxmlformats.org/drawingml/2006/main" noGrp="1"/>
          </p:cNvSpPr>
          <p:nvPr/>
        </p:nvSpPr>
        <p:spPr>
          <a:xfrm xmlns:a="http://schemas.openxmlformats.org/drawingml/2006/main">
            <a:off x="11172825" y="6410325"/>
            <a:ext cx="409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0">
                <a:solidFill>
                  <a:srgbClr val="526875"/>
                </a:solidFill>
                <a:latin typeface="Arial"/>
                <a:ea typeface="Arial"/>
                <a:cs typeface="Arial"/>
              </a:defRPr>
            </a:defPPr>
            <a:lvl1pPr algn="r">
              <a:defRPr sz="975" b="0">
                <a:solidFill>
                  <a:srgbClr val="526875"/>
                </a:solidFill>
                <a:latin typeface="Arial"/>
                <a:ea typeface="Arial"/>
                <a:cs typeface="Arial"/>
              </a:defRPr>
            </a:lvl1pPr>
            <a:lvl2pPr algn="r">
              <a:defRPr sz="975" b="0">
                <a:solidFill>
                  <a:srgbClr val="526875"/>
                </a:solidFill>
                <a:latin typeface="Arial"/>
                <a:ea typeface="Arial"/>
                <a:cs typeface="Arial"/>
              </a:defRPr>
            </a:lvl2pPr>
            <a:lvl3pPr algn="r">
              <a:defRPr sz="975" b="0">
                <a:solidFill>
                  <a:srgbClr val="526875"/>
                </a:solidFill>
                <a:latin typeface="Arial"/>
                <a:ea typeface="Arial"/>
                <a:cs typeface="Arial"/>
              </a:defRPr>
            </a:lvl3pPr>
            <a:lvl4pPr algn="r">
              <a:defRPr sz="975" b="0">
                <a:solidFill>
                  <a:srgbClr val="526875"/>
                </a:solidFill>
                <a:latin typeface="Arial"/>
                <a:ea typeface="Arial"/>
                <a:cs typeface="Arial"/>
              </a:defRPr>
            </a:lvl4pPr>
            <a:lvl5pPr algn="r">
              <a:defRPr sz="975" b="0">
                <a:solidFill>
                  <a:srgbClr val="526875"/>
                </a:solidFill>
                <a:latin typeface="Arial"/>
                <a:ea typeface="Arial"/>
                <a:cs typeface="Arial"/>
              </a:defRPr>
            </a:lvl5pPr>
            <a:lvl6pPr algn="r">
              <a:defRPr sz="975" b="0">
                <a:solidFill>
                  <a:srgbClr val="526875"/>
                </a:solidFill>
                <a:latin typeface="Arial"/>
                <a:ea typeface="Arial"/>
                <a:cs typeface="Arial"/>
              </a:defRPr>
            </a:lvl6pPr>
            <a:lvl7pPr algn="r">
              <a:defRPr sz="975" b="0">
                <a:solidFill>
                  <a:srgbClr val="526875"/>
                </a:solidFill>
                <a:latin typeface="Arial"/>
                <a:ea typeface="Arial"/>
                <a:cs typeface="Arial"/>
              </a:defRPr>
            </a:lvl7pPr>
            <a:lvl8pPr algn="r">
              <a:defRPr sz="975" b="0">
                <a:solidFill>
                  <a:srgbClr val="526875"/>
                </a:solidFill>
                <a:latin typeface="Arial"/>
                <a:ea typeface="Arial"/>
                <a:cs typeface="Arial"/>
              </a:defRPr>
            </a:lvl8pPr>
            <a:lvl9pPr algn="r">
              <a:defRPr sz="975" b="0">
                <a:solidFill>
                  <a:srgbClr val="526875"/>
                </a:solidFill>
                <a:latin typeface="Arial"/>
                <a:ea typeface="Arial"/>
                <a:cs typeface="Arial"/>
              </a:defRPr>
            </a:lvl9pPr>
          </a:lstStyle>
          <a:p xmlns:a="http://schemas.openxmlformats.org/drawingml/2006/main">
            <a:pPr algn="r">
              <a:defRPr sz="975" b="0">
                <a:solidFill>
                  <a:srgbClr val="526875"/>
                </a:solidFill>
                <a:latin typeface="Arial"/>
                <a:ea typeface="Arial"/>
                <a:cs typeface="Arial"/>
              </a:defRPr>
            </a:pPr>
            <a:r>
              <a:rPr sz="975" b="0">
                <a:solidFill>
                  <a:srgbClr val="526875"/>
                </a:solidFill>
                <a:latin typeface="Arial"/>
                <a:ea typeface="Arial"/>
                <a:cs typeface="Arial"/>
              </a:rPr>
              <a:t>38</a:t>
            </a:r>
          </a:p>
        </p:txBody>
      </p:sp>
      <p:graphicFrame>
        <p:nvGraphicFramePr>
          <p:cNvPr id="4" name="">
            <a:extLst xmlns:a="http://schemas.openxmlformats.org/drawingml/2006/main">
              <a:ext uri="{FF2B5EF4-FFF2-40B4-BE49-F238E27FC236}">
                <a16:creationId xmlns:a16="http://schemas.microsoft.com/office/drawing/2014/main" id="{29804238-4A12-4D47-866D-BF8FF658BA47}"/>
              </a:ext>
            </a:extLst>
          </p:cNvPr>
          <p:cNvGraphicFramePr/>
          <p:nvPr/>
        </p:nvGraphicFramePr>
        <p:xfrm>
          <a:off xmlns:a="http://schemas.openxmlformats.org/drawingml/2006/main" x="714375" y="1885950"/>
          <a:ext xmlns:a="http://schemas.openxmlformats.org/drawingml/2006/main" cx="10763250" cy="3876675"/>
        </p:xfrm>
        <a:graphic xmlns:a="http://schemas.openxmlformats.org/drawingml/2006/main">
          <a:graphicData uri="http://schemas.openxmlformats.org/drawingml/2006/table">
            <a:tbl>
              <a:tblPr firstRow="1" bandRow="0"/>
              <a:tblGrid>
                <a:gridCol w="3905250"/>
                <a:gridCol w="2286000"/>
                <a:gridCol w="2286000"/>
                <a:gridCol w="2286000"/>
              </a:tblGrid>
              <a:tr h="553811">
                <a:tc>
                  <a:txBody>
                    <a:bodyPr/>
                    <a:lstStyle/>
                    <a:p>
                      <a:r>
                        <a:rPr sz="1425" b="1">
                          <a:solidFill>
                            <a:srgbClr val="FFFFFF"/>
                          </a:solidFill>
                          <a:latin typeface="Arial"/>
                          <a:ea typeface="Arial"/>
                          <a:cs typeface="Arial"/>
                        </a:rPr>
                        <a:t>Metric</a:t>
                      </a:r>
                    </a:p>
                  </a:txBody>
                  <a:tcPr marL="91440" marR="91440" marT="45720" marB="45720">
                    <a:lnL w="9525">
                      <a:solidFill>
                        <a:srgbClr val="D7DCD8"/>
                      </a:solidFill>
                      <a:prstDash val="solid"/>
                    </a:lnL>
                    <a:lnR w="9525">
                      <a:solidFill>
                        <a:srgbClr val="D7DCD8"/>
                      </a:solidFill>
                      <a:prstDash val="solid"/>
                    </a:lnR>
                    <a:lnT w="9525">
                      <a:solidFill>
                        <a:srgbClr val="D7DCD8"/>
                      </a:solidFill>
                      <a:prstDash val="solid"/>
                    </a:lnT>
                    <a:lnB w="9525">
                      <a:solidFill>
                        <a:srgbClr val="D7DCD8"/>
                      </a:solidFill>
                      <a:prstDash val="solid"/>
                    </a:lnB>
                    <a:solidFill>
                      <a:srgbClr val="123148"/>
                    </a:solidFill>
                  </a:tcPr>
                </a:tc>
                <a:tc>
                  <a:txBody>
                    <a:bodyPr/>
                    <a:lstStyle/>
                    <a:p>
                      <a:r>
                        <a:rPr sz="1425" b="1">
                          <a:solidFill>
                            <a:srgbClr val="FFFFFF"/>
                          </a:solidFill>
                          <a:latin typeface="Arial"/>
                          <a:ea typeface="Arial"/>
                          <a:cs typeface="Arial"/>
                        </a:rPr>
                        <a:t>Jev 1.13</a:t>
                      </a:r>
                    </a:p>
                  </a:txBody>
                  <a:tcPr marL="91440" marR="91440" marT="45720" marB="45720">
                    <a:lnR w="9525">
                      <a:solidFill>
                        <a:srgbClr val="D7DCD8"/>
                      </a:solidFill>
                      <a:prstDash val="solid"/>
                    </a:lnR>
                    <a:lnT w="9525">
                      <a:solidFill>
                        <a:srgbClr val="D7DCD8"/>
                      </a:solidFill>
                      <a:prstDash val="solid"/>
                    </a:lnT>
                    <a:lnB w="9525">
                      <a:solidFill>
                        <a:srgbClr val="D7DCD8"/>
                      </a:solidFill>
                      <a:prstDash val="solid"/>
                    </a:lnB>
                    <a:solidFill>
                      <a:srgbClr val="123148"/>
                    </a:solidFill>
                  </a:tcPr>
                </a:tc>
                <a:tc>
                  <a:txBody>
                    <a:bodyPr/>
                    <a:lstStyle/>
                    <a:p>
                      <a:r>
                        <a:rPr sz="1425" b="1">
                          <a:solidFill>
                            <a:srgbClr val="FFFFFF"/>
                          </a:solidFill>
                          <a:latin typeface="Arial"/>
                          <a:ea typeface="Arial"/>
                          <a:cs typeface="Arial"/>
                        </a:rPr>
                        <a:t>Opus 5.5</a:t>
                      </a:r>
                    </a:p>
                  </a:txBody>
                  <a:tcPr marL="91440" marR="91440" marT="45720" marB="45720">
                    <a:lnR w="9525">
                      <a:solidFill>
                        <a:srgbClr val="D7DCD8"/>
                      </a:solidFill>
                      <a:prstDash val="solid"/>
                    </a:lnR>
                    <a:lnT w="9525">
                      <a:solidFill>
                        <a:srgbClr val="D7DCD8"/>
                      </a:solidFill>
                      <a:prstDash val="solid"/>
                    </a:lnT>
                    <a:lnB w="9525">
                      <a:solidFill>
                        <a:srgbClr val="D7DCD8"/>
                      </a:solidFill>
                      <a:prstDash val="solid"/>
                    </a:lnB>
                    <a:solidFill>
                      <a:srgbClr val="123148"/>
                    </a:solidFill>
                  </a:tcPr>
                </a:tc>
                <a:tc>
                  <a:txBody>
                    <a:bodyPr/>
                    <a:lstStyle/>
                    <a:p>
                      <a:r>
                        <a:rPr sz="1425" b="1">
                          <a:solidFill>
                            <a:srgbClr val="FFFFFF"/>
                          </a:solidFill>
                          <a:latin typeface="Arial"/>
                          <a:ea typeface="Arial"/>
                          <a:cs typeface="Arial"/>
                        </a:rPr>
                        <a:t>Base Laya</a:t>
                      </a:r>
                    </a:p>
                  </a:txBody>
                  <a:tcPr marL="91440" marR="91440" marT="45720" marB="45720">
                    <a:lnR w="9525">
                      <a:solidFill>
                        <a:srgbClr val="D7DCD8"/>
                      </a:solidFill>
                      <a:prstDash val="solid"/>
                    </a:lnR>
                    <a:lnT w="9525">
                      <a:solidFill>
                        <a:srgbClr val="D7DCD8"/>
                      </a:solidFill>
                      <a:prstDash val="solid"/>
                    </a:lnT>
                    <a:lnB w="9525">
                      <a:solidFill>
                        <a:srgbClr val="D7DCD8"/>
                      </a:solidFill>
                      <a:prstDash val="solid"/>
                    </a:lnB>
                    <a:solidFill>
                      <a:srgbClr val="123148"/>
                    </a:solidFill>
                  </a:tcPr>
                </a:tc>
              </a:tr>
              <a:tr h="553811">
                <a:tc>
                  <a:txBody>
                    <a:bodyPr/>
                    <a:lstStyle/>
                    <a:p>
                      <a:r>
                        <a:rPr sz="1500" b="1">
                          <a:solidFill>
                            <a:srgbClr val="112B3A"/>
                          </a:solidFill>
                          <a:latin typeface="Arial"/>
                          <a:ea typeface="Arial"/>
                          <a:cs typeface="Arial"/>
                        </a:rPr>
                        <a:t>33-item screen correct</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FFFFFF"/>
                    </a:solidFill>
                  </a:tcPr>
                </a:tc>
                <a:tc>
                  <a:txBody>
                    <a:bodyPr/>
                    <a:lstStyle/>
                    <a:p>
                      <a:r>
                        <a:rPr sz="1500" b="0">
                          <a:solidFill>
                            <a:srgbClr val="112B3A"/>
                          </a:solidFill>
                          <a:latin typeface="Arial"/>
                          <a:ea typeface="Arial"/>
                          <a:cs typeface="Arial"/>
                        </a:rPr>
                        <a:t>30/33</a:t>
                      </a:r>
                    </a:p>
                  </a:txBody>
                  <a:tcPr marL="91440" marR="91440" marT="45720" marB="45720">
                    <a:lnR w="9525">
                      <a:solidFill>
                        <a:srgbClr val="D7DCD8"/>
                      </a:solidFill>
                      <a:prstDash val="solid"/>
                    </a:lnR>
                    <a:lnB w="9525">
                      <a:solidFill>
                        <a:srgbClr val="D7DCD8"/>
                      </a:solidFill>
                      <a:prstDash val="solid"/>
                    </a:lnB>
                    <a:solidFill>
                      <a:srgbClr val="FFFFFF"/>
                    </a:solidFill>
                  </a:tcPr>
                </a:tc>
                <a:tc>
                  <a:txBody>
                    <a:bodyPr/>
                    <a:lstStyle/>
                    <a:p>
                      <a:r>
                        <a:rPr sz="1500" b="0">
                          <a:solidFill>
                            <a:srgbClr val="112B3A"/>
                          </a:solidFill>
                          <a:latin typeface="Arial"/>
                          <a:ea typeface="Arial"/>
                          <a:cs typeface="Arial"/>
                        </a:rPr>
                        <a:t>32/33</a:t>
                      </a:r>
                    </a:p>
                  </a:txBody>
                  <a:tcPr marL="91440" marR="91440" marT="45720" marB="45720">
                    <a:lnR w="9525">
                      <a:solidFill>
                        <a:srgbClr val="D7DCD8"/>
                      </a:solidFill>
                      <a:prstDash val="solid"/>
                    </a:lnR>
                    <a:lnB w="9525">
                      <a:solidFill>
                        <a:srgbClr val="D7DCD8"/>
                      </a:solidFill>
                      <a:prstDash val="solid"/>
                    </a:lnB>
                    <a:solidFill>
                      <a:srgbClr val="FFFFFF"/>
                    </a:solidFill>
                  </a:tcPr>
                </a:tc>
                <a:tc>
                  <a:txBody>
                    <a:bodyPr/>
                    <a:lstStyle/>
                    <a:p>
                      <a:r>
                        <a:rPr sz="1500" b="0">
                          <a:solidFill>
                            <a:srgbClr val="112B3A"/>
                          </a:solidFill>
                          <a:latin typeface="Arial"/>
                          <a:ea typeface="Arial"/>
                          <a:cs typeface="Arial"/>
                        </a:rPr>
                        <a:t>16/33</a:t>
                      </a:r>
                    </a:p>
                  </a:txBody>
                  <a:tcPr marL="91440" marR="91440" marT="45720" marB="45720">
                    <a:lnR w="9525">
                      <a:solidFill>
                        <a:srgbClr val="D7DCD8"/>
                      </a:solidFill>
                      <a:prstDash val="solid"/>
                    </a:lnR>
                    <a:lnB w="9525">
                      <a:solidFill>
                        <a:srgbClr val="D7DCD8"/>
                      </a:solidFill>
                      <a:prstDash val="solid"/>
                    </a:lnB>
                    <a:solidFill>
                      <a:srgbClr val="FFFFFF"/>
                    </a:solidFill>
                  </a:tcPr>
                </a:tc>
              </a:tr>
              <a:tr h="553811">
                <a:tc>
                  <a:txBody>
                    <a:bodyPr/>
                    <a:lstStyle/>
                    <a:p>
                      <a:r>
                        <a:rPr sz="1500" b="1">
                          <a:solidFill>
                            <a:srgbClr val="112B3A"/>
                          </a:solidFill>
                          <a:latin typeface="Arial"/>
                          <a:ea typeface="Arial"/>
                          <a:cs typeface="Arial"/>
                        </a:rPr>
                        <a:t>Screen decision latency</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E2EDEB"/>
                    </a:solidFill>
                  </a:tcPr>
                </a:tc>
                <a:tc>
                  <a:txBody>
                    <a:bodyPr/>
                    <a:lstStyle/>
                    <a:p>
                      <a:r>
                        <a:rPr sz="1500" b="0">
                          <a:solidFill>
                            <a:srgbClr val="112B3A"/>
                          </a:solidFill>
                          <a:latin typeface="Arial"/>
                          <a:ea typeface="Arial"/>
                          <a:cs typeface="Arial"/>
                        </a:rPr>
                        <a:t>0.17 s HTTP</a:t>
                      </a:r>
                    </a:p>
                  </a:txBody>
                  <a:tcPr marL="91440" marR="91440" marT="45720" marB="45720">
                    <a:lnR w="9525">
                      <a:solidFill>
                        <a:srgbClr val="D7DCD8"/>
                      </a:solidFill>
                      <a:prstDash val="solid"/>
                    </a:lnR>
                    <a:lnB w="9525">
                      <a:solidFill>
                        <a:srgbClr val="D7DCD8"/>
                      </a:solidFill>
                      <a:prstDash val="solid"/>
                    </a:lnB>
                    <a:solidFill>
                      <a:srgbClr val="E2EDEB"/>
                    </a:solidFill>
                  </a:tcPr>
                </a:tc>
                <a:tc>
                  <a:txBody>
                    <a:bodyPr/>
                    <a:lstStyle/>
                    <a:p>
                      <a:r>
                        <a:rPr sz="1500" b="0">
                          <a:solidFill>
                            <a:srgbClr val="112B3A"/>
                          </a:solidFill>
                          <a:latin typeface="Arial"/>
                          <a:ea typeface="Arial"/>
                          <a:cs typeface="Arial"/>
                        </a:rPr>
                        <a:t>2.37 s HTTP</a:t>
                      </a:r>
                    </a:p>
                  </a:txBody>
                  <a:tcPr marL="91440" marR="91440" marT="45720" marB="45720">
                    <a:lnR w="9525">
                      <a:solidFill>
                        <a:srgbClr val="D7DCD8"/>
                      </a:solidFill>
                      <a:prstDash val="solid"/>
                    </a:lnR>
                    <a:lnB w="9525">
                      <a:solidFill>
                        <a:srgbClr val="D7DCD8"/>
                      </a:solidFill>
                      <a:prstDash val="solid"/>
                    </a:lnB>
                    <a:solidFill>
                      <a:srgbClr val="E2EDEB"/>
                    </a:solidFill>
                  </a:tcPr>
                </a:tc>
                <a:tc>
                  <a:txBody>
                    <a:bodyPr/>
                    <a:lstStyle/>
                    <a:p>
                      <a:r>
                        <a:rPr sz="1500" b="0">
                          <a:solidFill>
                            <a:srgbClr val="112B3A"/>
                          </a:solidFill>
                          <a:latin typeface="Arial"/>
                          <a:ea typeface="Arial"/>
                          <a:cs typeface="Arial"/>
                        </a:rPr>
                        <a:t>0.09 s in-process</a:t>
                      </a:r>
                    </a:p>
                  </a:txBody>
                  <a:tcPr marL="91440" marR="91440" marT="45720" marB="45720">
                    <a:lnR w="9525">
                      <a:solidFill>
                        <a:srgbClr val="D7DCD8"/>
                      </a:solidFill>
                      <a:prstDash val="solid"/>
                    </a:lnR>
                    <a:lnB w="9525">
                      <a:solidFill>
                        <a:srgbClr val="D7DCD8"/>
                      </a:solidFill>
                      <a:prstDash val="solid"/>
                    </a:lnB>
                    <a:solidFill>
                      <a:srgbClr val="E2EDEB"/>
                    </a:solidFill>
                  </a:tcPr>
                </a:tc>
              </a:tr>
              <a:tr h="553811">
                <a:tc>
                  <a:txBody>
                    <a:bodyPr/>
                    <a:lstStyle/>
                    <a:p>
                      <a:r>
                        <a:rPr sz="1500" b="1">
                          <a:solidFill>
                            <a:srgbClr val="112B3A"/>
                          </a:solidFill>
                          <a:latin typeface="Arial"/>
                          <a:ea typeface="Arial"/>
                          <a:cs typeface="Arial"/>
                        </a:rPr>
                        <a:t>Selected at score 0.6</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FFFFFF"/>
                    </a:solidFill>
                  </a:tcPr>
                </a:tc>
                <a:tc>
                  <a:txBody>
                    <a:bodyPr/>
                    <a:lstStyle/>
                    <a:p>
                      <a:r>
                        <a:rPr sz="1500" b="0">
                          <a:solidFill>
                            <a:srgbClr val="112B3A"/>
                          </a:solidFill>
                          <a:latin typeface="Arial"/>
                          <a:ea typeface="Arial"/>
                          <a:cs typeface="Arial"/>
                        </a:rPr>
                        <a:t>26/33</a:t>
                      </a:r>
                    </a:p>
                  </a:txBody>
                  <a:tcPr marL="91440" marR="91440" marT="45720" marB="45720">
                    <a:lnR w="9525">
                      <a:solidFill>
                        <a:srgbClr val="D7DCD8"/>
                      </a:solidFill>
                      <a:prstDash val="solid"/>
                    </a:lnR>
                    <a:lnB w="9525">
                      <a:solidFill>
                        <a:srgbClr val="D7DCD8"/>
                      </a:solidFill>
                      <a:prstDash val="solid"/>
                    </a:lnB>
                    <a:solidFill>
                      <a:srgbClr val="FFFFFF"/>
                    </a:solidFill>
                  </a:tcPr>
                </a:tc>
                <a:tc>
                  <a:txBody>
                    <a:bodyPr/>
                    <a:lstStyle/>
                    <a:p>
                      <a:r>
                        <a:rPr sz="1500" b="0">
                          <a:solidFill>
                            <a:srgbClr val="112B3A"/>
                          </a:solidFill>
                          <a:latin typeface="Arial"/>
                          <a:ea typeface="Arial"/>
                          <a:cs typeface="Arial"/>
                        </a:rPr>
                        <a:t>33/33</a:t>
                      </a:r>
                    </a:p>
                  </a:txBody>
                  <a:tcPr marL="91440" marR="91440" marT="45720" marB="45720">
                    <a:lnR w="9525">
                      <a:solidFill>
                        <a:srgbClr val="D7DCD8"/>
                      </a:solidFill>
                      <a:prstDash val="solid"/>
                    </a:lnR>
                    <a:lnB w="9525">
                      <a:solidFill>
                        <a:srgbClr val="D7DCD8"/>
                      </a:solidFill>
                      <a:prstDash val="solid"/>
                    </a:lnB>
                    <a:solidFill>
                      <a:srgbClr val="FFFFFF"/>
                    </a:solidFill>
                  </a:tcPr>
                </a:tc>
                <a:tc>
                  <a:txBody>
                    <a:bodyPr/>
                    <a:lstStyle/>
                    <a:p>
                      <a:r>
                        <a:rPr sz="1500" b="0">
                          <a:solidFill>
                            <a:srgbClr val="112B3A"/>
                          </a:solidFill>
                          <a:latin typeface="Arial"/>
                          <a:ea typeface="Arial"/>
                          <a:cs typeface="Arial"/>
                        </a:rPr>
                        <a:t>1/33</a:t>
                      </a:r>
                    </a:p>
                  </a:txBody>
                  <a:tcPr marL="91440" marR="91440" marT="45720" marB="45720">
                    <a:lnR w="9525">
                      <a:solidFill>
                        <a:srgbClr val="D7DCD8"/>
                      </a:solidFill>
                      <a:prstDash val="solid"/>
                    </a:lnR>
                    <a:lnB w="9525">
                      <a:solidFill>
                        <a:srgbClr val="D7DCD8"/>
                      </a:solidFill>
                      <a:prstDash val="solid"/>
                    </a:lnB>
                    <a:solidFill>
                      <a:srgbClr val="FFFFFF"/>
                    </a:solidFill>
                  </a:tcPr>
                </a:tc>
              </a:tr>
              <a:tr h="553811">
                <a:tc>
                  <a:txBody>
                    <a:bodyPr/>
                    <a:lstStyle/>
                    <a:p>
                      <a:r>
                        <a:rPr sz="1500" b="1">
                          <a:solidFill>
                            <a:srgbClr val="112B3A"/>
                          </a:solidFill>
                          <a:latin typeface="Arial"/>
                          <a:ea typeface="Arial"/>
                          <a:cs typeface="Arial"/>
                        </a:rPr>
                        <a:t>Wrong among selected</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E2EDEB"/>
                    </a:solidFill>
                  </a:tcPr>
                </a:tc>
                <a:tc>
                  <a:txBody>
                    <a:bodyPr/>
                    <a:lstStyle/>
                    <a:p>
                      <a:r>
                        <a:rPr sz="1500" b="0">
                          <a:solidFill>
                            <a:srgbClr val="112B3A"/>
                          </a:solidFill>
                          <a:latin typeface="Arial"/>
                          <a:ea typeface="Arial"/>
                          <a:cs typeface="Arial"/>
                        </a:rPr>
                        <a:t>0/26</a:t>
                      </a:r>
                    </a:p>
                  </a:txBody>
                  <a:tcPr marL="91440" marR="91440" marT="45720" marB="45720">
                    <a:lnR w="9525">
                      <a:solidFill>
                        <a:srgbClr val="D7DCD8"/>
                      </a:solidFill>
                      <a:prstDash val="solid"/>
                    </a:lnR>
                    <a:lnB w="9525">
                      <a:solidFill>
                        <a:srgbClr val="D7DCD8"/>
                      </a:solidFill>
                      <a:prstDash val="solid"/>
                    </a:lnB>
                    <a:solidFill>
                      <a:srgbClr val="E2EDEB"/>
                    </a:solidFill>
                  </a:tcPr>
                </a:tc>
                <a:tc>
                  <a:txBody>
                    <a:bodyPr/>
                    <a:lstStyle/>
                    <a:p>
                      <a:r>
                        <a:rPr sz="1500" b="0">
                          <a:solidFill>
                            <a:srgbClr val="112B3A"/>
                          </a:solidFill>
                          <a:latin typeface="Arial"/>
                          <a:ea typeface="Arial"/>
                          <a:cs typeface="Arial"/>
                        </a:rPr>
                        <a:t>1/33</a:t>
                      </a:r>
                    </a:p>
                  </a:txBody>
                  <a:tcPr marL="91440" marR="91440" marT="45720" marB="45720">
                    <a:lnR w="9525">
                      <a:solidFill>
                        <a:srgbClr val="D7DCD8"/>
                      </a:solidFill>
                      <a:prstDash val="solid"/>
                    </a:lnR>
                    <a:lnB w="9525">
                      <a:solidFill>
                        <a:srgbClr val="D7DCD8"/>
                      </a:solidFill>
                      <a:prstDash val="solid"/>
                    </a:lnB>
                    <a:solidFill>
                      <a:srgbClr val="E2EDEB"/>
                    </a:solidFill>
                  </a:tcPr>
                </a:tc>
                <a:tc>
                  <a:txBody>
                    <a:bodyPr/>
                    <a:lstStyle/>
                    <a:p>
                      <a:r>
                        <a:rPr sz="1500" b="0">
                          <a:solidFill>
                            <a:srgbClr val="112B3A"/>
                          </a:solidFill>
                          <a:latin typeface="Arial"/>
                          <a:ea typeface="Arial"/>
                          <a:cs typeface="Arial"/>
                        </a:rPr>
                        <a:t>0/1</a:t>
                      </a:r>
                    </a:p>
                  </a:txBody>
                  <a:tcPr marL="91440" marR="91440" marT="45720" marB="45720">
                    <a:lnR w="9525">
                      <a:solidFill>
                        <a:srgbClr val="D7DCD8"/>
                      </a:solidFill>
                      <a:prstDash val="solid"/>
                    </a:lnR>
                    <a:lnB w="9525">
                      <a:solidFill>
                        <a:srgbClr val="D7DCD8"/>
                      </a:solidFill>
                      <a:prstDash val="solid"/>
                    </a:lnB>
                    <a:solidFill>
                      <a:srgbClr val="E2EDEB"/>
                    </a:solidFill>
                  </a:tcPr>
                </a:tc>
              </a:tr>
              <a:tr h="553811">
                <a:tc>
                  <a:txBody>
                    <a:bodyPr/>
                    <a:lstStyle/>
                    <a:p>
                      <a:r>
                        <a:rPr sz="1500" b="1">
                          <a:solidFill>
                            <a:srgbClr val="112B3A"/>
                          </a:solidFill>
                          <a:latin typeface="Arial"/>
                          <a:ea typeface="Arial"/>
                          <a:cs typeface="Arial"/>
                        </a:rPr>
                        <a:t>Scenario A median, 3 fixtures</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FFFFFF"/>
                    </a:solidFill>
                  </a:tcPr>
                </a:tc>
                <a:tc>
                  <a:txBody>
                    <a:bodyPr/>
                    <a:lstStyle/>
                    <a:p>
                      <a:r>
                        <a:rPr sz="1500" b="0">
                          <a:solidFill>
                            <a:srgbClr val="112B3A"/>
                          </a:solidFill>
                          <a:latin typeface="Arial"/>
                          <a:ea typeface="Arial"/>
                          <a:cs typeface="Arial"/>
                        </a:rPr>
                        <a:t>1.82 s</a:t>
                      </a:r>
                    </a:p>
                  </a:txBody>
                  <a:tcPr marL="91440" marR="91440" marT="45720" marB="45720">
                    <a:lnR w="9525">
                      <a:solidFill>
                        <a:srgbClr val="D7DCD8"/>
                      </a:solidFill>
                      <a:prstDash val="solid"/>
                    </a:lnR>
                    <a:lnB w="9525">
                      <a:solidFill>
                        <a:srgbClr val="D7DCD8"/>
                      </a:solidFill>
                      <a:prstDash val="solid"/>
                    </a:lnB>
                    <a:solidFill>
                      <a:srgbClr val="FFFFFF"/>
                    </a:solidFill>
                  </a:tcPr>
                </a:tc>
                <a:tc>
                  <a:txBody>
                    <a:bodyPr/>
                    <a:lstStyle/>
                    <a:p>
                      <a:r>
                        <a:rPr sz="1500" b="0">
                          <a:solidFill>
                            <a:srgbClr val="112B3A"/>
                          </a:solidFill>
                          <a:latin typeface="Arial"/>
                          <a:ea typeface="Arial"/>
                          <a:cs typeface="Arial"/>
                        </a:rPr>
                        <a:t>24.18 s</a:t>
                      </a:r>
                    </a:p>
                  </a:txBody>
                  <a:tcPr marL="91440" marR="91440" marT="45720" marB="45720">
                    <a:lnR w="9525">
                      <a:solidFill>
                        <a:srgbClr val="D7DCD8"/>
                      </a:solidFill>
                      <a:prstDash val="solid"/>
                    </a:lnR>
                    <a:lnB w="9525">
                      <a:solidFill>
                        <a:srgbClr val="D7DCD8"/>
                      </a:solidFill>
                      <a:prstDash val="solid"/>
                    </a:lnB>
                    <a:solidFill>
                      <a:srgbClr val="FFFFFF"/>
                    </a:solidFill>
                  </a:tcPr>
                </a:tc>
                <a:tc>
                  <a:txBody>
                    <a:bodyPr/>
                    <a:lstStyle/>
                    <a:p>
                      <a:r>
                        <a:rPr sz="1500" b="0">
                          <a:solidFill>
                            <a:srgbClr val="112B3A"/>
                          </a:solidFill>
                          <a:latin typeface="Arial"/>
                          <a:ea typeface="Arial"/>
                          <a:cs typeface="Arial"/>
                        </a:rPr>
                        <a:t>0.41 s</a:t>
                      </a:r>
                    </a:p>
                  </a:txBody>
                  <a:tcPr marL="91440" marR="91440" marT="45720" marB="45720">
                    <a:lnR w="9525">
                      <a:solidFill>
                        <a:srgbClr val="D7DCD8"/>
                      </a:solidFill>
                      <a:prstDash val="solid"/>
                    </a:lnR>
                    <a:lnB w="9525">
                      <a:solidFill>
                        <a:srgbClr val="D7DCD8"/>
                      </a:solidFill>
                      <a:prstDash val="solid"/>
                    </a:lnB>
                    <a:solidFill>
                      <a:srgbClr val="FFFFFF"/>
                    </a:solidFill>
                  </a:tcPr>
                </a:tc>
              </a:tr>
              <a:tr h="553811">
                <a:tc>
                  <a:txBody>
                    <a:bodyPr/>
                    <a:lstStyle/>
                    <a:p>
                      <a:r>
                        <a:rPr sz="1500" b="1">
                          <a:solidFill>
                            <a:srgbClr val="112B3A"/>
                          </a:solidFill>
                          <a:latin typeface="Arial"/>
                          <a:ea typeface="Arial"/>
                          <a:cs typeface="Arial"/>
                        </a:rPr>
                        <a:t>Estimated API cost/run</a:t>
                      </a:r>
                    </a:p>
                  </a:txBody>
                  <a:tcPr marL="91440" marR="91440" marT="45720" marB="45720">
                    <a:lnL w="9525">
                      <a:solidFill>
                        <a:srgbClr val="D7DCD8"/>
                      </a:solidFill>
                      <a:prstDash val="solid"/>
                    </a:lnL>
                    <a:lnR w="9525">
                      <a:solidFill>
                        <a:srgbClr val="D7DCD8"/>
                      </a:solidFill>
                      <a:prstDash val="solid"/>
                    </a:lnR>
                    <a:lnB w="9525">
                      <a:solidFill>
                        <a:srgbClr val="D7DCD8"/>
                      </a:solidFill>
                      <a:prstDash val="solid"/>
                    </a:lnB>
                    <a:solidFill>
                      <a:srgbClr val="E2EDEB"/>
                    </a:solidFill>
                  </a:tcPr>
                </a:tc>
                <a:tc>
                  <a:txBody>
                    <a:bodyPr/>
                    <a:lstStyle/>
                    <a:p>
                      <a:r>
                        <a:rPr sz="1500" b="0">
                          <a:solidFill>
                            <a:srgbClr val="112B3A"/>
                          </a:solidFill>
                          <a:latin typeface="Arial"/>
                          <a:ea typeface="Arial"/>
                          <a:cs typeface="Arial"/>
                        </a:rPr>
                        <a:t>$0.00019</a:t>
                      </a:r>
                    </a:p>
                  </a:txBody>
                  <a:tcPr marL="91440" marR="91440" marT="45720" marB="45720">
                    <a:lnR w="9525">
                      <a:solidFill>
                        <a:srgbClr val="D7DCD8"/>
                      </a:solidFill>
                      <a:prstDash val="solid"/>
                    </a:lnR>
                    <a:lnB w="9525">
                      <a:solidFill>
                        <a:srgbClr val="D7DCD8"/>
                      </a:solidFill>
                      <a:prstDash val="solid"/>
                    </a:lnB>
                    <a:solidFill>
                      <a:srgbClr val="E2EDEB"/>
                    </a:solidFill>
                  </a:tcPr>
                </a:tc>
                <a:tc>
                  <a:txBody>
                    <a:bodyPr/>
                    <a:lstStyle/>
                    <a:p>
                      <a:r>
                        <a:rPr sz="1500" b="0">
                          <a:solidFill>
                            <a:srgbClr val="112B3A"/>
                          </a:solidFill>
                          <a:latin typeface="Arial"/>
                          <a:ea typeface="Arial"/>
                          <a:cs typeface="Arial"/>
                        </a:rPr>
                        <a:t>$0.03795</a:t>
                      </a:r>
                    </a:p>
                  </a:txBody>
                  <a:tcPr marL="91440" marR="91440" marT="45720" marB="45720">
                    <a:lnR w="9525">
                      <a:solidFill>
                        <a:srgbClr val="D7DCD8"/>
                      </a:solidFill>
                      <a:prstDash val="solid"/>
                    </a:lnR>
                    <a:lnB w="9525">
                      <a:solidFill>
                        <a:srgbClr val="D7DCD8"/>
                      </a:solidFill>
                      <a:prstDash val="solid"/>
                    </a:lnB>
                    <a:solidFill>
                      <a:srgbClr val="E2EDEB"/>
                    </a:solidFill>
                  </a:tcPr>
                </a:tc>
                <a:tc>
                  <a:txBody>
                    <a:bodyPr/>
                    <a:lstStyle/>
                    <a:p>
                      <a:r>
                        <a:rPr sz="1500" b="0">
                          <a:solidFill>
                            <a:srgbClr val="112B3A"/>
                          </a:solidFill>
                          <a:latin typeface="Arial"/>
                          <a:ea typeface="Arial"/>
                          <a:cs typeface="Arial"/>
                        </a:rPr>
                        <a:t>$0 API; compute unpriced</a:t>
                      </a:r>
                    </a:p>
                  </a:txBody>
                  <a:tcPr marL="91440" marR="91440" marT="45720" marB="45720">
                    <a:lnR w="9525">
                      <a:solidFill>
                        <a:srgbClr val="D7DCD8"/>
                      </a:solidFill>
                      <a:prstDash val="solid"/>
                    </a:lnR>
                    <a:lnB w="9525">
                      <a:solidFill>
                        <a:srgbClr val="D7DCD8"/>
                      </a:solidFill>
                      <a:prstDash val="solid"/>
                    </a:lnB>
                    <a:solidFill>
                      <a:srgbClr val="E2EDEB"/>
                    </a:solidFill>
                  </a:tcPr>
                </a:tc>
              </a:tr>
            </a:tbl>
          </a:graphicData>
        </a:graphic>
      </p:graphicFrame>
      <p:sp>
        <p:nvSpPr>
          <p:cNvPr id="5" name="Different samples and score signals; Laya gen">
            <a:extLst xmlns:a="http://schemas.openxmlformats.org/drawingml/2006/main">
              <a:ext uri="{FF2B5EF4-FFF2-40B4-BE49-F238E27FC236}">
                <a16:creationId xmlns:a16="http://schemas.microsoft.com/office/drawing/2014/main" id="{9A7D4502-553B-43B5-A80A-DB1F811F1CF0}"/>
              </a:ext>
            </a:extLst>
          </p:cNvPr>
          <p:cNvSpPr>
            <a:spLocks xmlns:a="http://schemas.openxmlformats.org/drawingml/2006/main" noGrp="1"/>
          </p:cNvSpPr>
          <p:nvPr/>
        </p:nvSpPr>
        <p:spPr>
          <a:xfrm xmlns:a="http://schemas.openxmlformats.org/drawingml/2006/main">
            <a:off x="723900" y="6019800"/>
            <a:ext cx="105727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75" b="1">
                <a:solidFill>
                  <a:srgbClr val="F7785D"/>
                </a:solidFill>
                <a:latin typeface="Arial"/>
                <a:ea typeface="Arial"/>
                <a:cs typeface="Arial"/>
              </a:defRPr>
            </a:defPPr>
            <a:lvl1pPr algn="l">
              <a:defRPr sz="1575" b="1">
                <a:solidFill>
                  <a:srgbClr val="F7785D"/>
                </a:solidFill>
                <a:latin typeface="Arial"/>
                <a:ea typeface="Arial"/>
                <a:cs typeface="Arial"/>
              </a:defRPr>
            </a:lvl1pPr>
            <a:lvl2pPr algn="l">
              <a:defRPr sz="1575" b="1">
                <a:solidFill>
                  <a:srgbClr val="F7785D"/>
                </a:solidFill>
                <a:latin typeface="Arial"/>
                <a:ea typeface="Arial"/>
                <a:cs typeface="Arial"/>
              </a:defRPr>
            </a:lvl2pPr>
            <a:lvl3pPr algn="l">
              <a:defRPr sz="1575" b="1">
                <a:solidFill>
                  <a:srgbClr val="F7785D"/>
                </a:solidFill>
                <a:latin typeface="Arial"/>
                <a:ea typeface="Arial"/>
                <a:cs typeface="Arial"/>
              </a:defRPr>
            </a:lvl3pPr>
            <a:lvl4pPr algn="l">
              <a:defRPr sz="1575" b="1">
                <a:solidFill>
                  <a:srgbClr val="F7785D"/>
                </a:solidFill>
                <a:latin typeface="Arial"/>
                <a:ea typeface="Arial"/>
                <a:cs typeface="Arial"/>
              </a:defRPr>
            </a:lvl4pPr>
            <a:lvl5pPr algn="l">
              <a:defRPr sz="1575" b="1">
                <a:solidFill>
                  <a:srgbClr val="F7785D"/>
                </a:solidFill>
                <a:latin typeface="Arial"/>
                <a:ea typeface="Arial"/>
                <a:cs typeface="Arial"/>
              </a:defRPr>
            </a:lvl5pPr>
            <a:lvl6pPr algn="l">
              <a:defRPr sz="1575" b="1">
                <a:solidFill>
                  <a:srgbClr val="F7785D"/>
                </a:solidFill>
                <a:latin typeface="Arial"/>
                <a:ea typeface="Arial"/>
                <a:cs typeface="Arial"/>
              </a:defRPr>
            </a:lvl6pPr>
            <a:lvl7pPr algn="l">
              <a:defRPr sz="1575" b="1">
                <a:solidFill>
                  <a:srgbClr val="F7785D"/>
                </a:solidFill>
                <a:latin typeface="Arial"/>
                <a:ea typeface="Arial"/>
                <a:cs typeface="Arial"/>
              </a:defRPr>
            </a:lvl7pPr>
            <a:lvl8pPr algn="l">
              <a:defRPr sz="1575" b="1">
                <a:solidFill>
                  <a:srgbClr val="F7785D"/>
                </a:solidFill>
                <a:latin typeface="Arial"/>
                <a:ea typeface="Arial"/>
                <a:cs typeface="Arial"/>
              </a:defRPr>
            </a:lvl8pPr>
            <a:lvl9pPr algn="l">
              <a:defRPr sz="1575" b="1">
                <a:solidFill>
                  <a:srgbClr val="F7785D"/>
                </a:solidFill>
                <a:latin typeface="Arial"/>
                <a:ea typeface="Arial"/>
                <a:cs typeface="Arial"/>
              </a:defRPr>
            </a:lvl9pPr>
          </a:lstStyle>
          <a:p xmlns:a="http://schemas.openxmlformats.org/drawingml/2006/main">
            <a:pPr algn="l">
              <a:defRPr sz="1575" b="1">
                <a:solidFill>
                  <a:srgbClr val="F7785D"/>
                </a:solidFill>
                <a:latin typeface="Arial"/>
                <a:ea typeface="Arial"/>
                <a:cs typeface="Arial"/>
              </a:defRPr>
            </a:pPr>
            <a:r>
              <a:rPr sz="1575" b="1">
                <a:solidFill>
                  <a:srgbClr val="F7785D"/>
                </a:solidFill>
                <a:latin typeface="Arial"/>
                <a:ea typeface="Arial"/>
                <a:cs typeface="Arial"/>
              </a:rPr>
              <a:t>Different samples and score signals; Laya generated no guardrail</a:t>
            </a:r>
          </a:p>
        </p:txBody>
      </p:sp>
    </p:spTree>
    <p:extLst>
      <p:ext uri="{BB962C8B-B14F-4D97-AF65-F5344CB8AC3E}">
        <p14:creationId xmlns:p14="http://schemas.microsoft.com/office/powerpoint/2010/main" val="87042195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2026-10-22T13:32:35.3510000Z</dcterms:created>
  <dcterms:modified xsi:type="dcterms:W3CDTF">2026-10-22T13:32:35.3510000Z</dcterms:modified>
</coreProperties>
</file>